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2" r:id="rId4"/>
  </p:sldMasterIdLst>
  <p:notesMasterIdLst>
    <p:notesMasterId r:id="rId26"/>
  </p:notesMasterIdLst>
  <p:handoutMasterIdLst>
    <p:handoutMasterId r:id="rId27"/>
  </p:handoutMasterIdLst>
  <p:sldIdLst>
    <p:sldId id="257" r:id="rId5"/>
    <p:sldId id="273" r:id="rId6"/>
    <p:sldId id="272" r:id="rId7"/>
    <p:sldId id="258" r:id="rId8"/>
    <p:sldId id="259" r:id="rId9"/>
    <p:sldId id="260" r:id="rId10"/>
    <p:sldId id="261" r:id="rId11"/>
    <p:sldId id="267" r:id="rId12"/>
    <p:sldId id="268" r:id="rId13"/>
    <p:sldId id="269" r:id="rId14"/>
    <p:sldId id="270" r:id="rId15"/>
    <p:sldId id="274" r:id="rId16"/>
    <p:sldId id="277" r:id="rId17"/>
    <p:sldId id="271" r:id="rId18"/>
    <p:sldId id="275" r:id="rId19"/>
    <p:sldId id="276" r:id="rId20"/>
    <p:sldId id="263" r:id="rId21"/>
    <p:sldId id="265" r:id="rId22"/>
    <p:sldId id="279" r:id="rId23"/>
    <p:sldId id="264" r:id="rId24"/>
    <p:sldId id="26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4" userDrawn="1">
          <p15:clr>
            <a:srgbClr val="A4A3A4"/>
          </p15:clr>
        </p15:guide>
        <p15:guide id="2" pos="3840" userDrawn="1">
          <p15:clr>
            <a:srgbClr val="A4A3A4"/>
          </p15:clr>
        </p15:guide>
        <p15:guide id="3" pos="456" userDrawn="1">
          <p15:clr>
            <a:srgbClr val="A4A3A4"/>
          </p15:clr>
        </p15:guide>
        <p15:guide id="4" pos="720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0553"/>
    <a:srgbClr val="16286E"/>
    <a:srgbClr val="7BEBD8"/>
    <a:srgbClr val="8335E5"/>
    <a:srgbClr val="6B8DE1"/>
    <a:srgbClr val="6C92E1"/>
    <a:srgbClr val="6313DC"/>
    <a:srgbClr val="1E3ADA"/>
    <a:srgbClr val="7D4BC9"/>
    <a:srgbClr val="6524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2B72CA-7EDC-4435-B698-7DC8DDF31C97}" v="43" dt="2024-09-26T14:27:33.0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52" autoAdjust="0"/>
  </p:normalViewPr>
  <p:slideViewPr>
    <p:cSldViewPr snapToGrid="0" showGuides="1">
      <p:cViewPr>
        <p:scale>
          <a:sx n="50" d="100"/>
          <a:sy n="50" d="100"/>
        </p:scale>
        <p:origin x="496" y="232"/>
      </p:cViewPr>
      <p:guideLst>
        <p:guide orient="horz" pos="2064"/>
        <p:guide pos="3840"/>
        <p:guide pos="456"/>
        <p:guide pos="7200"/>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2ee22140d38b093b/Desktop/16/Astrosage%20analysis%20(Bhushan%20Dhawas)%20excel%20file%5eL.xlsb"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Downloads\EXCEL_PRANAY%20SANYAL%20(version%202).xlsb"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2ee22140d38b093b/Desktop/16/Astrosage%20analysis%20(Bhushan%20Dhawas)%20excel%20file%5eL.xlsb"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2ee22140d38b093b/Desktop/16/Astrosage%20analysis%20(Bhushan%20Dhawas)%20excel%20file%5eL.xlsb"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2ee22140d38b093b/Desktop/16/Astrosage%20analysis%20(Bhushan%20Dhawas)%20excel%20file%5eL.xlsb"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2ee22140d38b093b/Desktop/NEW%202/Excel%20Astrosage%20(Bhushan%20Dhawas)%20NEW.xlsb"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2ee22140d38b093b/Desktop/Excel%20Astrosage%20(Bhushan%20Dhawas)%20NEW%2016.xlsb"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2ee22140d38b093b/Desktop/Excel%20Astrosage%20(Bhushan%20Dhawas)%20NEW.xlsb"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User\Downloads\EXCEL_PRANAY%20SANYAL%20(version%202).xlsb"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2ee22140d38b093b/Desktop/NEW%202/Excel%20Astrosage%20(Bhushan%20Dhawas)%20NEW.xlsb"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https://d.docs.live.net/2ee22140d38b093b/Desktop/NEW%202/Excel%20Astrosage%20(Bhushan%20Dhawas)%20NEW.xlsb" TargetMode="External"/><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[Astrosage analysis (Bhushan Dhawas) excel file^L.xlsb]Pivot Table!PivotTable3</c:name>
    <c:fmtId val="-1"/>
  </c:pivotSource>
  <c:chart>
    <c:title>
      <c:tx>
        <c:rich>
          <a:bodyPr rot="0" spcFirstLastPara="1" vertOverflow="ellipsis" vert="horz" wrap="square" anchor="ctr" anchorCtr="1"/>
          <a:lstStyle/>
          <a:p>
            <a:pPr>
              <a:defRPr lang="en-US" sz="1400" b="1" i="0" u="none" strike="noStrike" kern="1200" spc="0" baseline="0">
                <a:solidFill>
                  <a:srgbClr val="000000">
                    <a:lumMod val="65000"/>
                    <a:lumOff val="35000"/>
                  </a:srgbClr>
                </a:solidFill>
                <a:latin typeface="+mn-lt"/>
                <a:ea typeface="+mn-ea"/>
                <a:cs typeface="+mn-cs"/>
              </a:defRPr>
            </a:pPr>
            <a:r>
              <a:rPr lang="en-US" sz="1400" b="1" i="0" u="none" strike="noStrike" kern="1200" spc="0" baseline="0">
                <a:solidFill>
                  <a:srgbClr val="000000">
                    <a:lumMod val="65000"/>
                    <a:lumOff val="35000"/>
                  </a:srgbClr>
                </a:solidFill>
                <a:latin typeface="+mn-lt"/>
                <a:ea typeface="+mn-ea"/>
                <a:cs typeface="+mn-cs"/>
              </a:rPr>
              <a:t>Changes in call volume day by day</a:t>
            </a:r>
          </a:p>
        </c:rich>
      </c:tx>
      <c:layout>
        <c:manualLayout>
          <c:xMode val="edge"/>
          <c:yMode val="edge"/>
          <c:x val="0.12831346266405824"/>
          <c:y val="2.7034494683018641E-2"/>
        </c:manualLayout>
      </c:layout>
      <c:overlay val="0"/>
      <c:spPr>
        <a:noFill/>
        <a:ln>
          <a:noFill/>
        </a:ln>
        <a:effectLst/>
      </c:spPr>
      <c:txPr>
        <a:bodyPr rot="0" spcFirstLastPara="1" vertOverflow="ellipsis" vert="horz" wrap="square" anchor="ctr" anchorCtr="1"/>
        <a:lstStyle/>
        <a:p>
          <a:pPr>
            <a:defRPr lang="en-US" sz="1400" b="1" i="0" u="none" strike="noStrike" kern="1200" spc="0" baseline="0">
              <a:solidFill>
                <a:srgbClr val="000000">
                  <a:lumMod val="65000"/>
                  <a:lumOff val="35000"/>
                </a:srgb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dLbls>
          <c:dLblPos val="outEnd"/>
          <c:showLegendKey val="0"/>
          <c:showVal val="1"/>
          <c:showCatName val="0"/>
          <c:showSerName val="0"/>
          <c:showPercent val="0"/>
          <c:showBubbleSize val="0"/>
        </c:dLbls>
        <c:gapWidth val="219"/>
        <c:axId val="395407472"/>
        <c:axId val="395404592"/>
      </c:barChart>
      <c:catAx>
        <c:axId val="395407472"/>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Dates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5404592"/>
        <c:crosses val="autoZero"/>
        <c:auto val="1"/>
        <c:lblAlgn val="ctr"/>
        <c:lblOffset val="100"/>
        <c:noMultiLvlLbl val="0"/>
      </c:catAx>
      <c:valAx>
        <c:axId val="39540459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Call</a:t>
                </a:r>
                <a:r>
                  <a:rPr lang="en-IN" b="1" baseline="0"/>
                  <a:t> duration (Sec)</a:t>
                </a:r>
                <a:endParaRPr lang="en-IN" b="1"/>
              </a:p>
            </c:rich>
          </c:tx>
          <c:layout>
            <c:manualLayout>
              <c:xMode val="edge"/>
              <c:yMode val="edge"/>
              <c:x val="0.25354851891856439"/>
              <c:y val="0.9374875015623047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54074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[EXCEL_PRANAY SANYAL (version 2).xlsb]Pivot Table!PivotTable13</c:name>
    <c:fmtId val="25"/>
  </c:pivotSource>
  <c:chart>
    <c:autoTitleDeleted val="1"/>
    <c:pivotFmts>
      <c:pivotFmt>
        <c:idx val="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Table'!$H$5</c:f>
              <c:strCache>
                <c:ptCount val="1"/>
                <c:pt idx="0">
                  <c:v>Total</c:v>
                </c:pt>
              </c:strCache>
            </c:strRef>
          </c:tx>
          <c:spPr>
            <a:solidFill>
              <a:schemeClr val="accent1"/>
            </a:solidFill>
            <a:ln>
              <a:noFill/>
            </a:ln>
            <a:effectLst/>
          </c:spPr>
          <c:invertIfNegative val="0"/>
          <c:cat>
            <c:strRef>
              <c:f>'Pivot Table'!$G$6:$G$39</c:f>
              <c:strCache>
                <c:ptCount val="34"/>
                <c:pt idx="0">
                  <c:v>2023-12-01</c:v>
                </c:pt>
                <c:pt idx="1">
                  <c:v>2023-12-02</c:v>
                </c:pt>
                <c:pt idx="2">
                  <c:v>2023-12-03</c:v>
                </c:pt>
                <c:pt idx="3">
                  <c:v>2023-12-04</c:v>
                </c:pt>
                <c:pt idx="4">
                  <c:v>2023-12-05</c:v>
                </c:pt>
                <c:pt idx="5">
                  <c:v>2023-12-06</c:v>
                </c:pt>
                <c:pt idx="6">
                  <c:v>2023-12-07</c:v>
                </c:pt>
                <c:pt idx="7">
                  <c:v>2023-12-08</c:v>
                </c:pt>
                <c:pt idx="8">
                  <c:v>2023-12-09</c:v>
                </c:pt>
                <c:pt idx="9">
                  <c:v>2023-12-10</c:v>
                </c:pt>
                <c:pt idx="10">
                  <c:v>2023-12-11</c:v>
                </c:pt>
                <c:pt idx="11">
                  <c:v>2023-12-12</c:v>
                </c:pt>
                <c:pt idx="12">
                  <c:v>2023-12-13</c:v>
                </c:pt>
                <c:pt idx="13">
                  <c:v>2023-12-14</c:v>
                </c:pt>
                <c:pt idx="14">
                  <c:v>2023-12-15</c:v>
                </c:pt>
                <c:pt idx="15">
                  <c:v>2023-12-16</c:v>
                </c:pt>
                <c:pt idx="16">
                  <c:v>2023-12-17</c:v>
                </c:pt>
                <c:pt idx="17">
                  <c:v>2023-12-18</c:v>
                </c:pt>
                <c:pt idx="18">
                  <c:v>2023-12-19</c:v>
                </c:pt>
                <c:pt idx="19">
                  <c:v>2023-12-20</c:v>
                </c:pt>
                <c:pt idx="20">
                  <c:v>2023-12-21</c:v>
                </c:pt>
                <c:pt idx="21">
                  <c:v>2023-12-22</c:v>
                </c:pt>
                <c:pt idx="22">
                  <c:v>2023-12-23</c:v>
                </c:pt>
                <c:pt idx="23">
                  <c:v>2023-12-24</c:v>
                </c:pt>
                <c:pt idx="24">
                  <c:v>2023-12-25</c:v>
                </c:pt>
                <c:pt idx="25">
                  <c:v>2023-12-26</c:v>
                </c:pt>
                <c:pt idx="26">
                  <c:v>2023-12-27</c:v>
                </c:pt>
                <c:pt idx="27">
                  <c:v>2023-12-28</c:v>
                </c:pt>
                <c:pt idx="28">
                  <c:v>2023-12-29</c:v>
                </c:pt>
                <c:pt idx="29">
                  <c:v>2023-12-30</c:v>
                </c:pt>
                <c:pt idx="30">
                  <c:v>2023-12-31</c:v>
                </c:pt>
                <c:pt idx="31">
                  <c:v>2024-01-01</c:v>
                </c:pt>
                <c:pt idx="32">
                  <c:v>2024-01-02</c:v>
                </c:pt>
                <c:pt idx="33">
                  <c:v>2024-01-03</c:v>
                </c:pt>
              </c:strCache>
            </c:strRef>
          </c:cat>
          <c:val>
            <c:numRef>
              <c:f>'Pivot Table'!$H$6:$H$39</c:f>
              <c:numCache>
                <c:formatCode>General</c:formatCode>
                <c:ptCount val="34"/>
                <c:pt idx="0">
                  <c:v>1056</c:v>
                </c:pt>
                <c:pt idx="1">
                  <c:v>1006</c:v>
                </c:pt>
                <c:pt idx="2">
                  <c:v>994</c:v>
                </c:pt>
                <c:pt idx="3">
                  <c:v>931</c:v>
                </c:pt>
                <c:pt idx="4">
                  <c:v>715</c:v>
                </c:pt>
                <c:pt idx="5">
                  <c:v>523</c:v>
                </c:pt>
                <c:pt idx="6">
                  <c:v>531</c:v>
                </c:pt>
                <c:pt idx="7">
                  <c:v>338</c:v>
                </c:pt>
                <c:pt idx="8">
                  <c:v>438</c:v>
                </c:pt>
                <c:pt idx="9">
                  <c:v>594</c:v>
                </c:pt>
                <c:pt idx="10">
                  <c:v>582</c:v>
                </c:pt>
                <c:pt idx="11">
                  <c:v>555</c:v>
                </c:pt>
                <c:pt idx="12">
                  <c:v>619</c:v>
                </c:pt>
                <c:pt idx="13">
                  <c:v>917</c:v>
                </c:pt>
                <c:pt idx="14">
                  <c:v>1324</c:v>
                </c:pt>
                <c:pt idx="15">
                  <c:v>952</c:v>
                </c:pt>
                <c:pt idx="16">
                  <c:v>929</c:v>
                </c:pt>
                <c:pt idx="17">
                  <c:v>1074</c:v>
                </c:pt>
                <c:pt idx="18">
                  <c:v>1046</c:v>
                </c:pt>
                <c:pt idx="19">
                  <c:v>855</c:v>
                </c:pt>
                <c:pt idx="20">
                  <c:v>816</c:v>
                </c:pt>
                <c:pt idx="21">
                  <c:v>775</c:v>
                </c:pt>
                <c:pt idx="22">
                  <c:v>1059</c:v>
                </c:pt>
                <c:pt idx="23">
                  <c:v>1061</c:v>
                </c:pt>
                <c:pt idx="24">
                  <c:v>1098</c:v>
                </c:pt>
                <c:pt idx="25">
                  <c:v>808</c:v>
                </c:pt>
                <c:pt idx="26">
                  <c:v>1001</c:v>
                </c:pt>
                <c:pt idx="27">
                  <c:v>1077</c:v>
                </c:pt>
                <c:pt idx="28">
                  <c:v>1022</c:v>
                </c:pt>
                <c:pt idx="29">
                  <c:v>778</c:v>
                </c:pt>
                <c:pt idx="30">
                  <c:v>1014</c:v>
                </c:pt>
                <c:pt idx="31">
                  <c:v>325</c:v>
                </c:pt>
                <c:pt idx="32">
                  <c:v>845</c:v>
                </c:pt>
                <c:pt idx="33">
                  <c:v>369</c:v>
                </c:pt>
              </c:numCache>
            </c:numRef>
          </c:val>
          <c:extLst>
            <c:ext xmlns:c16="http://schemas.microsoft.com/office/drawing/2014/chart" uri="{C3380CC4-5D6E-409C-BE32-E72D297353CC}">
              <c16:uniqueId val="{00000000-E773-49CB-BFFB-A096905013CF}"/>
            </c:ext>
          </c:extLst>
        </c:ser>
        <c:dLbls>
          <c:showLegendKey val="0"/>
          <c:showVal val="0"/>
          <c:showCatName val="0"/>
          <c:showSerName val="0"/>
          <c:showPercent val="0"/>
          <c:showBubbleSize val="0"/>
        </c:dLbls>
        <c:gapWidth val="219"/>
        <c:overlap val="-27"/>
        <c:axId val="316456976"/>
        <c:axId val="316458896"/>
      </c:barChart>
      <c:catAx>
        <c:axId val="3164569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16458896"/>
        <c:crosses val="autoZero"/>
        <c:auto val="1"/>
        <c:lblAlgn val="ctr"/>
        <c:lblOffset val="100"/>
        <c:noMultiLvlLbl val="0"/>
      </c:catAx>
      <c:valAx>
        <c:axId val="31645889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1645697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[Astrosage analysis (Bhushan Dhawas) excel file^L.xlsb]Pivot Table!PivotTable4</c:name>
    <c:fmtId val="-1"/>
  </c:pivotSource>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a:t>Rating vs Count of users </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ivotFmts>
      <c:pivotFmt>
        <c:idx val="0"/>
        <c:spPr>
          <a:solidFill>
            <a:schemeClr val="accent1"/>
          </a:soli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'Pivot Table'!$O$3</c:f>
              <c:strCache>
                <c:ptCount val="1"/>
                <c:pt idx="0">
                  <c:v>Total</c:v>
                </c:pt>
              </c:strCache>
            </c:strRef>
          </c:tx>
          <c:spPr>
            <a:gradFill rotWithShape="1">
              <a:gsLst>
                <a:gs pos="0">
                  <a:schemeClr val="accent1">
                    <a:tint val="94000"/>
                    <a:satMod val="100000"/>
                    <a:lumMod val="108000"/>
                  </a:schemeClr>
                </a:gs>
                <a:gs pos="50000">
                  <a:schemeClr val="accent1">
                    <a:tint val="98000"/>
                    <a:shade val="100000"/>
                    <a:satMod val="100000"/>
                    <a:lumMod val="100000"/>
                  </a:schemeClr>
                </a:gs>
                <a:gs pos="100000">
                  <a:schemeClr val="accent1">
                    <a:shade val="72000"/>
                    <a:satMod val="120000"/>
                    <a:lumMod val="100000"/>
                  </a:schemeClr>
                </a:gs>
              </a:gsLst>
              <a:lin ang="5400000" scaled="0"/>
            </a:gradFill>
            <a:ln>
              <a:noFill/>
            </a:ln>
            <a:effectLst>
              <a:outerShdw blurRad="50800" dist="25400" dir="5400000" rotWithShape="0">
                <a:srgbClr val="000000">
                  <a:alpha val="28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'Pivot Table'!$N$4:$N$13</c:f>
              <c:strCache>
                <c:ptCount val="9"/>
                <c:pt idx="0">
                  <c:v>0</c:v>
                </c:pt>
                <c:pt idx="1">
                  <c:v>1</c:v>
                </c:pt>
                <c:pt idx="2">
                  <c:v>2</c:v>
                </c:pt>
                <c:pt idx="3">
                  <c:v>3</c:v>
                </c:pt>
                <c:pt idx="4">
                  <c:v>4</c:v>
                </c:pt>
                <c:pt idx="5">
                  <c:v>5</c:v>
                </c:pt>
                <c:pt idx="6">
                  <c:v>6</c:v>
                </c:pt>
                <c:pt idx="7">
                  <c:v>7</c:v>
                </c:pt>
                <c:pt idx="8">
                  <c:v>8</c:v>
                </c:pt>
              </c:strCache>
            </c:strRef>
          </c:cat>
          <c:val>
            <c:numRef>
              <c:f>'Pivot Table'!$O$4:$O$13</c:f>
              <c:numCache>
                <c:formatCode>General</c:formatCode>
                <c:ptCount val="9"/>
                <c:pt idx="0">
                  <c:v>7256</c:v>
                </c:pt>
                <c:pt idx="1">
                  <c:v>2199</c:v>
                </c:pt>
                <c:pt idx="2">
                  <c:v>4329</c:v>
                </c:pt>
                <c:pt idx="3">
                  <c:v>4407</c:v>
                </c:pt>
                <c:pt idx="4">
                  <c:v>2132</c:v>
                </c:pt>
                <c:pt idx="5">
                  <c:v>2169</c:v>
                </c:pt>
                <c:pt idx="6">
                  <c:v>1829</c:v>
                </c:pt>
                <c:pt idx="7">
                  <c:v>1824</c:v>
                </c:pt>
                <c:pt idx="8">
                  <c:v>1882</c:v>
                </c:pt>
              </c:numCache>
            </c:numRef>
          </c:val>
          <c:extLst>
            <c:ext xmlns:c16="http://schemas.microsoft.com/office/drawing/2014/chart" uri="{C3380CC4-5D6E-409C-BE32-E72D297353CC}">
              <c16:uniqueId val="{00000000-D5E6-4993-AEA6-190F065129A8}"/>
            </c:ext>
          </c:extLst>
        </c:ser>
        <c:dLbls>
          <c:showLegendKey val="0"/>
          <c:showVal val="1"/>
          <c:showCatName val="0"/>
          <c:showSerName val="0"/>
          <c:showPercent val="0"/>
          <c:showBubbleSize val="0"/>
        </c:dLbls>
        <c:gapWidth val="150"/>
        <c:shape val="box"/>
        <c:axId val="1398825936"/>
        <c:axId val="1398826896"/>
        <c:axId val="0"/>
      </c:bar3DChart>
      <c:catAx>
        <c:axId val="1398825936"/>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IN"/>
                  <a:t>Rating</a:t>
                </a:r>
              </a:p>
            </c:rich>
          </c:tx>
          <c:layout>
            <c:manualLayout>
              <c:xMode val="edge"/>
              <c:yMode val="edge"/>
              <c:x val="0.43949298727214858"/>
              <c:y val="0.91921249467078303"/>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398826896"/>
        <c:crosses val="autoZero"/>
        <c:auto val="1"/>
        <c:lblAlgn val="ctr"/>
        <c:lblOffset val="100"/>
        <c:noMultiLvlLbl val="0"/>
      </c:catAx>
      <c:valAx>
        <c:axId val="139882689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3988259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[Astrosage analysis (Bhushan Dhawas) excel file^L.xlsb]Pivot Table!PivotTable9</c:name>
    <c:fmtId val="-1"/>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a:t>Earning vs consultancy type </a:t>
            </a:r>
          </a:p>
        </c:rich>
      </c:tx>
      <c:layout>
        <c:manualLayout>
          <c:xMode val="edge"/>
          <c:yMode val="edge"/>
          <c:x val="0.26700511743849786"/>
          <c:y val="5.2351512553387103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a:sp3d/>
        </c:spPr>
        <c:marker>
          <c:symbol val="none"/>
        </c:marker>
        <c:dLbl>
          <c:idx val="0"/>
          <c:spPr>
            <a:noFill/>
            <a:ln>
              <a:noFill/>
              <a:round/>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23836205256951576"/>
          <c:y val="0.15457610789980733"/>
          <c:w val="0.54103839375150564"/>
          <c:h val="0.58873666803210289"/>
        </c:manualLayout>
      </c:layout>
      <c:bar3DChart>
        <c:barDir val="col"/>
        <c:grouping val="clustered"/>
        <c:varyColors val="0"/>
        <c:ser>
          <c:idx val="0"/>
          <c:order val="0"/>
          <c:tx>
            <c:strRef>
              <c:f>'Pivot Table'!$K$3</c:f>
              <c:strCache>
                <c:ptCount val="1"/>
                <c:pt idx="0">
                  <c:v>Sum of Astrologer Earning</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Table'!$J$4:$J$6</c:f>
              <c:strCache>
                <c:ptCount val="2"/>
                <c:pt idx="0">
                  <c:v>Call</c:v>
                </c:pt>
                <c:pt idx="1">
                  <c:v>Chat</c:v>
                </c:pt>
              </c:strCache>
            </c:strRef>
          </c:cat>
          <c:val>
            <c:numRef>
              <c:f>'Pivot Table'!$K$4:$K$6</c:f>
              <c:numCache>
                <c:formatCode>General</c:formatCode>
                <c:ptCount val="2"/>
                <c:pt idx="0">
                  <c:v>77799.439833333439</c:v>
                </c:pt>
                <c:pt idx="1">
                  <c:v>21338.641500000005</c:v>
                </c:pt>
              </c:numCache>
            </c:numRef>
          </c:val>
          <c:extLst>
            <c:ext xmlns:c16="http://schemas.microsoft.com/office/drawing/2014/chart" uri="{C3380CC4-5D6E-409C-BE32-E72D297353CC}">
              <c16:uniqueId val="{00000000-C554-40B4-B247-17056276C79B}"/>
            </c:ext>
          </c:extLst>
        </c:ser>
        <c:ser>
          <c:idx val="1"/>
          <c:order val="1"/>
          <c:tx>
            <c:strRef>
              <c:f>'Pivot Table'!$L$3</c:f>
              <c:strCache>
                <c:ptCount val="1"/>
                <c:pt idx="0">
                  <c:v>Sum of Net Amount</c:v>
                </c:pt>
              </c:strCache>
            </c:strRef>
          </c:tx>
          <c:spPr>
            <a:solidFill>
              <a:schemeClr val="accent2"/>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Table'!$J$4:$J$6</c:f>
              <c:strCache>
                <c:ptCount val="2"/>
                <c:pt idx="0">
                  <c:v>Call</c:v>
                </c:pt>
                <c:pt idx="1">
                  <c:v>Chat</c:v>
                </c:pt>
              </c:strCache>
            </c:strRef>
          </c:cat>
          <c:val>
            <c:numRef>
              <c:f>'Pivot Table'!$L$4:$L$6</c:f>
              <c:numCache>
                <c:formatCode>General</c:formatCode>
                <c:ptCount val="2"/>
                <c:pt idx="0">
                  <c:v>168442.03500000015</c:v>
                </c:pt>
                <c:pt idx="1">
                  <c:v>45494.683333333342</c:v>
                </c:pt>
              </c:numCache>
            </c:numRef>
          </c:val>
          <c:extLst>
            <c:ext xmlns:c16="http://schemas.microsoft.com/office/drawing/2014/chart" uri="{C3380CC4-5D6E-409C-BE32-E72D297353CC}">
              <c16:uniqueId val="{00000001-C554-40B4-B247-17056276C79B}"/>
            </c:ext>
          </c:extLst>
        </c:ser>
        <c:dLbls>
          <c:showLegendKey val="0"/>
          <c:showVal val="1"/>
          <c:showCatName val="0"/>
          <c:showSerName val="0"/>
          <c:showPercent val="0"/>
          <c:showBubbleSize val="0"/>
        </c:dLbls>
        <c:gapWidth val="150"/>
        <c:shape val="box"/>
        <c:axId val="1126088016"/>
        <c:axId val="1126091376"/>
        <c:axId val="0"/>
      </c:bar3DChart>
      <c:catAx>
        <c:axId val="1126088016"/>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a:t>Consultancy type</a:t>
                </a:r>
              </a:p>
            </c:rich>
          </c:tx>
          <c:layout>
            <c:manualLayout>
              <c:xMode val="edge"/>
              <c:yMode val="edge"/>
              <c:x val="0.37132148238779972"/>
              <c:y val="0.83360229863474278"/>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26091376"/>
        <c:crosses val="autoZero"/>
        <c:auto val="1"/>
        <c:lblAlgn val="ctr"/>
        <c:lblOffset val="100"/>
        <c:noMultiLvlLbl val="0"/>
      </c:catAx>
      <c:valAx>
        <c:axId val="112609137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26088016"/>
        <c:crosses val="autoZero"/>
        <c:crossBetween val="between"/>
      </c:valAx>
      <c:spPr>
        <a:noFill/>
        <a:ln>
          <a:noFill/>
        </a:ln>
        <a:effectLst/>
      </c:spPr>
    </c:plotArea>
    <c:legend>
      <c:legendPos val="r"/>
      <c:layout>
        <c:manualLayout>
          <c:xMode val="edge"/>
          <c:yMode val="edge"/>
          <c:x val="0.65460173456578796"/>
          <c:y val="0.18831755495880931"/>
          <c:w val="0.3333209707482217"/>
          <c:h val="0.2673433161895225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r>
              <a:rPr lang="en-US"/>
              <a:t>Hour vs count of calls </a:t>
            </a:r>
          </a:p>
        </c:rich>
      </c:tx>
      <c:overlay val="0"/>
      <c:spPr>
        <a:noFill/>
        <a:ln>
          <a:noFill/>
        </a:ln>
        <a:effectLst/>
      </c:spPr>
      <c:txPr>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endParaRPr lang="en-US"/>
        </a:p>
      </c:txPr>
    </c:title>
    <c:autoTitleDeleted val="0"/>
    <c:pivotFmts>
      <c:pivotFmt>
        <c:idx val="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Total</c:v>
          </c:tx>
          <c:spPr>
            <a:solidFill>
              <a:schemeClr val="accent1">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Lit>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Lit>
          </c:cat>
          <c:val>
            <c:numLit>
              <c:formatCode>General</c:formatCode>
              <c:ptCount val="24"/>
              <c:pt idx="0">
                <c:v>69</c:v>
              </c:pt>
              <c:pt idx="1">
                <c:v>52</c:v>
              </c:pt>
              <c:pt idx="2">
                <c:v>129</c:v>
              </c:pt>
              <c:pt idx="3">
                <c:v>264</c:v>
              </c:pt>
              <c:pt idx="4">
                <c:v>348</c:v>
              </c:pt>
              <c:pt idx="5">
                <c:v>449</c:v>
              </c:pt>
              <c:pt idx="6">
                <c:v>541</c:v>
              </c:pt>
              <c:pt idx="7">
                <c:v>551</c:v>
              </c:pt>
              <c:pt idx="8">
                <c:v>660</c:v>
              </c:pt>
              <c:pt idx="9">
                <c:v>498</c:v>
              </c:pt>
              <c:pt idx="10">
                <c:v>605</c:v>
              </c:pt>
              <c:pt idx="11">
                <c:v>515</c:v>
              </c:pt>
              <c:pt idx="12">
                <c:v>483</c:v>
              </c:pt>
              <c:pt idx="13">
                <c:v>437</c:v>
              </c:pt>
              <c:pt idx="14">
                <c:v>513</c:v>
              </c:pt>
              <c:pt idx="15">
                <c:v>497</c:v>
              </c:pt>
              <c:pt idx="16">
                <c:v>479</c:v>
              </c:pt>
              <c:pt idx="17">
                <c:v>374</c:v>
              </c:pt>
              <c:pt idx="18">
                <c:v>264</c:v>
              </c:pt>
              <c:pt idx="19">
                <c:v>222</c:v>
              </c:pt>
              <c:pt idx="20">
                <c:v>172</c:v>
              </c:pt>
              <c:pt idx="21">
                <c:v>103</c:v>
              </c:pt>
              <c:pt idx="22">
                <c:v>126</c:v>
              </c:pt>
              <c:pt idx="23">
                <c:v>157</c:v>
              </c:pt>
            </c:numLit>
          </c:val>
          <c:extLst>
            <c:ext xmlns:c16="http://schemas.microsoft.com/office/drawing/2014/chart" uri="{C3380CC4-5D6E-409C-BE32-E72D297353CC}">
              <c16:uniqueId val="{00000000-BE1B-4A5B-9708-0949C10F3A1A}"/>
            </c:ext>
          </c:extLst>
        </c:ser>
        <c:dLbls>
          <c:dLblPos val="outEnd"/>
          <c:showLegendKey val="0"/>
          <c:showVal val="1"/>
          <c:showCatName val="0"/>
          <c:showSerName val="0"/>
          <c:showPercent val="0"/>
          <c:showBubbleSize val="0"/>
        </c:dLbls>
        <c:gapWidth val="80"/>
        <c:overlap val="25"/>
        <c:axId val="323260368"/>
        <c:axId val="323258928"/>
      </c:barChart>
      <c:catAx>
        <c:axId val="323260368"/>
        <c:scaling>
          <c:orientation val="minMax"/>
        </c:scaling>
        <c:delete val="0"/>
        <c:axPos val="b"/>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IN"/>
                  <a:t>Hours </a:t>
                </a:r>
              </a:p>
            </c:rich>
          </c:tx>
          <c:layout>
            <c:manualLayout>
              <c:xMode val="edge"/>
              <c:yMode val="edge"/>
              <c:x val="0.47601620065388184"/>
              <c:y val="0.9338790272007671"/>
            </c:manualLayout>
          </c:layout>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cap="none" spc="20" normalizeH="0" baseline="0">
                <a:solidFill>
                  <a:schemeClr val="tx1">
                    <a:lumMod val="65000"/>
                    <a:lumOff val="35000"/>
                  </a:schemeClr>
                </a:solidFill>
                <a:latin typeface="+mn-lt"/>
                <a:ea typeface="+mn-ea"/>
                <a:cs typeface="+mn-cs"/>
              </a:defRPr>
            </a:pPr>
            <a:endParaRPr lang="en-US"/>
          </a:p>
        </c:txPr>
        <c:crossAx val="323258928"/>
        <c:crosses val="autoZero"/>
        <c:auto val="1"/>
        <c:lblAlgn val="ctr"/>
        <c:lblOffset val="100"/>
        <c:noMultiLvlLbl val="0"/>
      </c:catAx>
      <c:valAx>
        <c:axId val="323258928"/>
        <c:scaling>
          <c:orientation val="minMax"/>
        </c:scaling>
        <c:delete val="0"/>
        <c:axPos val="l"/>
        <c:majorGridlines>
          <c:spPr>
            <a:ln w="9525" cap="flat" cmpd="sng" algn="ctr">
              <a:solidFill>
                <a:schemeClr val="tx1">
                  <a:lumMod val="5000"/>
                  <a:lumOff val="95000"/>
                </a:schemeClr>
              </a:solidFill>
              <a:round/>
            </a:ln>
            <a:effectLst/>
          </c:spPr>
        </c:maj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IN"/>
                  <a:t>Count of calls </a:t>
                </a:r>
              </a:p>
            </c:rich>
          </c:tx>
          <c:layout>
            <c:manualLayout>
              <c:xMode val="edge"/>
              <c:yMode val="edge"/>
              <c:x val="1.6386340300849195E-2"/>
              <c:y val="0.35634846909221202"/>
            </c:manualLayout>
          </c:layout>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tx1">
                    <a:lumMod val="65000"/>
                    <a:lumOff val="35000"/>
                  </a:schemeClr>
                </a:solidFill>
                <a:latin typeface="+mn-lt"/>
                <a:ea typeface="+mn-ea"/>
                <a:cs typeface="+mn-cs"/>
              </a:defRPr>
            </a:pPr>
            <a:endParaRPr lang="en-US"/>
          </a:p>
        </c:txPr>
        <c:crossAx val="3232603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Astrosage (Bhushan Dhawas) NEW.xlsb]Pivot Table!PivotTable11</c:name>
    <c:fmtId val="15"/>
  </c:pivotSource>
  <c:chart>
    <c:title>
      <c:tx>
        <c:rich>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r>
              <a:rPr lang="en-US"/>
              <a:t>Guru Distribution by rating</a:t>
            </a:r>
          </a:p>
        </c:rich>
      </c:tx>
      <c:layout>
        <c:manualLayout>
          <c:xMode val="edge"/>
          <c:yMode val="edge"/>
          <c:x val="0.34992493488537729"/>
          <c:y val="0.15547389427338643"/>
        </c:manualLayout>
      </c:layout>
      <c:overlay val="0"/>
      <c:spPr>
        <a:noFill/>
        <a:ln>
          <a:noFill/>
        </a:ln>
        <a:effectLst/>
      </c:spPr>
      <c:txPr>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endParaRPr lang="en-US"/>
        </a:p>
      </c:txPr>
    </c:title>
    <c:autoTitleDeleted val="0"/>
    <c:pivotFmts>
      <c:pivotFmt>
        <c:idx val="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j-lt"/>
                  <a:ea typeface="Calibri Light" panose="020F0302020204030204" pitchFamily="34" charset="0"/>
                  <a:cs typeface="Calibri Light" panose="020F030202020403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j-lt"/>
                  <a:ea typeface="Calibri Light" panose="020F0302020204030204" pitchFamily="34" charset="0"/>
                  <a:cs typeface="Calibri Light" panose="020F030202020403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j-lt"/>
                  <a:ea typeface="Calibri Light" panose="020F0302020204030204" pitchFamily="34" charset="0"/>
                  <a:cs typeface="Calibri Light" panose="020F030202020403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j-lt"/>
                  <a:ea typeface="Calibri Light" panose="020F0302020204030204" pitchFamily="34" charset="0"/>
                  <a:cs typeface="Calibri Light" panose="020F030202020403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j-lt"/>
                  <a:ea typeface="Calibri Light" panose="020F0302020204030204" pitchFamily="34" charset="0"/>
                  <a:cs typeface="Calibri Light" panose="020F030202020403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8"/>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9"/>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5"/>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6"/>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7"/>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8"/>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9"/>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5"/>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6"/>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7"/>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8"/>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9"/>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5"/>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6"/>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7"/>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8"/>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9"/>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5"/>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6"/>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7"/>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8"/>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9"/>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5"/>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6"/>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7"/>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8"/>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9"/>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5"/>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6"/>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7"/>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8"/>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9"/>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5"/>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6"/>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7"/>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8"/>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9"/>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5"/>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6"/>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7"/>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8"/>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9"/>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5"/>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6"/>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7"/>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8"/>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9"/>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5"/>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6"/>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7"/>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8"/>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9"/>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5"/>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6"/>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7"/>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8"/>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9"/>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3"/>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4"/>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5"/>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6"/>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7"/>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8"/>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9"/>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0"/>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1"/>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2"/>
        <c:spPr>
          <a:solidFill>
            <a:schemeClr val="accent1"/>
          </a:solidFill>
          <a:ln>
            <a:noFill/>
          </a:ln>
          <a:effectLst/>
          <a:scene3d>
            <a:camera prst="orthographicFront">
              <a:rot lat="0" lon="0" rev="0"/>
            </a:camera>
            <a:lightRig rig="balanced" dir="t">
              <a:rot lat="0" lon="0" rev="1200000"/>
            </a:lightRig>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5028732641899937"/>
          <c:y val="0.36192384769539077"/>
          <c:w val="0.67629123452079498"/>
          <c:h val="0.48311110409795971"/>
        </c:manualLayout>
      </c:layout>
      <c:barChart>
        <c:barDir val="col"/>
        <c:grouping val="clustered"/>
        <c:varyColors val="0"/>
        <c:ser>
          <c:idx val="0"/>
          <c:order val="0"/>
          <c:tx>
            <c:strRef>
              <c:f>'Pivot Table'!$R$41</c:f>
              <c:strCache>
                <c:ptCount val="1"/>
                <c:pt idx="0">
                  <c:v>Total</c:v>
                </c:pt>
              </c:strCache>
            </c:strRef>
          </c:tx>
          <c:spPr>
            <a:solidFill>
              <a:schemeClr val="accent1">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'Pivot Table'!$Q$42:$Q$51</c:f>
              <c:strCache>
                <c:ptCount val="9"/>
                <c:pt idx="0">
                  <c:v>0</c:v>
                </c:pt>
                <c:pt idx="1">
                  <c:v>1</c:v>
                </c:pt>
                <c:pt idx="2">
                  <c:v>2</c:v>
                </c:pt>
                <c:pt idx="3">
                  <c:v>3</c:v>
                </c:pt>
                <c:pt idx="4">
                  <c:v>4</c:v>
                </c:pt>
                <c:pt idx="5">
                  <c:v>5</c:v>
                </c:pt>
                <c:pt idx="6">
                  <c:v>6</c:v>
                </c:pt>
                <c:pt idx="7">
                  <c:v>7</c:v>
                </c:pt>
                <c:pt idx="8">
                  <c:v>8</c:v>
                </c:pt>
              </c:strCache>
            </c:strRef>
          </c:cat>
          <c:val>
            <c:numRef>
              <c:f>'Pivot Table'!$R$42:$R$51</c:f>
              <c:numCache>
                <c:formatCode>General</c:formatCode>
                <c:ptCount val="9"/>
                <c:pt idx="0">
                  <c:v>7256</c:v>
                </c:pt>
                <c:pt idx="1">
                  <c:v>2199</c:v>
                </c:pt>
                <c:pt idx="2">
                  <c:v>4329</c:v>
                </c:pt>
                <c:pt idx="3">
                  <c:v>4407</c:v>
                </c:pt>
                <c:pt idx="4">
                  <c:v>2132</c:v>
                </c:pt>
                <c:pt idx="5">
                  <c:v>2169</c:v>
                </c:pt>
                <c:pt idx="6">
                  <c:v>1829</c:v>
                </c:pt>
                <c:pt idx="7">
                  <c:v>1824</c:v>
                </c:pt>
                <c:pt idx="8">
                  <c:v>1882</c:v>
                </c:pt>
              </c:numCache>
            </c:numRef>
          </c:val>
          <c:extLst>
            <c:ext xmlns:c16="http://schemas.microsoft.com/office/drawing/2014/chart" uri="{C3380CC4-5D6E-409C-BE32-E72D297353CC}">
              <c16:uniqueId val="{00000000-0D12-4A9E-BBDB-2AAFB4EFE7EA}"/>
            </c:ext>
          </c:extLst>
        </c:ser>
        <c:dLbls>
          <c:dLblPos val="outEnd"/>
          <c:showLegendKey val="0"/>
          <c:showVal val="1"/>
          <c:showCatName val="0"/>
          <c:showSerName val="0"/>
          <c:showPercent val="0"/>
          <c:showBubbleSize val="0"/>
        </c:dLbls>
        <c:gapWidth val="80"/>
        <c:overlap val="25"/>
        <c:axId val="691195279"/>
        <c:axId val="691195759"/>
      </c:barChart>
      <c:catAx>
        <c:axId val="691195279"/>
        <c:scaling>
          <c:orientation val="minMax"/>
        </c:scaling>
        <c:delete val="0"/>
        <c:axPos val="b"/>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IN"/>
                  <a:t>Rating </a:t>
                </a:r>
              </a:p>
            </c:rich>
          </c:tx>
          <c:layout>
            <c:manualLayout>
              <c:xMode val="edge"/>
              <c:yMode val="edge"/>
              <c:x val="0.4953331943423348"/>
              <c:y val="0.92466850518235422"/>
            </c:manualLayout>
          </c:layout>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cap="none" spc="20" normalizeH="0" baseline="0">
                <a:solidFill>
                  <a:schemeClr val="tx1">
                    <a:lumMod val="65000"/>
                    <a:lumOff val="35000"/>
                  </a:schemeClr>
                </a:solidFill>
                <a:latin typeface="+mn-lt"/>
                <a:ea typeface="+mn-ea"/>
                <a:cs typeface="+mn-cs"/>
              </a:defRPr>
            </a:pPr>
            <a:endParaRPr lang="en-US"/>
          </a:p>
        </c:txPr>
        <c:crossAx val="691195759"/>
        <c:crosses val="autoZero"/>
        <c:auto val="1"/>
        <c:lblAlgn val="ctr"/>
        <c:lblOffset val="100"/>
        <c:noMultiLvlLbl val="0"/>
      </c:catAx>
      <c:valAx>
        <c:axId val="691195759"/>
        <c:scaling>
          <c:orientation val="minMax"/>
        </c:scaling>
        <c:delete val="0"/>
        <c:axPos val="l"/>
        <c:majorGridlines>
          <c:spPr>
            <a:ln w="9525" cap="flat" cmpd="sng" algn="ctr">
              <a:solidFill>
                <a:schemeClr val="tx1">
                  <a:lumMod val="5000"/>
                  <a:lumOff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tx1">
                    <a:lumMod val="65000"/>
                    <a:lumOff val="35000"/>
                  </a:schemeClr>
                </a:solidFill>
                <a:latin typeface="+mn-lt"/>
                <a:ea typeface="+mn-ea"/>
                <a:cs typeface="+mn-cs"/>
              </a:defRPr>
            </a:pPr>
            <a:endParaRPr lang="en-US"/>
          </a:p>
        </c:txPr>
        <c:crossAx val="69119527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Astrosage (Bhushan Dhawas) NEW 16.xlsb]Pivot Table!PivotTable6</c:name>
    <c:fmtId val="33"/>
  </c:pivotSource>
  <c:chart>
    <c:title>
      <c:tx>
        <c:rich>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r>
              <a:rPr lang="en-IN"/>
              <a:t>Top 10 Guru’s based on Rating</a:t>
            </a:r>
          </a:p>
        </c:rich>
      </c:tx>
      <c:overlay val="0"/>
      <c:spPr>
        <a:noFill/>
        <a:ln>
          <a:noFill/>
        </a:ln>
        <a:effectLst/>
      </c:spPr>
      <c:txPr>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ivotFmts>
      <c:pivotFmt>
        <c:idx val="0"/>
        <c:spPr>
          <a:noFill/>
          <a:ln w="3175">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noFill/>
          <a:ln w="3175">
            <a:noFill/>
          </a:ln>
          <a:effectLst/>
        </c:spPr>
      </c:pivotFmt>
      <c:pivotFmt>
        <c:idx val="2"/>
      </c:pivotFmt>
      <c:pivotFmt>
        <c:idx val="3"/>
        <c:spPr>
          <a:noFill/>
          <a:ln w="3175">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noFill/>
          <a:ln w="3175">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noFill/>
          <a:ln w="3175">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noFill/>
          <a:ln w="3175">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48720187541639343"/>
          <c:y val="0.19403225806451616"/>
          <c:w val="0.43502031278228903"/>
          <c:h val="0.74145161290322581"/>
        </c:manualLayout>
      </c:layout>
      <c:barChart>
        <c:barDir val="bar"/>
        <c:grouping val="clustered"/>
        <c:varyColors val="0"/>
        <c:ser>
          <c:idx val="0"/>
          <c:order val="0"/>
          <c:tx>
            <c:strRef>
              <c:f>'Pivot Table'!$H$47</c:f>
              <c:strCache>
                <c:ptCount val="1"/>
                <c:pt idx="0">
                  <c:v>Total</c:v>
                </c:pt>
              </c:strCache>
            </c:strRef>
          </c:tx>
          <c:spPr>
            <a:solidFill>
              <a:schemeClr val="accent1"/>
            </a:solidFill>
            <a:ln>
              <a:noFill/>
            </a:ln>
            <a:effectLst/>
          </c:spPr>
          <c:invertIfNegative val="0"/>
          <c:cat>
            <c:strRef>
              <c:f>'Pivot Table'!$G$48:$G$57</c:f>
              <c:strCache>
                <c:ptCount val="10"/>
                <c:pt idx="0">
                  <c:v>Tarot Bee Riya</c:v>
                </c:pt>
                <c:pt idx="1">
                  <c:v>Astro Sonam S</c:v>
                </c:pt>
                <c:pt idx="2">
                  <c:v>Astro  Ruchi</c:v>
                </c:pt>
                <c:pt idx="3">
                  <c:v>Astro Dr Balkrisna</c:v>
                </c:pt>
                <c:pt idx="4">
                  <c:v>Tarot  Gurpreet</c:v>
                </c:pt>
                <c:pt idx="5">
                  <c:v>Astro Divya</c:v>
                </c:pt>
                <c:pt idx="6">
                  <c:v>Astro  Brejesh</c:v>
                </c:pt>
                <c:pt idx="7">
                  <c:v>Astro Shalini</c:v>
                </c:pt>
                <c:pt idx="8">
                  <c:v>Astro  Sakthi</c:v>
                </c:pt>
                <c:pt idx="9">
                  <c:v>Astro Krishaa</c:v>
                </c:pt>
              </c:strCache>
            </c:strRef>
          </c:cat>
          <c:val>
            <c:numRef>
              <c:f>'Pivot Table'!$H$48:$H$57</c:f>
              <c:numCache>
                <c:formatCode>General</c:formatCode>
                <c:ptCount val="10"/>
                <c:pt idx="0">
                  <c:v>743</c:v>
                </c:pt>
                <c:pt idx="1">
                  <c:v>752</c:v>
                </c:pt>
                <c:pt idx="2">
                  <c:v>777</c:v>
                </c:pt>
                <c:pt idx="3">
                  <c:v>967</c:v>
                </c:pt>
                <c:pt idx="4">
                  <c:v>1000</c:v>
                </c:pt>
                <c:pt idx="5">
                  <c:v>1056</c:v>
                </c:pt>
                <c:pt idx="6">
                  <c:v>1070</c:v>
                </c:pt>
                <c:pt idx="7">
                  <c:v>1321</c:v>
                </c:pt>
                <c:pt idx="8">
                  <c:v>1450</c:v>
                </c:pt>
                <c:pt idx="9">
                  <c:v>1580</c:v>
                </c:pt>
              </c:numCache>
            </c:numRef>
          </c:val>
          <c:extLst>
            <c:ext xmlns:c16="http://schemas.microsoft.com/office/drawing/2014/chart" uri="{C3380CC4-5D6E-409C-BE32-E72D297353CC}">
              <c16:uniqueId val="{00000000-F14D-4B56-8EBD-1DC476A5436A}"/>
            </c:ext>
          </c:extLst>
        </c:ser>
        <c:dLbls>
          <c:showLegendKey val="0"/>
          <c:showVal val="0"/>
          <c:showCatName val="0"/>
          <c:showSerName val="0"/>
          <c:showPercent val="0"/>
          <c:showBubbleSize val="0"/>
        </c:dLbls>
        <c:gapWidth val="269"/>
        <c:overlap val="-20"/>
        <c:axId val="653812767"/>
        <c:axId val="653807967"/>
      </c:barChart>
      <c:catAx>
        <c:axId val="653812767"/>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cap="none" spc="0" normalizeH="0" baseline="0">
                <a:solidFill>
                  <a:schemeClr val="tx1">
                    <a:lumMod val="65000"/>
                    <a:lumOff val="35000"/>
                  </a:schemeClr>
                </a:solidFill>
                <a:latin typeface="+mn-lt"/>
                <a:ea typeface="+mn-ea"/>
                <a:cs typeface="+mn-cs"/>
              </a:defRPr>
            </a:pPr>
            <a:endParaRPr lang="en-US"/>
          </a:p>
        </c:txPr>
        <c:crossAx val="653807967"/>
        <c:crosses val="autoZero"/>
        <c:auto val="1"/>
        <c:lblAlgn val="ctr"/>
        <c:lblOffset val="100"/>
        <c:noMultiLvlLbl val="0"/>
      </c:catAx>
      <c:valAx>
        <c:axId val="653807967"/>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381276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Astrosage (Bhushan Dhawas) NEW.xlsb]Pivot Table!PivotTable5</c:name>
    <c:fmtId val="13"/>
  </c:pivotSource>
  <c:chart>
    <c:title>
      <c:tx>
        <c:rich>
          <a:bodyPr rot="0" spcFirstLastPara="1" vertOverflow="ellipsis" vert="horz" wrap="square" anchor="ctr" anchorCtr="1"/>
          <a:lstStyle/>
          <a:p>
            <a:pPr>
              <a:defRPr lang="en-IN" sz="2000" b="1" i="0" u="none" strike="noStrike" kern="1200" spc="0" baseline="0" dirty="0">
                <a:solidFill>
                  <a:prstClr val="black">
                    <a:lumMod val="65000"/>
                    <a:lumOff val="35000"/>
                  </a:prstClr>
                </a:solidFill>
                <a:highlight>
                  <a:srgbClr val="FFFF00"/>
                </a:highlight>
                <a:latin typeface="+mn-lt"/>
                <a:ea typeface="+mn-ea"/>
                <a:cs typeface="+mn-cs"/>
              </a:defRPr>
            </a:pPr>
            <a:r>
              <a:rPr lang="en-IN" sz="2000" b="1" i="0" u="none" strike="noStrike" kern="1200" spc="0" baseline="0" dirty="0">
                <a:solidFill>
                  <a:prstClr val="black">
                    <a:lumMod val="65000"/>
                    <a:lumOff val="35000"/>
                  </a:prstClr>
                </a:solidFill>
                <a:highlight>
                  <a:srgbClr val="FFFF00"/>
                </a:highlight>
                <a:latin typeface="+mn-lt"/>
                <a:ea typeface="+mn-ea"/>
                <a:cs typeface="+mn-cs"/>
              </a:rPr>
              <a:t>Website distribution</a:t>
            </a:r>
          </a:p>
        </c:rich>
      </c:tx>
      <c:layout>
        <c:manualLayout>
          <c:xMode val="edge"/>
          <c:yMode val="edge"/>
          <c:x val="0.25135497001704493"/>
          <c:y val="2.9126210808977638E-2"/>
        </c:manualLayout>
      </c:layout>
      <c:overlay val="0"/>
      <c:spPr>
        <a:noFill/>
        <a:ln>
          <a:noFill/>
        </a:ln>
        <a:effectLst/>
      </c:spPr>
      <c:txPr>
        <a:bodyPr rot="0" spcFirstLastPara="1" vertOverflow="ellipsis" vert="horz" wrap="square" anchor="ctr" anchorCtr="1"/>
        <a:lstStyle/>
        <a:p>
          <a:pPr>
            <a:defRPr lang="en-IN" sz="2000" b="1" i="0" u="none" strike="noStrike" kern="1200" spc="0" baseline="0" dirty="0">
              <a:solidFill>
                <a:prstClr val="black">
                  <a:lumMod val="65000"/>
                  <a:lumOff val="35000"/>
                </a:prstClr>
              </a:solidFill>
              <a:highlight>
                <a:srgbClr val="FFFF00"/>
              </a:highlight>
              <a:latin typeface="+mn-lt"/>
              <a:ea typeface="+mn-ea"/>
              <a:cs typeface="+mn-cs"/>
            </a:defRPr>
          </a:pPr>
          <a:endParaRPr lang="en-US"/>
        </a:p>
      </c:txPr>
    </c:title>
    <c:autoTitleDeleted val="0"/>
    <c:pivotFmts>
      <c:pivotFmt>
        <c:idx val="0"/>
        <c:spPr>
          <a:solidFill>
            <a:schemeClr val="accent1"/>
          </a:solidFill>
          <a:ln>
            <a:noFill/>
          </a:ln>
          <a:effectLst>
            <a:outerShdw blurRad="317500" algn="ctr" rotWithShape="0">
              <a:prstClr val="black">
                <a:alpha val="25000"/>
              </a:prstClr>
            </a:outerShdw>
          </a:effectLst>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002060"/>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outerShdw blurRad="317500" algn="ctr" rotWithShape="0">
              <a:prstClr val="black">
                <a:alpha val="25000"/>
              </a:prstClr>
            </a:outerShdw>
          </a:effectLst>
        </c:spPr>
        <c:dLbl>
          <c:idx val="0"/>
          <c:layout>
            <c:manualLayout>
              <c:x val="-0.16185651793525815"/>
              <c:y val="0.18386191309419656"/>
            </c:manualLayout>
          </c:layout>
          <c:tx>
            <c:rich>
              <a:bodyPr rot="0" spcFirstLastPara="1" vertOverflow="ellipsis" vert="horz" wrap="square" lIns="38100" tIns="19050" rIns="38100" bIns="19050" anchor="ctr" anchorCtr="1">
                <a:spAutoFit/>
              </a:bodyPr>
              <a:lstStyle/>
              <a:p>
                <a:pPr>
                  <a:defRPr sz="1600" b="0" i="0" u="none" strike="noStrike" kern="1200" baseline="0">
                    <a:solidFill>
                      <a:srgbClr val="002060"/>
                    </a:solidFill>
                    <a:latin typeface="+mn-lt"/>
                    <a:ea typeface="+mn-ea"/>
                    <a:cs typeface="+mn-cs"/>
                  </a:defRPr>
                </a:pPr>
                <a:fld id="{2B84DD3F-4B04-4E07-AFA3-B46A7E24D1A9}" type="CATEGORYNAME">
                  <a:rPr lang="en-US" b="0"/>
                  <a:pPr>
                    <a:defRPr sz="1600" b="0" i="0" u="none" strike="noStrike" kern="1200" baseline="0">
                      <a:solidFill>
                        <a:srgbClr val="002060"/>
                      </a:solidFill>
                      <a:latin typeface="+mn-lt"/>
                      <a:ea typeface="+mn-ea"/>
                      <a:cs typeface="+mn-cs"/>
                    </a:defRPr>
                  </a:pPr>
                  <a:t>[CATEGORY NAME]</a:t>
                </a:fld>
                <a:r>
                  <a:rPr lang="en-US" b="0" baseline="0"/>
                  <a:t> </a:t>
                </a:r>
                <a:fld id="{21858188-8ED2-48E0-B3DD-FA621573ED3C}" type="PERCENTAGE">
                  <a:rPr lang="en-US" b="0" baseline="0"/>
                  <a:pPr>
                    <a:defRPr sz="1600" b="0" i="0" u="none" strike="noStrike" kern="1200" baseline="0">
                      <a:solidFill>
                        <a:srgbClr val="002060"/>
                      </a:solidFill>
                      <a:latin typeface="+mn-lt"/>
                      <a:ea typeface="+mn-ea"/>
                      <a:cs typeface="+mn-cs"/>
                    </a:defRPr>
                  </a:pPr>
                  <a:t>[PERCENTAGE]</a:t>
                </a:fld>
                <a:endParaRPr lang="en-US" b="0" baseline="0"/>
              </a:p>
            </c:rich>
          </c:tx>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002060"/>
                  </a:solidFill>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2"/>
        <c:spPr>
          <a:solidFill>
            <a:schemeClr val="accent2"/>
          </a:solidFill>
          <a:ln>
            <a:noFill/>
          </a:ln>
          <a:effectLst>
            <a:outerShdw blurRad="317500" algn="ctr" rotWithShape="0">
              <a:prstClr val="black">
                <a:alpha val="25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002060"/>
                  </a:solidFill>
                  <a:latin typeface="+mn-lt"/>
                  <a:ea typeface="+mn-ea"/>
                  <a:cs typeface="+mn-cs"/>
                </a:defRPr>
              </a:pPr>
              <a:endParaRPr lang="en-US"/>
            </a:p>
          </c:txPr>
          <c:dLblPos val="inEnd"/>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a:outerShdw blurRad="317500" algn="ctr" rotWithShape="0">
              <a:prstClr val="black">
                <a:alpha val="25000"/>
              </a:prstClr>
            </a:outerShdw>
          </a:effectLst>
        </c:spPr>
        <c:dLbl>
          <c:idx val="0"/>
          <c:tx>
            <c:rich>
              <a:bodyPr rot="0" spcFirstLastPara="1" vertOverflow="ellipsis" vert="horz" wrap="square" lIns="38100" tIns="19050" rIns="38100" bIns="19050" anchor="ctr" anchorCtr="1">
                <a:spAutoFit/>
              </a:bodyPr>
              <a:lstStyle/>
              <a:p>
                <a:pPr>
                  <a:defRPr sz="1600" b="0" i="0" u="none" strike="noStrike" kern="1200" baseline="0">
                    <a:solidFill>
                      <a:srgbClr val="002060"/>
                    </a:solidFill>
                    <a:latin typeface="+mn-lt"/>
                    <a:ea typeface="+mn-ea"/>
                    <a:cs typeface="+mn-cs"/>
                  </a:defRPr>
                </a:pPr>
                <a:fld id="{1955A60C-20B9-4D2C-99B6-72489CB88467}" type="CATEGORYNAME">
                  <a:rPr lang="en-US" b="0"/>
                  <a:pPr>
                    <a:defRPr sz="1600" b="0" i="0" u="none" strike="noStrike" kern="1200" baseline="0">
                      <a:solidFill>
                        <a:srgbClr val="002060"/>
                      </a:solidFill>
                      <a:latin typeface="+mn-lt"/>
                      <a:ea typeface="+mn-ea"/>
                      <a:cs typeface="+mn-cs"/>
                    </a:defRPr>
                  </a:pPr>
                  <a:t>[CATEGORY NAME]</a:t>
                </a:fld>
                <a:r>
                  <a:rPr lang="en-US" b="0" baseline="0"/>
                  <a:t> </a:t>
                </a:r>
                <a:fld id="{E96A8C46-A278-4CCC-8EE4-2552D62641B9}" type="PERCENTAGE">
                  <a:rPr lang="en-US" b="0" baseline="0"/>
                  <a:pPr>
                    <a:defRPr sz="1600" b="0" i="0" u="none" strike="noStrike" kern="1200" baseline="0">
                      <a:solidFill>
                        <a:srgbClr val="002060"/>
                      </a:solidFill>
                      <a:latin typeface="+mn-lt"/>
                      <a:ea typeface="+mn-ea"/>
                      <a:cs typeface="+mn-cs"/>
                    </a:defRPr>
                  </a:pPr>
                  <a:t>[PERCENTAGE]</a:t>
                </a:fld>
                <a:endParaRPr lang="en-US" b="0" baseline="0"/>
              </a:p>
            </c:rich>
          </c:tx>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002060"/>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4"/>
        <c:spPr>
          <a:solidFill>
            <a:schemeClr val="accent1"/>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002060"/>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5"/>
        <c:spPr>
          <a:solidFill>
            <a:schemeClr val="accent1"/>
          </a:solidFill>
          <a:ln>
            <a:noFill/>
          </a:ln>
          <a:effectLst>
            <a:outerShdw blurRad="317500" algn="ctr" rotWithShape="0">
              <a:prstClr val="black">
                <a:alpha val="25000"/>
              </a:prstClr>
            </a:outerShdw>
          </a:effectLst>
        </c:spPr>
        <c:dLbl>
          <c:idx val="0"/>
          <c:layout>
            <c:manualLayout>
              <c:x val="-0.16185651793525815"/>
              <c:y val="0.18386191309419656"/>
            </c:manualLayout>
          </c:layout>
          <c:tx>
            <c:rich>
              <a:bodyPr rot="0" spcFirstLastPara="1" vertOverflow="ellipsis" vert="horz" wrap="square" lIns="38100" tIns="19050" rIns="38100" bIns="19050" anchor="ctr" anchorCtr="1">
                <a:spAutoFit/>
              </a:bodyPr>
              <a:lstStyle/>
              <a:p>
                <a:pPr>
                  <a:defRPr sz="1600" b="0" i="0" u="none" strike="noStrike" kern="1200" baseline="0">
                    <a:solidFill>
                      <a:srgbClr val="002060"/>
                    </a:solidFill>
                    <a:latin typeface="+mn-lt"/>
                    <a:ea typeface="+mn-ea"/>
                    <a:cs typeface="+mn-cs"/>
                  </a:defRPr>
                </a:pPr>
                <a:fld id="{2B84DD3F-4B04-4E07-AFA3-B46A7E24D1A9}" type="CATEGORYNAME">
                  <a:rPr lang="en-US" b="0"/>
                  <a:pPr>
                    <a:defRPr sz="1600" b="0" i="0" u="none" strike="noStrike" kern="1200" baseline="0">
                      <a:solidFill>
                        <a:srgbClr val="002060"/>
                      </a:solidFill>
                      <a:latin typeface="+mn-lt"/>
                      <a:ea typeface="+mn-ea"/>
                      <a:cs typeface="+mn-cs"/>
                    </a:defRPr>
                  </a:pPr>
                  <a:t>[CATEGORY NAME]</a:t>
                </a:fld>
                <a:r>
                  <a:rPr lang="en-US" b="0" baseline="0"/>
                  <a:t> </a:t>
                </a:r>
                <a:fld id="{21858188-8ED2-48E0-B3DD-FA621573ED3C}" type="PERCENTAGE">
                  <a:rPr lang="en-US" b="0" baseline="0"/>
                  <a:pPr>
                    <a:defRPr sz="1600" b="0" i="0" u="none" strike="noStrike" kern="1200" baseline="0">
                      <a:solidFill>
                        <a:srgbClr val="002060"/>
                      </a:solidFill>
                      <a:latin typeface="+mn-lt"/>
                      <a:ea typeface="+mn-ea"/>
                      <a:cs typeface="+mn-cs"/>
                    </a:defRPr>
                  </a:pPr>
                  <a:t>[PERCENTAGE]</a:t>
                </a:fld>
                <a:endParaRPr lang="en-US" b="0" baseline="0"/>
              </a:p>
            </c:rich>
          </c:tx>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002060"/>
                  </a:solidFill>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6"/>
        <c:spPr>
          <a:solidFill>
            <a:schemeClr val="accent1"/>
          </a:solidFill>
          <a:ln>
            <a:noFill/>
          </a:ln>
          <a:effectLst>
            <a:outerShdw blurRad="317500" algn="ctr" rotWithShape="0">
              <a:prstClr val="black">
                <a:alpha val="25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00206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outerShdw blurRad="317500" algn="ctr" rotWithShape="0">
              <a:prstClr val="black">
                <a:alpha val="25000"/>
              </a:prstClr>
            </a:outerShdw>
          </a:effectLst>
        </c:spPr>
        <c:dLbl>
          <c:idx val="0"/>
          <c:tx>
            <c:rich>
              <a:bodyPr rot="0" spcFirstLastPara="1" vertOverflow="ellipsis" vert="horz" wrap="square" lIns="38100" tIns="19050" rIns="38100" bIns="19050" anchor="ctr" anchorCtr="1">
                <a:spAutoFit/>
              </a:bodyPr>
              <a:lstStyle/>
              <a:p>
                <a:pPr>
                  <a:defRPr sz="1600" b="0" i="0" u="none" strike="noStrike" kern="1200" baseline="0">
                    <a:solidFill>
                      <a:srgbClr val="002060"/>
                    </a:solidFill>
                    <a:latin typeface="+mn-lt"/>
                    <a:ea typeface="+mn-ea"/>
                    <a:cs typeface="+mn-cs"/>
                  </a:defRPr>
                </a:pPr>
                <a:fld id="{1955A60C-20B9-4D2C-99B6-72489CB88467}" type="CATEGORYNAME">
                  <a:rPr lang="en-US" b="0"/>
                  <a:pPr>
                    <a:defRPr sz="1600" b="0" i="0" u="none" strike="noStrike" kern="1200" baseline="0">
                      <a:solidFill>
                        <a:srgbClr val="002060"/>
                      </a:solidFill>
                      <a:latin typeface="+mn-lt"/>
                      <a:ea typeface="+mn-ea"/>
                      <a:cs typeface="+mn-cs"/>
                    </a:defRPr>
                  </a:pPr>
                  <a:t>[CATEGORY NAME]</a:t>
                </a:fld>
                <a:r>
                  <a:rPr lang="en-US" b="0" baseline="0"/>
                  <a:t> </a:t>
                </a:r>
                <a:fld id="{E96A8C46-A278-4CCC-8EE4-2552D62641B9}" type="PERCENTAGE">
                  <a:rPr lang="en-US" b="0" baseline="0"/>
                  <a:pPr>
                    <a:defRPr sz="1600" b="0" i="0" u="none" strike="noStrike" kern="1200" baseline="0">
                      <a:solidFill>
                        <a:srgbClr val="002060"/>
                      </a:solidFill>
                      <a:latin typeface="+mn-lt"/>
                      <a:ea typeface="+mn-ea"/>
                      <a:cs typeface="+mn-cs"/>
                    </a:defRPr>
                  </a:pPr>
                  <a:t>[PERCENTAGE]</a:t>
                </a:fld>
                <a:endParaRPr lang="en-US" b="0" baseline="0"/>
              </a:p>
            </c:rich>
          </c:tx>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002060"/>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8"/>
        <c:spPr>
          <a:solidFill>
            <a:schemeClr val="accent1"/>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9"/>
        <c:spPr>
          <a:solidFill>
            <a:schemeClr val="accent1"/>
          </a:solidFill>
          <a:ln>
            <a:noFill/>
          </a:ln>
          <a:effectLst>
            <a:outerShdw blurRad="317500" algn="ctr" rotWithShape="0">
              <a:prstClr val="black">
                <a:alpha val="25000"/>
              </a:prstClr>
            </a:outerShdw>
          </a:effectLst>
        </c:spPr>
        <c:dLbl>
          <c:idx val="0"/>
          <c:layout>
            <c:manualLayout>
              <c:x val="-0.19559464226890674"/>
              <c:y val="0.12396694214876033"/>
            </c:manualLayout>
          </c:layout>
          <c:tx>
            <c:rich>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fld id="{2B84DD3F-4B04-4E07-AFA3-B46A7E24D1A9}" type="CATEGORYNAME">
                  <a:rPr lang="en-US" b="0"/>
                  <a:pPr>
                    <a:defRPr sz="1400" b="0" i="0" u="none" strike="noStrike" kern="1200" baseline="0">
                      <a:solidFill>
                        <a:srgbClr val="002060"/>
                      </a:solidFill>
                      <a:latin typeface="+mn-lt"/>
                      <a:ea typeface="+mn-ea"/>
                      <a:cs typeface="+mn-cs"/>
                    </a:defRPr>
                  </a:pPr>
                  <a:t>[CATEGORY NAME]</a:t>
                </a:fld>
                <a:r>
                  <a:rPr lang="en-US" b="0" baseline="0"/>
                  <a:t> </a:t>
                </a:r>
                <a:fld id="{21858188-8ED2-48E0-B3DD-FA621573ED3C}" type="PERCENTAGE">
                  <a:rPr lang="en-US" b="0" baseline="0"/>
                  <a:pPr>
                    <a:defRPr sz="1400" b="0" i="0" u="none" strike="noStrike" kern="1200" baseline="0">
                      <a:solidFill>
                        <a:srgbClr val="002060"/>
                      </a:solidFill>
                      <a:latin typeface="+mn-lt"/>
                      <a:ea typeface="+mn-ea"/>
                      <a:cs typeface="+mn-cs"/>
                    </a:defRPr>
                  </a:pPr>
                  <a:t>[PERCENTAGE]</a:t>
                </a:fld>
                <a:endParaRPr lang="en-US" b="0" baseline="0"/>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10"/>
        <c:spPr>
          <a:solidFill>
            <a:schemeClr val="accent1"/>
          </a:solidFill>
          <a:ln>
            <a:noFill/>
          </a:ln>
          <a:effectLst>
            <a:outerShdw blurRad="317500" algn="ctr" rotWithShape="0">
              <a:prstClr val="black">
                <a:alpha val="25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a:outerShdw blurRad="317500" algn="ctr" rotWithShape="0">
              <a:prstClr val="black">
                <a:alpha val="25000"/>
              </a:prstClr>
            </a:outerShdw>
          </a:effectLst>
        </c:spPr>
        <c:dLbl>
          <c:idx val="0"/>
          <c:tx>
            <c:rich>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fld id="{1955A60C-20B9-4D2C-99B6-72489CB88467}" type="CATEGORYNAME">
                  <a:rPr lang="en-US" sz="1400" b="0"/>
                  <a:pPr>
                    <a:defRPr sz="1400" b="0" i="0" u="none" strike="noStrike" kern="1200" baseline="0">
                      <a:solidFill>
                        <a:srgbClr val="002060"/>
                      </a:solidFill>
                      <a:latin typeface="+mn-lt"/>
                      <a:ea typeface="+mn-ea"/>
                      <a:cs typeface="+mn-cs"/>
                    </a:defRPr>
                  </a:pPr>
                  <a:t>[CATEGORY NAME]</a:t>
                </a:fld>
                <a:r>
                  <a:rPr lang="en-US" sz="1400" b="0" baseline="0"/>
                  <a:t> </a:t>
                </a:r>
                <a:fld id="{E96A8C46-A278-4CCC-8EE4-2552D62641B9}" type="PERCENTAGE">
                  <a:rPr lang="en-US" sz="1400" b="0" baseline="0"/>
                  <a:pPr>
                    <a:defRPr sz="1400" b="0" i="0" u="none" strike="noStrike" kern="1200" baseline="0">
                      <a:solidFill>
                        <a:srgbClr val="002060"/>
                      </a:solidFill>
                      <a:latin typeface="+mn-lt"/>
                      <a:ea typeface="+mn-ea"/>
                      <a:cs typeface="+mn-cs"/>
                    </a:defRPr>
                  </a:pPr>
                  <a:t>[PERCENTAGE]</a:t>
                </a:fld>
                <a:endParaRPr lang="en-US" sz="1400" b="0" baseline="0"/>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12"/>
        <c:spPr>
          <a:solidFill>
            <a:schemeClr val="accent1"/>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13"/>
        <c:spPr>
          <a:solidFill>
            <a:schemeClr val="accent1"/>
          </a:solidFill>
          <a:ln>
            <a:noFill/>
          </a:ln>
          <a:effectLst>
            <a:outerShdw blurRad="317500" algn="ctr" rotWithShape="0">
              <a:prstClr val="black">
                <a:alpha val="25000"/>
              </a:prstClr>
            </a:outerShdw>
          </a:effectLst>
        </c:spPr>
        <c:dLbl>
          <c:idx val="0"/>
          <c:layout>
            <c:manualLayout>
              <c:x val="-0.19559464226890674"/>
              <c:y val="0.12396694214876033"/>
            </c:manualLayout>
          </c:layout>
          <c:tx>
            <c:rich>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fld id="{2B84DD3F-4B04-4E07-AFA3-B46A7E24D1A9}" type="CATEGORYNAME">
                  <a:rPr lang="en-US" b="0"/>
                  <a:pPr>
                    <a:defRPr sz="1400" b="0" i="0" u="none" strike="noStrike" kern="1200" baseline="0">
                      <a:solidFill>
                        <a:srgbClr val="002060"/>
                      </a:solidFill>
                      <a:latin typeface="+mn-lt"/>
                      <a:ea typeface="+mn-ea"/>
                      <a:cs typeface="+mn-cs"/>
                    </a:defRPr>
                  </a:pPr>
                  <a:t>[CATEGORY NAME]</a:t>
                </a:fld>
                <a:r>
                  <a:rPr lang="en-US" b="0" baseline="0"/>
                  <a:t> </a:t>
                </a:r>
                <a:fld id="{21858188-8ED2-48E0-B3DD-FA621573ED3C}" type="PERCENTAGE">
                  <a:rPr lang="en-US" b="0" baseline="0"/>
                  <a:pPr>
                    <a:defRPr sz="1400" b="0" i="0" u="none" strike="noStrike" kern="1200" baseline="0">
                      <a:solidFill>
                        <a:srgbClr val="002060"/>
                      </a:solidFill>
                      <a:latin typeface="+mn-lt"/>
                      <a:ea typeface="+mn-ea"/>
                      <a:cs typeface="+mn-cs"/>
                    </a:defRPr>
                  </a:pPr>
                  <a:t>[PERCENTAGE]</a:t>
                </a:fld>
                <a:endParaRPr lang="en-US" b="0" baseline="0"/>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14"/>
        <c:spPr>
          <a:solidFill>
            <a:schemeClr val="accent1"/>
          </a:solidFill>
          <a:ln>
            <a:noFill/>
          </a:ln>
          <a:effectLst>
            <a:outerShdw blurRad="317500" algn="ctr" rotWithShape="0">
              <a:prstClr val="black">
                <a:alpha val="25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a:outerShdw blurRad="317500" algn="ctr" rotWithShape="0">
              <a:prstClr val="black">
                <a:alpha val="25000"/>
              </a:prstClr>
            </a:outerShdw>
          </a:effectLst>
        </c:spPr>
        <c:dLbl>
          <c:idx val="0"/>
          <c:tx>
            <c:rich>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fld id="{1955A60C-20B9-4D2C-99B6-72489CB88467}" type="CATEGORYNAME">
                  <a:rPr lang="en-US" sz="1400" b="0"/>
                  <a:pPr>
                    <a:defRPr sz="1400" b="0" i="0" u="none" strike="noStrike" kern="1200" baseline="0">
                      <a:solidFill>
                        <a:srgbClr val="002060"/>
                      </a:solidFill>
                      <a:latin typeface="+mn-lt"/>
                      <a:ea typeface="+mn-ea"/>
                      <a:cs typeface="+mn-cs"/>
                    </a:defRPr>
                  </a:pPr>
                  <a:t>[CATEGORY NAME]</a:t>
                </a:fld>
                <a:r>
                  <a:rPr lang="en-US" sz="1400" b="0" baseline="0"/>
                  <a:t> </a:t>
                </a:r>
                <a:fld id="{E96A8C46-A278-4CCC-8EE4-2552D62641B9}" type="PERCENTAGE">
                  <a:rPr lang="en-US" sz="1400" b="0" baseline="0"/>
                  <a:pPr>
                    <a:defRPr sz="1400" b="0" i="0" u="none" strike="noStrike" kern="1200" baseline="0">
                      <a:solidFill>
                        <a:srgbClr val="002060"/>
                      </a:solidFill>
                      <a:latin typeface="+mn-lt"/>
                      <a:ea typeface="+mn-ea"/>
                      <a:cs typeface="+mn-cs"/>
                    </a:defRPr>
                  </a:pPr>
                  <a:t>[PERCENTAGE]</a:t>
                </a:fld>
                <a:endParaRPr lang="en-US" sz="1400" b="0" baseline="0"/>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16"/>
        <c:spPr>
          <a:solidFill>
            <a:schemeClr val="accent1"/>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17"/>
        <c:spPr>
          <a:solidFill>
            <a:schemeClr val="accent1"/>
          </a:solidFill>
          <a:ln>
            <a:noFill/>
          </a:ln>
          <a:effectLst>
            <a:outerShdw blurRad="317500" algn="ctr" rotWithShape="0">
              <a:prstClr val="black">
                <a:alpha val="25000"/>
              </a:prstClr>
            </a:outerShdw>
          </a:effectLst>
        </c:spPr>
        <c:dLbl>
          <c:idx val="0"/>
          <c:layout>
            <c:manualLayout>
              <c:x val="-0.19559464226890674"/>
              <c:y val="0.12396694214876033"/>
            </c:manualLayout>
          </c:layout>
          <c:tx>
            <c:rich>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fld id="{2B84DD3F-4B04-4E07-AFA3-B46A7E24D1A9}" type="CATEGORYNAME">
                  <a:rPr lang="en-US" b="0"/>
                  <a:pPr>
                    <a:defRPr sz="1400" b="0" i="0" u="none" strike="noStrike" kern="1200" baseline="0">
                      <a:solidFill>
                        <a:srgbClr val="002060"/>
                      </a:solidFill>
                      <a:latin typeface="+mn-lt"/>
                      <a:ea typeface="+mn-ea"/>
                      <a:cs typeface="+mn-cs"/>
                    </a:defRPr>
                  </a:pPr>
                  <a:t>[CATEGORY NAME]</a:t>
                </a:fld>
                <a:r>
                  <a:rPr lang="en-US" b="0" baseline="0"/>
                  <a:t> </a:t>
                </a:r>
                <a:fld id="{21858188-8ED2-48E0-B3DD-FA621573ED3C}" type="PERCENTAGE">
                  <a:rPr lang="en-US" b="0" baseline="0"/>
                  <a:pPr>
                    <a:defRPr sz="1400" b="0" i="0" u="none" strike="noStrike" kern="1200" baseline="0">
                      <a:solidFill>
                        <a:srgbClr val="002060"/>
                      </a:solidFill>
                      <a:latin typeface="+mn-lt"/>
                      <a:ea typeface="+mn-ea"/>
                      <a:cs typeface="+mn-cs"/>
                    </a:defRPr>
                  </a:pPr>
                  <a:t>[PERCENTAGE]</a:t>
                </a:fld>
                <a:endParaRPr lang="en-US" b="0" baseline="0"/>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18"/>
        <c:spPr>
          <a:solidFill>
            <a:schemeClr val="accent1"/>
          </a:solidFill>
          <a:ln>
            <a:noFill/>
          </a:ln>
          <a:effectLst>
            <a:outerShdw blurRad="317500" algn="ctr" rotWithShape="0">
              <a:prstClr val="black">
                <a:alpha val="25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a:outerShdw blurRad="317500" algn="ctr" rotWithShape="0">
              <a:prstClr val="black">
                <a:alpha val="25000"/>
              </a:prstClr>
            </a:outerShdw>
          </a:effectLst>
        </c:spPr>
        <c:dLbl>
          <c:idx val="0"/>
          <c:tx>
            <c:rich>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fld id="{1955A60C-20B9-4D2C-99B6-72489CB88467}" type="CATEGORYNAME">
                  <a:rPr lang="en-US" sz="1400" b="0"/>
                  <a:pPr>
                    <a:defRPr sz="1400" b="0" i="0" u="none" strike="noStrike" kern="1200" baseline="0">
                      <a:solidFill>
                        <a:srgbClr val="002060"/>
                      </a:solidFill>
                      <a:latin typeface="+mn-lt"/>
                      <a:ea typeface="+mn-ea"/>
                      <a:cs typeface="+mn-cs"/>
                    </a:defRPr>
                  </a:pPr>
                  <a:t>[CATEGORY NAME]</a:t>
                </a:fld>
                <a:r>
                  <a:rPr lang="en-US" sz="1400" b="0" baseline="0"/>
                  <a:t> </a:t>
                </a:r>
                <a:fld id="{E96A8C46-A278-4CCC-8EE4-2552D62641B9}" type="PERCENTAGE">
                  <a:rPr lang="en-US" sz="1400" b="0" baseline="0"/>
                  <a:pPr>
                    <a:defRPr sz="1400" b="0" i="0" u="none" strike="noStrike" kern="1200" baseline="0">
                      <a:solidFill>
                        <a:srgbClr val="002060"/>
                      </a:solidFill>
                      <a:latin typeface="+mn-lt"/>
                      <a:ea typeface="+mn-ea"/>
                      <a:cs typeface="+mn-cs"/>
                    </a:defRPr>
                  </a:pPr>
                  <a:t>[PERCENTAGE]</a:t>
                </a:fld>
                <a:endParaRPr lang="en-US" sz="1400" b="0" baseline="0"/>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002060"/>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s>
    <c:plotArea>
      <c:layout/>
      <c:pieChart>
        <c:varyColors val="1"/>
        <c:dLbls>
          <c:dLblPos val="inEnd"/>
          <c:showLegendKey val="0"/>
          <c:showVal val="0"/>
          <c:showCatName val="1"/>
          <c:showSerName val="0"/>
          <c:showPercent val="0"/>
          <c:showBubbleSize val="0"/>
          <c:showLeaderLines val="0"/>
        </c:dLbls>
        <c:firstSliceAng val="0"/>
      </c:pieChart>
      <c:spPr>
        <a:noFill/>
        <a:ln>
          <a:noFill/>
        </a:ln>
        <a:effectLst/>
      </c:spPr>
    </c:plotArea>
    <c:legend>
      <c:legendPos val="r"/>
      <c:layout>
        <c:manualLayout>
          <c:xMode val="edge"/>
          <c:yMode val="edge"/>
          <c:x val="0.80174611740910551"/>
          <c:y val="0.46867054614798703"/>
          <c:w val="0.11182637265592482"/>
          <c:h val="0.18431559281442619"/>
        </c:manualLayout>
      </c:layout>
      <c:overlay val="0"/>
      <c:spPr>
        <a:solidFill>
          <a:schemeClr val="lt1">
            <a:alpha val="78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[EXCEL_PRANAY SANYAL (version 2).xlsb]Pivot Table!PivotTable3</c:name>
    <c:fmtId val="35"/>
  </c:pivotSource>
  <c:chart>
    <c:autoTitleDeleted val="1"/>
    <c:pivotFmts>
      <c:pivotFmt>
        <c:idx val="0"/>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1"/>
        <c:dLbl>
          <c:idx val="0"/>
          <c:layout>
            <c:manualLayout>
              <c:x val="-0.18315791637671708"/>
              <c:y val="0.16434807650751837"/>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20101417322834644"/>
                  <c:h val="0.21083484035189051"/>
                </c:manualLayout>
              </c15:layout>
            </c:ext>
          </c:extLst>
        </c:dLbl>
      </c:pivotFmt>
      <c:pivotFmt>
        <c:idx val="2"/>
        <c:dLbl>
          <c:idx val="0"/>
          <c:layout>
            <c:manualLayout>
              <c:x val="-6.3157728968089522E-2"/>
              <c:y val="-9.5651095140540795E-17"/>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20081288086161986"/>
                  <c:h val="0.20668721853809477"/>
                </c:manualLayout>
              </c15:layout>
            </c:ext>
          </c:extLst>
        </c:dLbl>
      </c:pivotFmt>
      <c:pivotFmt>
        <c:idx val="3"/>
        <c:dLbl>
          <c:idx val="0"/>
          <c:layout>
            <c:manualLayout>
              <c:x val="0.23999999999999996"/>
              <c:y val="-0.15913047836507446"/>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31176825528387903"/>
                  <c:h val="0.20040005488532822"/>
                </c:manualLayout>
              </c15:layout>
            </c:ext>
          </c:extLst>
        </c:dLbl>
      </c:pivotFmt>
      <c:pivotFmt>
        <c:idx val="4"/>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5"/>
        <c:dLbl>
          <c:idx val="0"/>
          <c:layout>
            <c:manualLayout>
              <c:x val="-0.18315791637671708"/>
              <c:y val="0.16434807650751837"/>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20101417322834644"/>
                  <c:h val="0.21083484035189051"/>
                </c:manualLayout>
              </c15:layout>
            </c:ext>
          </c:extLst>
        </c:dLbl>
      </c:pivotFmt>
      <c:pivotFmt>
        <c:idx val="6"/>
        <c:dLbl>
          <c:idx val="0"/>
          <c:layout>
            <c:manualLayout>
              <c:x val="-6.3157728968089522E-2"/>
              <c:y val="-9.5651095140540795E-17"/>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20081288086161986"/>
                  <c:h val="0.20668721853809477"/>
                </c:manualLayout>
              </c15:layout>
            </c:ext>
          </c:extLst>
        </c:dLbl>
      </c:pivotFmt>
      <c:pivotFmt>
        <c:idx val="7"/>
        <c:dLbl>
          <c:idx val="0"/>
          <c:layout>
            <c:manualLayout>
              <c:x val="0.23999999999999996"/>
              <c:y val="-0.15913047836507446"/>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31176825528387903"/>
                  <c:h val="0.20040005488532822"/>
                </c:manualLayout>
              </c15:layout>
            </c:ext>
          </c:extLst>
        </c:dLbl>
      </c:pivotFmt>
      <c:pivotFmt>
        <c:idx val="8"/>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spc="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9"/>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scene3d>
            <a:camera prst="orthographicFront"/>
            <a:lightRig rig="brightRoom" dir="t"/>
          </a:scene3d>
          <a:sp3d prstMaterial="flat">
            <a:bevelT w="50800" h="101600" prst="angle"/>
            <a:contourClr>
              <a:srgbClr val="000000"/>
            </a:contourClr>
          </a:sp3d>
        </c:spPr>
        <c:dLbl>
          <c:idx val="0"/>
          <c:layout>
            <c:manualLayout>
              <c:x val="-0.18303022968739513"/>
              <c:y val="0.22006704697650503"/>
            </c:manualLayout>
          </c:layout>
          <c:tx>
            <c:rich>
              <a:bodyPr rot="0" spcFirstLastPara="1" vertOverflow="ellipsis" vert="horz" wrap="square" lIns="38100" tIns="19050" rIns="38100" bIns="19050" anchor="ctr" anchorCtr="1">
                <a:noAutofit/>
              </a:bodyPr>
              <a:lstStyle/>
              <a:p>
                <a:pPr>
                  <a:defRPr sz="1400" b="1" i="0" u="none" strike="noStrike" kern="1200" spc="0" baseline="0">
                    <a:solidFill>
                      <a:schemeClr val="lt1"/>
                    </a:solidFill>
                    <a:latin typeface="+mn-lt"/>
                    <a:ea typeface="+mn-ea"/>
                    <a:cs typeface="+mn-cs"/>
                  </a:defRPr>
                </a:pPr>
                <a:fld id="{41259EA2-9557-4E09-B8BC-DE340EF22241}" type="CATEGORYNAME">
                  <a:rPr lang="en-US" sz="1800">
                    <a:solidFill>
                      <a:schemeClr val="tx1"/>
                    </a:solidFill>
                  </a:rPr>
                  <a:pPr>
                    <a:defRPr sz="1400" b="1" i="0" u="none" strike="noStrike" kern="1200" baseline="0">
                      <a:solidFill>
                        <a:schemeClr val="lt1"/>
                      </a:solidFill>
                      <a:latin typeface="+mn-lt"/>
                      <a:ea typeface="+mn-ea"/>
                      <a:cs typeface="+mn-cs"/>
                    </a:defRPr>
                  </a:pPr>
                  <a:t>[CATEGORY NAME]</a:t>
                </a:fld>
                <a:r>
                  <a:rPr lang="en-US" baseline="0"/>
                  <a:t>
</a:t>
                </a:r>
                <a:fld id="{E2B96174-593B-4AAC-BA4B-14489490EDEC}" type="PERCENTAGE">
                  <a:rPr lang="en-US" sz="1800" baseline="0">
                    <a:solidFill>
                      <a:schemeClr val="tx1"/>
                    </a:solidFill>
                  </a:rPr>
                  <a:pPr>
                    <a:defRPr sz="1400" b="1" i="0" u="none" strike="noStrike" kern="1200" baseline="0">
                      <a:solidFill>
                        <a:schemeClr val="lt1"/>
                      </a:solidFill>
                      <a:latin typeface="+mn-lt"/>
                      <a:ea typeface="+mn-ea"/>
                      <a:cs typeface="+mn-cs"/>
                    </a:defRPr>
                  </a:pPr>
                  <a:t>[PERCENTAGE]</a:t>
                </a:fld>
                <a:endParaRPr lang="en-US" baseline="0"/>
              </a:p>
            </c:rich>
          </c:tx>
          <c:spPr>
            <a:noFill/>
            <a:ln>
              <a:noFill/>
            </a:ln>
            <a:effectLst/>
          </c:spPr>
          <c:txPr>
            <a:bodyPr rot="0" spcFirstLastPara="1" vertOverflow="ellipsis" vert="horz" wrap="square" lIns="38100" tIns="19050" rIns="38100" bIns="19050" anchor="ctr" anchorCtr="1">
              <a:noAutofit/>
            </a:bodyPr>
            <a:lstStyle/>
            <a:p>
              <a:pPr>
                <a:defRPr sz="1400" b="1" i="0" u="none" strike="noStrike" kern="1200" spc="0" baseline="0">
                  <a:solidFill>
                    <a:schemeClr val="lt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1061570657171125"/>
                  <c:h val="0.32328905442282563"/>
                </c:manualLayout>
              </c15:layout>
              <c15:dlblFieldTable/>
              <c15:showDataLabelsRange val="0"/>
            </c:ext>
          </c:extLst>
        </c:dLbl>
      </c:pivotFmt>
      <c:pivotFmt>
        <c:idx val="10"/>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spc="0" baseline="0">
                  <a:solidFill>
                    <a:schemeClr val="lt1"/>
                  </a:solidFill>
                  <a:latin typeface="+mn-lt"/>
                  <a:ea typeface="+mn-ea"/>
                  <a:cs typeface="+mn-cs"/>
                </a:defRPr>
              </a:pPr>
              <a:endParaRPr lang="en-US"/>
            </a:p>
          </c:txPr>
          <c:dLblPos val="inEnd"/>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scene3d>
            <a:camera prst="orthographicFront"/>
            <a:lightRig rig="brightRoom" dir="t"/>
          </a:scene3d>
          <a:sp3d prstMaterial="flat">
            <a:bevelT w="50800" h="101600" prst="angle"/>
            <a:contourClr>
              <a:srgbClr val="000000"/>
            </a:contourClr>
          </a:sp3d>
        </c:spPr>
        <c:dLbl>
          <c:idx val="0"/>
          <c:layout>
            <c:manualLayout>
              <c:x val="0.27334782363057947"/>
              <c:y val="-0.12931780551129707"/>
            </c:manualLayout>
          </c:layout>
          <c:spPr>
            <a:noFill/>
            <a:ln>
              <a:noFill/>
            </a:ln>
            <a:effectLst/>
          </c:spPr>
          <c:txPr>
            <a:bodyPr rot="0" spcFirstLastPara="1" vertOverflow="ellipsis" vert="horz" wrap="square" lIns="38100" tIns="19050" rIns="38100" bIns="19050" anchor="ctr" anchorCtr="1">
              <a:noAutofit/>
            </a:bodyPr>
            <a:lstStyle/>
            <a:p>
              <a:pPr>
                <a:defRPr sz="1400" b="1" i="0" u="none" strike="noStrike" kern="1200" spc="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214216168888917"/>
                  <c:h val="0.32198781750255873"/>
                </c:manualLayout>
              </c15:layout>
            </c:ext>
          </c:extLst>
        </c:dLbl>
      </c:pivotFmt>
      <c:pivotFmt>
        <c:idx val="12"/>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spc="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3"/>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scene3d>
            <a:camera prst="orthographicFront"/>
            <a:lightRig rig="brightRoom" dir="t"/>
          </a:scene3d>
          <a:sp3d prstMaterial="flat">
            <a:bevelT w="50800" h="101600" prst="angle"/>
            <a:contourClr>
              <a:srgbClr val="000000"/>
            </a:contourClr>
          </a:sp3d>
        </c:spPr>
        <c:dLbl>
          <c:idx val="0"/>
          <c:layout>
            <c:manualLayout>
              <c:x val="-0.18303022968739513"/>
              <c:y val="0.22006704697650503"/>
            </c:manualLayout>
          </c:layout>
          <c:tx>
            <c:rich>
              <a:bodyPr rot="0" spcFirstLastPara="1" vertOverflow="ellipsis" vert="horz" wrap="square" lIns="38100" tIns="19050" rIns="38100" bIns="19050" anchor="ctr" anchorCtr="1">
                <a:noAutofit/>
              </a:bodyPr>
              <a:lstStyle/>
              <a:p>
                <a:pPr>
                  <a:defRPr sz="1400" b="1" i="0" u="none" strike="noStrike" kern="1200" spc="0" baseline="0">
                    <a:solidFill>
                      <a:schemeClr val="lt1"/>
                    </a:solidFill>
                    <a:latin typeface="+mn-lt"/>
                    <a:ea typeface="+mn-ea"/>
                    <a:cs typeface="+mn-cs"/>
                  </a:defRPr>
                </a:pPr>
                <a:fld id="{41259EA2-9557-4E09-B8BC-DE340EF22241}" type="CATEGORYNAME">
                  <a:rPr lang="en-US" sz="1800">
                    <a:solidFill>
                      <a:schemeClr val="tx1"/>
                    </a:solidFill>
                  </a:rPr>
                  <a:pPr>
                    <a:defRPr sz="1400" b="1" i="0" u="none" strike="noStrike" kern="1200" baseline="0">
                      <a:solidFill>
                        <a:schemeClr val="lt1"/>
                      </a:solidFill>
                      <a:latin typeface="+mn-lt"/>
                      <a:ea typeface="+mn-ea"/>
                      <a:cs typeface="+mn-cs"/>
                    </a:defRPr>
                  </a:pPr>
                  <a:t>[CATEGORY NAME]</a:t>
                </a:fld>
                <a:r>
                  <a:rPr lang="en-US" baseline="0"/>
                  <a:t>
</a:t>
                </a:r>
                <a:fld id="{E2B96174-593B-4AAC-BA4B-14489490EDEC}" type="PERCENTAGE">
                  <a:rPr lang="en-US" sz="1800" baseline="0">
                    <a:solidFill>
                      <a:schemeClr val="tx1"/>
                    </a:solidFill>
                  </a:rPr>
                  <a:pPr>
                    <a:defRPr sz="1400" b="1" i="0" u="none" strike="noStrike" kern="1200" baseline="0">
                      <a:solidFill>
                        <a:schemeClr val="lt1"/>
                      </a:solidFill>
                      <a:latin typeface="+mn-lt"/>
                      <a:ea typeface="+mn-ea"/>
                      <a:cs typeface="+mn-cs"/>
                    </a:defRPr>
                  </a:pPr>
                  <a:t>[PERCENTAGE]</a:t>
                </a:fld>
                <a:endParaRPr lang="en-US" baseline="0"/>
              </a:p>
            </c:rich>
          </c:tx>
          <c:spPr>
            <a:noFill/>
            <a:ln>
              <a:noFill/>
            </a:ln>
            <a:effectLst/>
          </c:spPr>
          <c:txPr>
            <a:bodyPr rot="0" spcFirstLastPara="1" vertOverflow="ellipsis" vert="horz" wrap="square" lIns="38100" tIns="19050" rIns="38100" bIns="19050" anchor="ctr" anchorCtr="1">
              <a:noAutofit/>
            </a:bodyPr>
            <a:lstStyle/>
            <a:p>
              <a:pPr>
                <a:defRPr sz="1400" b="1" i="0" u="none" strike="noStrike" kern="1200" spc="0" baseline="0">
                  <a:solidFill>
                    <a:schemeClr val="lt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1061570657171125"/>
                  <c:h val="0.32328905442282563"/>
                </c:manualLayout>
              </c15:layout>
              <c15:dlblFieldTable/>
              <c15:showDataLabelsRange val="0"/>
            </c:ext>
          </c:extLst>
        </c:dLbl>
      </c:pivotFmt>
      <c:pivotFmt>
        <c:idx val="14"/>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spc="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scene3d>
            <a:camera prst="orthographicFront"/>
            <a:lightRig rig="brightRoom" dir="t"/>
          </a:scene3d>
          <a:sp3d prstMaterial="flat">
            <a:bevelT w="50800" h="101600" prst="angle"/>
            <a:contourClr>
              <a:srgbClr val="000000"/>
            </a:contourClr>
          </a:sp3d>
        </c:spPr>
        <c:dLbl>
          <c:idx val="0"/>
          <c:layout>
            <c:manualLayout>
              <c:x val="0.27334782363057947"/>
              <c:y val="-0.12931780551129707"/>
            </c:manualLayout>
          </c:layout>
          <c:spPr>
            <a:noFill/>
            <a:ln>
              <a:noFill/>
            </a:ln>
            <a:effectLst/>
          </c:spPr>
          <c:txPr>
            <a:bodyPr rot="0" spcFirstLastPara="1" vertOverflow="ellipsis" vert="horz" wrap="square" lIns="38100" tIns="19050" rIns="38100" bIns="19050" anchor="ctr" anchorCtr="1">
              <a:noAutofit/>
            </a:bodyPr>
            <a:lstStyle/>
            <a:p>
              <a:pPr>
                <a:defRPr sz="1400" b="1" i="0" u="none" strike="noStrike" kern="1200" spc="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214216168888917"/>
                  <c:h val="0.32198781750255873"/>
                </c:manualLayout>
              </c15:layout>
            </c:ext>
          </c:extLst>
        </c:dLbl>
      </c:pivotFmt>
      <c:pivotFmt>
        <c:idx val="16"/>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spc="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7"/>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scene3d>
            <a:camera prst="orthographicFront"/>
            <a:lightRig rig="brightRoom" dir="t"/>
          </a:scene3d>
          <a:sp3d prstMaterial="flat">
            <a:bevelT w="50800" h="101600" prst="angle"/>
            <a:contourClr>
              <a:srgbClr val="000000"/>
            </a:contourClr>
          </a:sp3d>
        </c:spPr>
        <c:dLbl>
          <c:idx val="0"/>
          <c:layout>
            <c:manualLayout>
              <c:x val="-0.18303022968739513"/>
              <c:y val="0.22006704697650503"/>
            </c:manualLayout>
          </c:layout>
          <c:tx>
            <c:rich>
              <a:bodyPr rot="0" spcFirstLastPara="1" vertOverflow="ellipsis" vert="horz" wrap="square" lIns="38100" tIns="19050" rIns="38100" bIns="19050" anchor="ctr" anchorCtr="1">
                <a:noAutofit/>
              </a:bodyPr>
              <a:lstStyle/>
              <a:p>
                <a:pPr>
                  <a:defRPr sz="1400" b="1" i="0" u="none" strike="noStrike" kern="1200" spc="0" baseline="0">
                    <a:solidFill>
                      <a:schemeClr val="lt1"/>
                    </a:solidFill>
                    <a:latin typeface="+mn-lt"/>
                    <a:ea typeface="+mn-ea"/>
                    <a:cs typeface="+mn-cs"/>
                  </a:defRPr>
                </a:pPr>
                <a:fld id="{41259EA2-9557-4E09-B8BC-DE340EF22241}" type="CATEGORYNAME">
                  <a:rPr lang="en-US" sz="1800">
                    <a:solidFill>
                      <a:schemeClr val="tx1"/>
                    </a:solidFill>
                  </a:rPr>
                  <a:pPr>
                    <a:defRPr sz="1400" b="1" i="0" u="none" strike="noStrike" kern="1200" baseline="0">
                      <a:solidFill>
                        <a:schemeClr val="lt1"/>
                      </a:solidFill>
                      <a:latin typeface="+mn-lt"/>
                      <a:ea typeface="+mn-ea"/>
                      <a:cs typeface="+mn-cs"/>
                    </a:defRPr>
                  </a:pPr>
                  <a:t>[CATEGORY NAME]</a:t>
                </a:fld>
                <a:r>
                  <a:rPr lang="en-US" baseline="0"/>
                  <a:t>
</a:t>
                </a:r>
                <a:fld id="{E2B96174-593B-4AAC-BA4B-14489490EDEC}" type="PERCENTAGE">
                  <a:rPr lang="en-US" sz="1800" baseline="0">
                    <a:solidFill>
                      <a:schemeClr val="tx1"/>
                    </a:solidFill>
                  </a:rPr>
                  <a:pPr>
                    <a:defRPr sz="1400" b="1" i="0" u="none" strike="noStrike" kern="1200" baseline="0">
                      <a:solidFill>
                        <a:schemeClr val="lt1"/>
                      </a:solidFill>
                      <a:latin typeface="+mn-lt"/>
                      <a:ea typeface="+mn-ea"/>
                      <a:cs typeface="+mn-cs"/>
                    </a:defRPr>
                  </a:pPr>
                  <a:t>[PERCENTAGE]</a:t>
                </a:fld>
                <a:endParaRPr lang="en-US" baseline="0"/>
              </a:p>
            </c:rich>
          </c:tx>
          <c:spPr>
            <a:noFill/>
            <a:ln>
              <a:noFill/>
            </a:ln>
            <a:effectLst/>
          </c:spPr>
          <c:txPr>
            <a:bodyPr rot="0" spcFirstLastPara="1" vertOverflow="ellipsis" vert="horz" wrap="square" lIns="38100" tIns="19050" rIns="38100" bIns="19050" anchor="ctr" anchorCtr="1">
              <a:noAutofit/>
            </a:bodyPr>
            <a:lstStyle/>
            <a:p>
              <a:pPr>
                <a:defRPr sz="1400" b="1" i="0" u="none" strike="noStrike" kern="1200" spc="0" baseline="0">
                  <a:solidFill>
                    <a:schemeClr val="lt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1061570657171125"/>
                  <c:h val="0.32328905442282563"/>
                </c:manualLayout>
              </c15:layout>
              <c15:dlblFieldTable/>
              <c15:showDataLabelsRange val="0"/>
            </c:ext>
          </c:extLst>
        </c:dLbl>
      </c:pivotFmt>
      <c:pivotFmt>
        <c:idx val="18"/>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spc="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scene3d>
            <a:camera prst="orthographicFront"/>
            <a:lightRig rig="brightRoom" dir="t"/>
          </a:scene3d>
          <a:sp3d prstMaterial="flat">
            <a:bevelT w="50800" h="101600" prst="angle"/>
            <a:contourClr>
              <a:srgbClr val="000000"/>
            </a:contourClr>
          </a:sp3d>
        </c:spPr>
        <c:dLbl>
          <c:idx val="0"/>
          <c:layout>
            <c:manualLayout>
              <c:x val="0.27334782363057947"/>
              <c:y val="-0.12931780551129707"/>
            </c:manualLayout>
          </c:layout>
          <c:spPr>
            <a:noFill/>
            <a:ln>
              <a:noFill/>
            </a:ln>
            <a:effectLst/>
          </c:spPr>
          <c:txPr>
            <a:bodyPr rot="0" spcFirstLastPara="1" vertOverflow="ellipsis" vert="horz" wrap="square" lIns="38100" tIns="19050" rIns="38100" bIns="19050" anchor="ctr" anchorCtr="1">
              <a:noAutofit/>
            </a:bodyPr>
            <a:lstStyle/>
            <a:p>
              <a:pPr>
                <a:defRPr sz="1400" b="1" i="0" u="none" strike="noStrike" kern="1200" spc="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214216168888917"/>
                  <c:h val="0.32198781750255873"/>
                </c:manualLayout>
              </c15:layout>
            </c:ext>
          </c:extLst>
        </c:dLbl>
      </c:pivotFmt>
    </c:pivotFmts>
    <c:plotArea>
      <c:layout>
        <c:manualLayout>
          <c:layoutTarget val="inner"/>
          <c:xMode val="edge"/>
          <c:yMode val="edge"/>
          <c:x val="0.11367963332941593"/>
          <c:y val="6.5388155876035595E-2"/>
          <c:w val="0.74876013632624283"/>
          <c:h val="0.93461184412396436"/>
        </c:manualLayout>
      </c:layout>
      <c:pieChart>
        <c:varyColors val="1"/>
        <c:ser>
          <c:idx val="0"/>
          <c:order val="0"/>
          <c:tx>
            <c:strRef>
              <c:f>'Pivot Table'!$U$19</c:f>
              <c:strCache>
                <c:ptCount val="1"/>
                <c:pt idx="0">
                  <c:v>Total</c:v>
                </c:pt>
              </c:strCache>
            </c:strRef>
          </c:tx>
          <c:dPt>
            <c:idx val="0"/>
            <c:bubble3D val="0"/>
            <c:spPr>
              <a:solidFill>
                <a:schemeClr val="bg2">
                  <a:lumMod val="60000"/>
                  <a:lumOff val="4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AB88-4D7D-98CC-F1D91971DCE6}"/>
              </c:ext>
            </c:extLst>
          </c:dPt>
          <c:dPt>
            <c:idx val="1"/>
            <c:bubble3D val="0"/>
            <c:spPr>
              <a:solidFill>
                <a:schemeClr val="dk1">
                  <a:tint val="55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AB88-4D7D-98CC-F1D91971DCE6}"/>
              </c:ext>
            </c:extLst>
          </c:dPt>
          <c:dPt>
            <c:idx val="2"/>
            <c:bubble3D val="0"/>
            <c:spPr>
              <a:solidFill>
                <a:srgbClr val="002060"/>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AB88-4D7D-98CC-F1D91971DCE6}"/>
              </c:ext>
            </c:extLst>
          </c:dPt>
          <c:dLbls>
            <c:dLbl>
              <c:idx val="0"/>
              <c:tx>
                <c:rich>
                  <a:bodyPr rot="0" spcFirstLastPara="1" vertOverflow="ellipsis" vert="horz" wrap="square" lIns="38100" tIns="19050" rIns="38100" bIns="19050" anchor="ctr" anchorCtr="1">
                    <a:spAutoFit/>
                  </a:bodyPr>
                  <a:lstStyle/>
                  <a:p>
                    <a:pPr>
                      <a:defRPr sz="1800" b="1" i="0" u="none" strike="noStrike" kern="1200" spc="0" baseline="0">
                        <a:solidFill>
                          <a:srgbClr val="030553"/>
                        </a:solidFill>
                        <a:latin typeface="+mn-lt"/>
                        <a:ea typeface="+mn-ea"/>
                        <a:cs typeface="+mn-cs"/>
                      </a:defRPr>
                    </a:pPr>
                    <a:fld id="{41259EA2-9557-4E09-B8BC-DE340EF22241}" type="CATEGORYNAME">
                      <a:rPr lang="en-US"/>
                      <a:pPr>
                        <a:defRPr sz="1800" b="1">
                          <a:solidFill>
                            <a:srgbClr val="030553"/>
                          </a:solidFill>
                        </a:defRPr>
                      </a:pPr>
                      <a:t>[CATEGORY NAME]</a:t>
                    </a:fld>
                    <a:r>
                      <a:rPr lang="en-US"/>
                      <a:t>
</a:t>
                    </a:r>
                    <a:fld id="{E2B96174-593B-4AAC-BA4B-14489490EDEC}" type="PERCENTAGE">
                      <a:rPr lang="en-US"/>
                      <a:pPr>
                        <a:defRPr sz="1800" b="1">
                          <a:solidFill>
                            <a:srgbClr val="030553"/>
                          </a:solidFill>
                        </a:defRPr>
                      </a:pPr>
                      <a:t>[PERCENTAGE]</a:t>
                    </a:fld>
                    <a:endParaRPr lang="en-US"/>
                  </a:p>
                </c:rich>
              </c:tx>
              <c:spPr>
                <a:noFill/>
                <a:ln>
                  <a:noFill/>
                </a:ln>
                <a:effectLst/>
              </c:spPr>
              <c:txPr>
                <a:bodyPr rot="0" spcFirstLastPara="1" vertOverflow="ellipsis" vert="horz" wrap="square" lIns="38100" tIns="19050" rIns="38100" bIns="19050" anchor="ctr" anchorCtr="1">
                  <a:spAutoFit/>
                </a:bodyPr>
                <a:lstStyle/>
                <a:p>
                  <a:pPr>
                    <a:defRPr sz="1800" b="1" i="0" u="none" strike="noStrike" kern="1200" spc="0" baseline="0">
                      <a:solidFill>
                        <a:srgbClr val="030553"/>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AB88-4D7D-98CC-F1D91971DCE6}"/>
                </c:ext>
              </c:extLst>
            </c:dLbl>
            <c:dLbl>
              <c:idx val="1"/>
              <c:spPr>
                <a:noFill/>
                <a:ln>
                  <a:noFill/>
                </a:ln>
                <a:effectLst/>
              </c:spPr>
              <c:txPr>
                <a:bodyPr rot="0" spcFirstLastPara="1" vertOverflow="ellipsis" vert="horz" wrap="square" lIns="38100" tIns="19050" rIns="38100" bIns="19050" anchor="ctr" anchorCtr="1">
                  <a:spAutoFit/>
                </a:bodyPr>
                <a:lstStyle/>
                <a:p>
                  <a:pPr>
                    <a:defRPr sz="1800" b="1" i="0" u="none" strike="noStrike" kern="1200" spc="0" baseline="0">
                      <a:solidFill>
                        <a:srgbClr val="030553"/>
                      </a:solidFill>
                      <a:latin typeface="+mn-lt"/>
                      <a:ea typeface="+mn-ea"/>
                      <a:cs typeface="+mn-cs"/>
                    </a:defRPr>
                  </a:pPr>
                  <a:endParaRPr lang="en-US"/>
                </a:p>
              </c:txPr>
              <c:dLblPos val="outEnd"/>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B88-4D7D-98CC-F1D91971DCE6}"/>
                </c:ext>
              </c:extLst>
            </c:dLbl>
            <c:dLbl>
              <c:idx val="2"/>
              <c:spPr>
                <a:noFill/>
                <a:ln>
                  <a:noFill/>
                </a:ln>
                <a:effectLst/>
              </c:spPr>
              <c:txPr>
                <a:bodyPr rot="0" spcFirstLastPara="1" vertOverflow="ellipsis" vert="horz" wrap="square" lIns="38100" tIns="19050" rIns="38100" bIns="19050" anchor="ctr" anchorCtr="1">
                  <a:spAutoFit/>
                </a:bodyPr>
                <a:lstStyle/>
                <a:p>
                  <a:pPr>
                    <a:defRPr sz="1800" b="1" i="0" u="none" strike="noStrike" kern="1200" spc="0" baseline="0">
                      <a:solidFill>
                        <a:srgbClr val="030553"/>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5-AB88-4D7D-98CC-F1D91971DCE6}"/>
                </c:ext>
              </c:extLst>
            </c:dLbl>
            <c:txPr>
              <a:bodyPr rot="0" spcFirstLastPara="1" vertOverflow="ellipsis" vert="horz" wrap="square" lIns="38100" tIns="19050" rIns="38100" bIns="19050" anchor="ctr" anchorCtr="1">
                <a:spAutoFit/>
              </a:bodyPr>
              <a:lstStyle/>
              <a:p>
                <a:pPr>
                  <a:defRPr sz="1800" b="1" i="0" u="none" strike="noStrike" kern="1200" spc="0" baseline="0">
                    <a:solidFill>
                      <a:srgbClr val="030553"/>
                    </a:solidFill>
                    <a:latin typeface="+mn-lt"/>
                    <a:ea typeface="+mn-ea"/>
                    <a:cs typeface="+mn-cs"/>
                  </a:defRPr>
                </a:pPr>
                <a:endParaRPr lang="en-US"/>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 Table'!$T$20:$T$23</c:f>
              <c:strCache>
                <c:ptCount val="3"/>
                <c:pt idx="0">
                  <c:v>App</c:v>
                </c:pt>
                <c:pt idx="1">
                  <c:v>Dashboard</c:v>
                </c:pt>
                <c:pt idx="2">
                  <c:v>Gurucool</c:v>
                </c:pt>
              </c:strCache>
            </c:strRef>
          </c:cat>
          <c:val>
            <c:numRef>
              <c:f>'Pivot Table'!$U$20:$U$23</c:f>
              <c:numCache>
                <c:formatCode>General</c:formatCode>
                <c:ptCount val="3"/>
                <c:pt idx="0">
                  <c:v>7800</c:v>
                </c:pt>
                <c:pt idx="1">
                  <c:v>2</c:v>
                </c:pt>
                <c:pt idx="2">
                  <c:v>20225</c:v>
                </c:pt>
              </c:numCache>
            </c:numRef>
          </c:val>
          <c:extLst>
            <c:ext xmlns:c16="http://schemas.microsoft.com/office/drawing/2014/chart" uri="{C3380CC4-5D6E-409C-BE32-E72D297353CC}">
              <c16:uniqueId val="{00000006-AB88-4D7D-98CC-F1D91971DCE6}"/>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[Excel Astrosage (Bhushan Dhawas) NEW.xlsb]Pivot Table!PivotTable2</c:name>
    <c:fmtId val="18"/>
  </c:pivotSource>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a:t>Chat Status </a:t>
            </a:r>
          </a:p>
        </c:rich>
      </c:tx>
      <c:layout>
        <c:manualLayout>
          <c:xMode val="edge"/>
          <c:yMode val="edge"/>
          <c:x val="0.39682506379307125"/>
          <c:y val="4.478032383984494E-2"/>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pivotFmt>
      <c:pivotFmt>
        <c:idx val="3"/>
      </c:pivotFmt>
      <c:pivotFmt>
        <c:idx val="4"/>
      </c:pivotFmt>
      <c:pivotFmt>
        <c:idx val="5"/>
      </c:pivotFmt>
      <c:pivotFmt>
        <c:idx val="6"/>
      </c:pivotFmt>
      <c:pivotFmt>
        <c:idx val="7"/>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marker>
          <c:symbol val="circle"/>
          <c:size val="6"/>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8"/>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9"/>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0"/>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1"/>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2"/>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3"/>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4"/>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5"/>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6"/>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7"/>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8"/>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9"/>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20"/>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21"/>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22"/>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23"/>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24"/>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s>
    <c:plotArea>
      <c:layout>
        <c:manualLayout>
          <c:layoutTarget val="inner"/>
          <c:xMode val="edge"/>
          <c:yMode val="edge"/>
          <c:x val="0.27303401978598829"/>
          <c:y val="0.16228736978811906"/>
          <c:w val="0.42883258883504949"/>
          <c:h val="0.68613214213607909"/>
        </c:manualLayout>
      </c:layout>
      <c:pieChart>
        <c:varyColors val="1"/>
        <c:ser>
          <c:idx val="0"/>
          <c:order val="0"/>
          <c:tx>
            <c:strRef>
              <c:f>'Pivot Table'!$K$47</c:f>
              <c:strCache>
                <c:ptCount val="1"/>
                <c:pt idx="0">
                  <c:v>Total</c:v>
                </c:pt>
              </c:strCache>
            </c:strRef>
          </c:tx>
          <c:dPt>
            <c:idx val="0"/>
            <c:bubble3D val="0"/>
            <c:spPr>
              <a:solidFill>
                <a:schemeClr val="tx2">
                  <a:lumMod val="60000"/>
                  <a:lumOff val="40000"/>
                </a:schemeClr>
              </a:soli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c:spPr>
            <c:extLst>
              <c:ext xmlns:c16="http://schemas.microsoft.com/office/drawing/2014/chart" uri="{C3380CC4-5D6E-409C-BE32-E72D297353CC}">
                <c16:uniqueId val="{00000001-A0CE-45F5-9304-E7607A796AE3}"/>
              </c:ext>
            </c:extLst>
          </c:dPt>
          <c:dPt>
            <c:idx val="1"/>
            <c:bubble3D val="0"/>
            <c:spPr>
              <a:solidFill>
                <a:srgbClr val="002060"/>
              </a:soli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c:spPr>
            <c:extLst>
              <c:ext xmlns:c16="http://schemas.microsoft.com/office/drawing/2014/chart" uri="{C3380CC4-5D6E-409C-BE32-E72D297353CC}">
                <c16:uniqueId val="{00000003-A0CE-45F5-9304-E7607A796AE3}"/>
              </c:ext>
            </c:extLst>
          </c:dPt>
          <c:dPt>
            <c:idx val="2"/>
            <c:bubble3D val="0"/>
            <c:spPr>
              <a:solidFill>
                <a:schemeClr val="bg2">
                  <a:lumMod val="40000"/>
                  <a:lumOff val="60000"/>
                </a:schemeClr>
              </a:soli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c:spPr>
            <c:extLst>
              <c:ext xmlns:c16="http://schemas.microsoft.com/office/drawing/2014/chart" uri="{C3380CC4-5D6E-409C-BE32-E72D297353CC}">
                <c16:uniqueId val="{00000005-A0CE-45F5-9304-E7607A796AE3}"/>
              </c:ext>
            </c:extLst>
          </c:dPt>
          <c:dPt>
            <c:idx val="3"/>
            <c:bubble3D val="0"/>
            <c:spPr>
              <a:gradFill rotWithShape="1">
                <a:gsLst>
                  <a:gs pos="0">
                    <a:schemeClr val="dk1">
                      <a:tint val="98500"/>
                      <a:tint val="94000"/>
                      <a:satMod val="100000"/>
                      <a:lumMod val="108000"/>
                    </a:schemeClr>
                  </a:gs>
                  <a:gs pos="50000">
                    <a:schemeClr val="dk1">
                      <a:tint val="98500"/>
                      <a:tint val="98000"/>
                      <a:shade val="100000"/>
                      <a:satMod val="100000"/>
                      <a:lumMod val="100000"/>
                    </a:schemeClr>
                  </a:gs>
                  <a:gs pos="100000">
                    <a:schemeClr val="dk1">
                      <a:tint val="98500"/>
                      <a:shade val="72000"/>
                      <a:satMod val="120000"/>
                      <a:lumMod val="100000"/>
                    </a:schemeClr>
                  </a:gs>
                </a:gsLst>
                <a:lin ang="5400000" scaled="0"/>
              </a:gra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c:spPr>
            <c:extLst>
              <c:ext xmlns:c16="http://schemas.microsoft.com/office/drawing/2014/chart" uri="{C3380CC4-5D6E-409C-BE32-E72D297353CC}">
                <c16:uniqueId val="{00000007-A0CE-45F5-9304-E7607A796AE3}"/>
              </c:ext>
            </c:extLst>
          </c:dPt>
          <c:dPt>
            <c:idx val="4"/>
            <c:bubble3D val="0"/>
            <c:spPr>
              <a:gradFill rotWithShape="1">
                <a:gsLst>
                  <a:gs pos="0">
                    <a:schemeClr val="dk1">
                      <a:tint val="30000"/>
                      <a:tint val="94000"/>
                      <a:satMod val="100000"/>
                      <a:lumMod val="108000"/>
                    </a:schemeClr>
                  </a:gs>
                  <a:gs pos="50000">
                    <a:schemeClr val="dk1">
                      <a:tint val="30000"/>
                      <a:tint val="98000"/>
                      <a:shade val="100000"/>
                      <a:satMod val="100000"/>
                      <a:lumMod val="100000"/>
                    </a:schemeClr>
                  </a:gs>
                  <a:gs pos="100000">
                    <a:schemeClr val="dk1">
                      <a:tint val="30000"/>
                      <a:shade val="72000"/>
                      <a:satMod val="120000"/>
                      <a:lumMod val="100000"/>
                    </a:schemeClr>
                  </a:gs>
                </a:gsLst>
                <a:lin ang="5400000" scaled="0"/>
              </a:gra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c:spPr>
            <c:extLst>
              <c:ext xmlns:c16="http://schemas.microsoft.com/office/drawing/2014/chart" uri="{C3380CC4-5D6E-409C-BE32-E72D297353CC}">
                <c16:uniqueId val="{00000009-A0CE-45F5-9304-E7607A796AE3}"/>
              </c:ext>
            </c:extLst>
          </c:dPt>
          <c:dLbls>
            <c:dLbl>
              <c:idx val="1"/>
              <c:layout>
                <c:manualLayout>
                  <c:x val="0.13340529598211748"/>
                  <c:y val="-5.543565789588329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0CE-45F5-9304-E7607A796AE3}"/>
                </c:ext>
              </c:extLst>
            </c:dLbl>
            <c:spPr>
              <a:noFill/>
              <a:ln>
                <a:noFill/>
              </a:ln>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 Table'!$J$48:$J$53</c:f>
              <c:strCache>
                <c:ptCount val="5"/>
                <c:pt idx="0">
                  <c:v>Completed</c:v>
                </c:pt>
                <c:pt idx="1">
                  <c:v>Failed</c:v>
                </c:pt>
                <c:pt idx="2">
                  <c:v>Incomplete</c:v>
                </c:pt>
                <c:pt idx="3">
                  <c:v>Pending</c:v>
                </c:pt>
                <c:pt idx="4">
                  <c:v>Started</c:v>
                </c:pt>
              </c:strCache>
            </c:strRef>
          </c:cat>
          <c:val>
            <c:numRef>
              <c:f>'Pivot Table'!$K$48:$K$53</c:f>
              <c:numCache>
                <c:formatCode>General</c:formatCode>
                <c:ptCount val="5"/>
                <c:pt idx="0">
                  <c:v>5535</c:v>
                </c:pt>
                <c:pt idx="1">
                  <c:v>7256</c:v>
                </c:pt>
                <c:pt idx="2">
                  <c:v>6641</c:v>
                </c:pt>
                <c:pt idx="3">
                  <c:v>48</c:v>
                </c:pt>
                <c:pt idx="4">
                  <c:v>35</c:v>
                </c:pt>
              </c:numCache>
            </c:numRef>
          </c:val>
          <c:extLst>
            <c:ext xmlns:c16="http://schemas.microsoft.com/office/drawing/2014/chart" uri="{C3380CC4-5D6E-409C-BE32-E72D297353CC}">
              <c16:uniqueId val="{0000000A-A0CE-45F5-9304-E7607A796AE3}"/>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b"/>
      <c:layout>
        <c:manualLayout>
          <c:xMode val="edge"/>
          <c:yMode val="edge"/>
          <c:x val="0.17053206390066628"/>
          <c:y val="0.83892188649429211"/>
          <c:w val="0.68802992518703232"/>
          <c:h val="8.6106948569145109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[Excel Astrosage (Bhushan Dhawas) NEW.xlsb]Pivot Table!PivotTable7</c:name>
    <c:fmtId val="36"/>
  </c:pivotSource>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a:t>Call Status</a:t>
            </a:r>
          </a:p>
        </c:rich>
      </c:tx>
      <c:layout>
        <c:manualLayout>
          <c:xMode val="edge"/>
          <c:yMode val="edge"/>
          <c:x val="0.4603255030309647"/>
          <c:y val="3.2880216066578802E-2"/>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marker>
          <c:symbol val="circle"/>
          <c:size val="6"/>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lang="en-US"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lang="en-US"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2"/>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3"/>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4"/>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5"/>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6"/>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7"/>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0"/>
            <a:lstStyle/>
            <a:p>
              <a:pPr algn="ctr">
                <a:defRPr lang="en-US"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8"/>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9"/>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0"/>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1"/>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2"/>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3"/>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0"/>
            <a:lstStyle/>
            <a:p>
              <a:pPr algn="ctr">
                <a:defRPr lang="en-US"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4"/>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5"/>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6"/>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7"/>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8"/>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19"/>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0"/>
            <a:lstStyle/>
            <a:p>
              <a:pPr algn="ctr">
                <a:defRPr lang="en-US"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20"/>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21"/>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22"/>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23"/>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
        <c:idx val="24"/>
        <c:spPr>
          <a:gradFill rotWithShape="1">
            <a:gsLst>
              <a:gs pos="0">
                <a:schemeClr val="dk1">
                  <a:tint val="88500"/>
                  <a:tint val="94000"/>
                  <a:satMod val="100000"/>
                  <a:lumMod val="108000"/>
                </a:schemeClr>
              </a:gs>
              <a:gs pos="50000">
                <a:schemeClr val="dk1">
                  <a:tint val="88500"/>
                  <a:tint val="98000"/>
                  <a:shade val="100000"/>
                  <a:satMod val="100000"/>
                  <a:lumMod val="100000"/>
                </a:schemeClr>
              </a:gs>
              <a:gs pos="100000">
                <a:schemeClr val="dk1">
                  <a:tint val="88500"/>
                  <a:shade val="72000"/>
                  <a:satMod val="120000"/>
                  <a:lumMod val="100000"/>
                </a:schemeClr>
              </a:gs>
            </a:gsLst>
            <a:lin ang="5400000" scaled="0"/>
          </a:gradFill>
          <a:ln>
            <a:noFill/>
          </a:ln>
          <a:effectLst>
            <a:outerShdw blurRad="254000" sx="102000" sy="102000" algn="ctr" rotWithShape="0">
              <a:prstClr val="black">
                <a:alpha val="20000"/>
              </a:prstClr>
            </a:outerShdw>
          </a:effectLst>
          <a:scene3d>
            <a:camera prst="orthographicFront">
              <a:rot lat="0" lon="0" rev="0"/>
            </a:camera>
            <a:lightRig rig="balanced" dir="t">
              <a:rot lat="0" lon="0" rev="1200000"/>
            </a:lightRig>
          </a:scene3d>
          <a:sp3d prstMaterial="plastic">
            <a:bevelT w="25400" h="25400"/>
          </a:sp3d>
        </c:spPr>
      </c:pivotFmt>
    </c:pivotFmts>
    <c:plotArea>
      <c:layout>
        <c:manualLayout>
          <c:layoutTarget val="inner"/>
          <c:xMode val="edge"/>
          <c:yMode val="edge"/>
          <c:x val="0.26473412221274534"/>
          <c:y val="0.13985167998816023"/>
          <c:w val="0.51706952388779093"/>
          <c:h val="0.67926033270857278"/>
        </c:manualLayout>
      </c:layout>
      <c:pieChart>
        <c:varyColors val="1"/>
        <c:ser>
          <c:idx val="0"/>
          <c:order val="0"/>
          <c:tx>
            <c:strRef>
              <c:f>'Pivot Table'!$N$47</c:f>
              <c:strCache>
                <c:ptCount val="1"/>
                <c:pt idx="0">
                  <c:v>Total</c:v>
                </c:pt>
              </c:strCache>
            </c:strRef>
          </c:tx>
          <c:dPt>
            <c:idx val="0"/>
            <c:bubble3D val="0"/>
            <c:spPr>
              <a:solidFill>
                <a:schemeClr val="tx2">
                  <a:lumMod val="20000"/>
                  <a:lumOff val="80000"/>
                </a:schemeClr>
              </a:soli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c:spPr>
            <c:extLst>
              <c:ext xmlns:c16="http://schemas.microsoft.com/office/drawing/2014/chart" uri="{C3380CC4-5D6E-409C-BE32-E72D297353CC}">
                <c16:uniqueId val="{00000001-5B16-4A9D-9291-1F35297EB571}"/>
              </c:ext>
            </c:extLst>
          </c:dPt>
          <c:dPt>
            <c:idx val="1"/>
            <c:bubble3D val="0"/>
            <c:spPr>
              <a:solidFill>
                <a:srgbClr val="002060"/>
              </a:soli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c:spPr>
            <c:extLst>
              <c:ext xmlns:c16="http://schemas.microsoft.com/office/drawing/2014/chart" uri="{C3380CC4-5D6E-409C-BE32-E72D297353CC}">
                <c16:uniqueId val="{00000003-5B16-4A9D-9291-1F35297EB571}"/>
              </c:ext>
            </c:extLst>
          </c:dPt>
          <c:dPt>
            <c:idx val="2"/>
            <c:bubble3D val="0"/>
            <c:spPr>
              <a:gradFill rotWithShape="1">
                <a:gsLst>
                  <a:gs pos="0">
                    <a:schemeClr val="dk1">
                      <a:tint val="75000"/>
                      <a:tint val="94000"/>
                      <a:satMod val="100000"/>
                      <a:lumMod val="108000"/>
                    </a:schemeClr>
                  </a:gs>
                  <a:gs pos="50000">
                    <a:schemeClr val="dk1">
                      <a:tint val="75000"/>
                      <a:tint val="98000"/>
                      <a:shade val="100000"/>
                      <a:satMod val="100000"/>
                      <a:lumMod val="100000"/>
                    </a:schemeClr>
                  </a:gs>
                  <a:gs pos="100000">
                    <a:schemeClr val="dk1">
                      <a:tint val="75000"/>
                      <a:shade val="72000"/>
                      <a:satMod val="120000"/>
                      <a:lumMod val="100000"/>
                    </a:schemeClr>
                  </a:gs>
                </a:gsLst>
                <a:lin ang="5400000" scaled="0"/>
              </a:gra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c:spPr>
            <c:extLst>
              <c:ext xmlns:c16="http://schemas.microsoft.com/office/drawing/2014/chart" uri="{C3380CC4-5D6E-409C-BE32-E72D297353CC}">
                <c16:uniqueId val="{00000005-5B16-4A9D-9291-1F35297EB571}"/>
              </c:ext>
            </c:extLst>
          </c:dPt>
          <c:dPt>
            <c:idx val="3"/>
            <c:bubble3D val="0"/>
            <c:spPr>
              <a:solidFill>
                <a:schemeClr val="tx2">
                  <a:lumMod val="60000"/>
                  <a:lumOff val="40000"/>
                </a:schemeClr>
              </a:soli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c:spPr>
            <c:extLst>
              <c:ext xmlns:c16="http://schemas.microsoft.com/office/drawing/2014/chart" uri="{C3380CC4-5D6E-409C-BE32-E72D297353CC}">
                <c16:uniqueId val="{00000007-5B16-4A9D-9291-1F35297EB571}"/>
              </c:ext>
            </c:extLst>
          </c:dPt>
          <c:dPt>
            <c:idx val="4"/>
            <c:bubble3D val="0"/>
            <c:spPr>
              <a:solidFill>
                <a:schemeClr val="bg1">
                  <a:lumMod val="95000"/>
                </a:schemeClr>
              </a:soli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c:spPr>
            <c:extLst>
              <c:ext xmlns:c16="http://schemas.microsoft.com/office/drawing/2014/chart" uri="{C3380CC4-5D6E-409C-BE32-E72D297353CC}">
                <c16:uniqueId val="{00000009-5B16-4A9D-9291-1F35297EB571}"/>
              </c:ext>
            </c:extLst>
          </c:dPt>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 Table'!$M$48:$M$53</c:f>
              <c:strCache>
                <c:ptCount val="5"/>
                <c:pt idx="0">
                  <c:v>Busy</c:v>
                </c:pt>
                <c:pt idx="1">
                  <c:v>Completed</c:v>
                </c:pt>
                <c:pt idx="2">
                  <c:v>Failed</c:v>
                </c:pt>
                <c:pt idx="3">
                  <c:v>Incomplete</c:v>
                </c:pt>
                <c:pt idx="4">
                  <c:v>No-Answer</c:v>
                </c:pt>
              </c:strCache>
            </c:strRef>
          </c:cat>
          <c:val>
            <c:numRef>
              <c:f>'Pivot Table'!$N$48:$N$53</c:f>
              <c:numCache>
                <c:formatCode>General</c:formatCode>
                <c:ptCount val="5"/>
                <c:pt idx="0">
                  <c:v>1270</c:v>
                </c:pt>
                <c:pt idx="1">
                  <c:v>3453</c:v>
                </c:pt>
                <c:pt idx="2">
                  <c:v>1214</c:v>
                </c:pt>
                <c:pt idx="3">
                  <c:v>875</c:v>
                </c:pt>
                <c:pt idx="4">
                  <c:v>1729</c:v>
                </c:pt>
              </c:numCache>
            </c:numRef>
          </c:val>
          <c:extLst>
            <c:ext xmlns:c16="http://schemas.microsoft.com/office/drawing/2014/chart" uri="{C3380CC4-5D6E-409C-BE32-E72D297353CC}">
              <c16:uniqueId val="{0000000A-5B16-4A9D-9291-1F35297EB571}"/>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b"/>
      <c:layout>
        <c:manualLayout>
          <c:xMode val="edge"/>
          <c:yMode val="edge"/>
          <c:x val="0.23711994837088832"/>
          <c:y val="0.87272864556683838"/>
          <c:w val="0.65076728547617679"/>
          <c:h val="0.1012737874592712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0.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0">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defRPr sz="900"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18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1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F506F9-91AB-457B-A321-BA32DFC452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E71BC67-B9B6-41AE-BB4E-51234F2098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9C063D-436A-410C-A490-190D73BB5D3E}" type="datetimeFigureOut">
              <a:rPr lang="en-US" smtClean="0"/>
              <a:t>6/29/2025</a:t>
            </a:fld>
            <a:endParaRPr lang="en-US" dirty="0"/>
          </a:p>
        </p:txBody>
      </p:sp>
      <p:sp>
        <p:nvSpPr>
          <p:cNvPr id="4" name="Footer Placeholder 3">
            <a:extLst>
              <a:ext uri="{FF2B5EF4-FFF2-40B4-BE49-F238E27FC236}">
                <a16:creationId xmlns:a16="http://schemas.microsoft.com/office/drawing/2014/main" id="{A0E2BB79-F5ED-4C7F-A869-D9A323F2CA0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40207CB-184F-4400-BBE4-E0B71DE0626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28996C-DF1E-45F4-80FD-86472FDB10B8}" type="slidenum">
              <a:rPr lang="en-US" smtClean="0"/>
              <a:t>‹#›</a:t>
            </a:fld>
            <a:endParaRPr lang="en-US" dirty="0"/>
          </a:p>
        </p:txBody>
      </p:sp>
    </p:spTree>
    <p:extLst>
      <p:ext uri="{BB962C8B-B14F-4D97-AF65-F5344CB8AC3E}">
        <p14:creationId xmlns:p14="http://schemas.microsoft.com/office/powerpoint/2010/main" val="1401684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B8BDD7-4F37-46AB-9A13-BF4D77EDD71D}" type="datetimeFigureOut">
              <a:rPr lang="en-US" smtClean="0"/>
              <a:t>6/29/2025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F8F48A-6110-47DA-8521-A1D1FFD22FEF}" type="slidenum">
              <a:rPr lang="en-US" smtClean="0"/>
              <a:t>‹#›</a:t>
            </a:fld>
            <a:endParaRPr lang="en-US" dirty="0"/>
          </a:p>
        </p:txBody>
      </p:sp>
    </p:spTree>
    <p:extLst>
      <p:ext uri="{BB962C8B-B14F-4D97-AF65-F5344CB8AC3E}">
        <p14:creationId xmlns:p14="http://schemas.microsoft.com/office/powerpoint/2010/main" val="3451491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1</a:t>
            </a:fld>
            <a:endParaRPr lang="en-US" dirty="0"/>
          </a:p>
        </p:txBody>
      </p:sp>
    </p:spTree>
    <p:extLst>
      <p:ext uri="{BB962C8B-B14F-4D97-AF65-F5344CB8AC3E}">
        <p14:creationId xmlns:p14="http://schemas.microsoft.com/office/powerpoint/2010/main" val="467909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p:txBody>
      </p:sp>
      <p:sp>
        <p:nvSpPr>
          <p:cNvPr id="4" name="Slide Number Placeholder 3"/>
          <p:cNvSpPr>
            <a:spLocks noGrp="1"/>
          </p:cNvSpPr>
          <p:nvPr>
            <p:ph type="sldNum" sz="quarter" idx="10"/>
          </p:nvPr>
        </p:nvSpPr>
        <p:spPr/>
        <p:txBody>
          <a:bodyPr/>
          <a:lstStyle/>
          <a:p>
            <a:fld id="{6DF8F48A-6110-47DA-8521-A1D1FFD22FEF}" type="slidenum">
              <a:rPr lang="en-US" smtClean="0"/>
              <a:t>4</a:t>
            </a:fld>
            <a:endParaRPr lang="en-US"/>
          </a:p>
        </p:txBody>
      </p:sp>
    </p:spTree>
    <p:extLst>
      <p:ext uri="{BB962C8B-B14F-4D97-AF65-F5344CB8AC3E}">
        <p14:creationId xmlns:p14="http://schemas.microsoft.com/office/powerpoint/2010/main" val="2042023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5</a:t>
            </a:fld>
            <a:endParaRPr lang="en-US" dirty="0"/>
          </a:p>
        </p:txBody>
      </p:sp>
    </p:spTree>
    <p:extLst>
      <p:ext uri="{BB962C8B-B14F-4D97-AF65-F5344CB8AC3E}">
        <p14:creationId xmlns:p14="http://schemas.microsoft.com/office/powerpoint/2010/main" val="671800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6</a:t>
            </a:fld>
            <a:endParaRPr lang="en-US" dirty="0"/>
          </a:p>
        </p:txBody>
      </p:sp>
    </p:spTree>
    <p:extLst>
      <p:ext uri="{BB962C8B-B14F-4D97-AF65-F5344CB8AC3E}">
        <p14:creationId xmlns:p14="http://schemas.microsoft.com/office/powerpoint/2010/main" val="2369867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7</a:t>
            </a:fld>
            <a:endParaRPr lang="en-US" dirty="0"/>
          </a:p>
        </p:txBody>
      </p:sp>
    </p:spTree>
    <p:extLst>
      <p:ext uri="{BB962C8B-B14F-4D97-AF65-F5344CB8AC3E}">
        <p14:creationId xmlns:p14="http://schemas.microsoft.com/office/powerpoint/2010/main" val="3708814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17</a:t>
            </a:fld>
            <a:endParaRPr lang="en-US" dirty="0"/>
          </a:p>
        </p:txBody>
      </p:sp>
    </p:spTree>
    <p:extLst>
      <p:ext uri="{BB962C8B-B14F-4D97-AF65-F5344CB8AC3E}">
        <p14:creationId xmlns:p14="http://schemas.microsoft.com/office/powerpoint/2010/main" val="3090774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F8F48A-6110-47DA-8521-A1D1FFD22FEF}" type="slidenum">
              <a:rPr lang="en-US" smtClean="0"/>
              <a:t>18</a:t>
            </a:fld>
            <a:endParaRPr lang="en-US" dirty="0"/>
          </a:p>
        </p:txBody>
      </p:sp>
    </p:spTree>
    <p:extLst>
      <p:ext uri="{BB962C8B-B14F-4D97-AF65-F5344CB8AC3E}">
        <p14:creationId xmlns:p14="http://schemas.microsoft.com/office/powerpoint/2010/main" val="1857885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20</a:t>
            </a:fld>
            <a:endParaRPr lang="en-US" dirty="0"/>
          </a:p>
        </p:txBody>
      </p:sp>
    </p:spTree>
    <p:extLst>
      <p:ext uri="{BB962C8B-B14F-4D97-AF65-F5344CB8AC3E}">
        <p14:creationId xmlns:p14="http://schemas.microsoft.com/office/powerpoint/2010/main" val="30260933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21</a:t>
            </a:fld>
            <a:endParaRPr lang="en-US" dirty="0"/>
          </a:p>
        </p:txBody>
      </p:sp>
    </p:spTree>
    <p:extLst>
      <p:ext uri="{BB962C8B-B14F-4D97-AF65-F5344CB8AC3E}">
        <p14:creationId xmlns:p14="http://schemas.microsoft.com/office/powerpoint/2010/main" val="42620079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9081002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982113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4500978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801166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480427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653188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959875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201196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4046596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878983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564417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6580AB-5C3C-4B4F-8E2A-8B7A0A8CE695}" type="slidenum">
              <a:rPr lang="en-US" smtClean="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529366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134750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42140231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6631931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9117035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94036C-9E7C-4FFC-99FA-414B61E345DD}" type="datetimeFigureOut">
              <a:rPr lang="en-US" smtClean="0"/>
              <a:t>6/29/2025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184202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9294036C-9E7C-4FFC-99FA-414B61E345DD}" type="datetimeFigureOut">
              <a:rPr lang="en-US" smtClean="0"/>
              <a:t>6/29/2025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ED6580AB-5C3C-4B4F-8E2A-8B7A0A8CE695}" type="slidenum">
              <a:rPr lang="en-US" smtClean="0"/>
              <a:t>‹#›</a:t>
            </a:fld>
            <a:endParaRPr lang="en-US" dirty="0"/>
          </a:p>
        </p:txBody>
      </p:sp>
    </p:spTree>
    <p:extLst>
      <p:ext uri="{BB962C8B-B14F-4D97-AF65-F5344CB8AC3E}">
        <p14:creationId xmlns:p14="http://schemas.microsoft.com/office/powerpoint/2010/main" val="18483377"/>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016C325E-5B69-4D07-BBFB-7DB217A69D48}"/>
              </a:ext>
            </a:extLst>
          </p:cNvPr>
          <p:cNvSpPr>
            <a:spLocks noGrp="1"/>
          </p:cNvSpPr>
          <p:nvPr>
            <p:ph type="ctrTitle"/>
          </p:nvPr>
        </p:nvSpPr>
        <p:spPr/>
        <p:txBody>
          <a:bodyPr/>
          <a:lstStyle/>
          <a:p>
            <a:r>
              <a:rPr lang="en-US" dirty="0"/>
              <a:t>Human resources slide 1</a:t>
            </a:r>
          </a:p>
        </p:txBody>
      </p:sp>
      <p:grpSp>
        <p:nvGrpSpPr>
          <p:cNvPr id="56" name="Group 55" descr="This image is an icon of three connected human figures. ">
            <a:extLst>
              <a:ext uri="{FF2B5EF4-FFF2-40B4-BE49-F238E27FC236}">
                <a16:creationId xmlns:a16="http://schemas.microsoft.com/office/drawing/2014/main" id="{E56C5C06-BE0B-4D3E-8B77-1A2F0B930590}"/>
              </a:ext>
            </a:extLst>
          </p:cNvPr>
          <p:cNvGrpSpPr/>
          <p:nvPr/>
        </p:nvGrpSpPr>
        <p:grpSpPr>
          <a:xfrm>
            <a:off x="5518899" y="5880622"/>
            <a:ext cx="569186" cy="530997"/>
            <a:chOff x="-27444701" y="-10180638"/>
            <a:chExt cx="10883901" cy="10153650"/>
          </a:xfrm>
          <a:solidFill>
            <a:schemeClr val="bg1">
              <a:lumMod val="50000"/>
            </a:schemeClr>
          </a:solidFill>
        </p:grpSpPr>
        <p:sp>
          <p:nvSpPr>
            <p:cNvPr id="57" name="Freeform 35">
              <a:extLst>
                <a:ext uri="{FF2B5EF4-FFF2-40B4-BE49-F238E27FC236}">
                  <a16:creationId xmlns:a16="http://schemas.microsoft.com/office/drawing/2014/main" id="{D07CC084-C9D4-47CF-9EAD-4A7517F975DF}"/>
                </a:ext>
              </a:extLst>
            </p:cNvPr>
            <p:cNvSpPr>
              <a:spLocks/>
            </p:cNvSpPr>
            <p:nvPr/>
          </p:nvSpPr>
          <p:spPr bwMode="auto">
            <a:xfrm>
              <a:off x="-22969538" y="-10180638"/>
              <a:ext cx="1906588" cy="1978025"/>
            </a:xfrm>
            <a:custGeom>
              <a:avLst/>
              <a:gdLst>
                <a:gd name="T0" fmla="*/ 554 w 639"/>
                <a:gd name="T1" fmla="*/ 327 h 664"/>
                <a:gd name="T2" fmla="*/ 438 w 639"/>
                <a:gd name="T3" fmla="*/ 526 h 664"/>
                <a:gd name="T4" fmla="*/ 204 w 639"/>
                <a:gd name="T5" fmla="*/ 521 h 664"/>
                <a:gd name="T6" fmla="*/ 97 w 639"/>
                <a:gd name="T7" fmla="*/ 316 h 664"/>
                <a:gd name="T8" fmla="*/ 222 w 639"/>
                <a:gd name="T9" fmla="*/ 123 h 664"/>
                <a:gd name="T10" fmla="*/ 447 w 639"/>
                <a:gd name="T11" fmla="*/ 133 h 664"/>
                <a:gd name="T12" fmla="*/ 554 w 639"/>
                <a:gd name="T13" fmla="*/ 327 h 664"/>
                <a:gd name="T14" fmla="*/ 638 w 639"/>
                <a:gd name="T15" fmla="*/ 327 h 664"/>
                <a:gd name="T16" fmla="*/ 519 w 639"/>
                <a:gd name="T17" fmla="*/ 82 h 664"/>
                <a:gd name="T18" fmla="*/ 244 w 639"/>
                <a:gd name="T19" fmla="*/ 25 h 664"/>
                <a:gd name="T20" fmla="*/ 39 w 639"/>
                <a:gd name="T21" fmla="*/ 200 h 664"/>
                <a:gd name="T22" fmla="*/ 53 w 639"/>
                <a:gd name="T23" fmla="*/ 482 h 664"/>
                <a:gd name="T24" fmla="*/ 407 w 639"/>
                <a:gd name="T25" fmla="*/ 629 h 664"/>
                <a:gd name="T26" fmla="*/ 638 w 639"/>
                <a:gd name="T27" fmla="*/ 327 h 664"/>
                <a:gd name="T28" fmla="*/ 554 w 639"/>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9" h="664">
                  <a:moveTo>
                    <a:pt x="554" y="327"/>
                  </a:moveTo>
                  <a:cubicBezTo>
                    <a:pt x="553" y="410"/>
                    <a:pt x="510" y="485"/>
                    <a:pt x="438" y="526"/>
                  </a:cubicBezTo>
                  <a:cubicBezTo>
                    <a:pt x="365" y="569"/>
                    <a:pt x="275" y="564"/>
                    <a:pt x="204" y="521"/>
                  </a:cubicBezTo>
                  <a:cubicBezTo>
                    <a:pt x="133" y="478"/>
                    <a:pt x="94" y="398"/>
                    <a:pt x="97" y="316"/>
                  </a:cubicBezTo>
                  <a:cubicBezTo>
                    <a:pt x="99" y="234"/>
                    <a:pt x="150" y="161"/>
                    <a:pt x="222" y="123"/>
                  </a:cubicBezTo>
                  <a:cubicBezTo>
                    <a:pt x="292" y="85"/>
                    <a:pt x="379" y="92"/>
                    <a:pt x="447" y="133"/>
                  </a:cubicBezTo>
                  <a:cubicBezTo>
                    <a:pt x="514" y="174"/>
                    <a:pt x="553" y="249"/>
                    <a:pt x="554" y="327"/>
                  </a:cubicBezTo>
                  <a:cubicBezTo>
                    <a:pt x="555" y="381"/>
                    <a:pt x="639" y="381"/>
                    <a:pt x="638" y="327"/>
                  </a:cubicBezTo>
                  <a:cubicBezTo>
                    <a:pt x="637" y="232"/>
                    <a:pt x="594" y="141"/>
                    <a:pt x="519" y="82"/>
                  </a:cubicBezTo>
                  <a:cubicBezTo>
                    <a:pt x="441" y="21"/>
                    <a:pt x="340" y="0"/>
                    <a:pt x="244" y="25"/>
                  </a:cubicBezTo>
                  <a:cubicBezTo>
                    <a:pt x="154" y="48"/>
                    <a:pt x="76" y="116"/>
                    <a:pt x="39" y="200"/>
                  </a:cubicBezTo>
                  <a:cubicBezTo>
                    <a:pt x="0" y="292"/>
                    <a:pt x="5" y="395"/>
                    <a:pt x="53" y="482"/>
                  </a:cubicBezTo>
                  <a:cubicBezTo>
                    <a:pt x="122" y="606"/>
                    <a:pt x="271" y="664"/>
                    <a:pt x="407" y="629"/>
                  </a:cubicBezTo>
                  <a:cubicBezTo>
                    <a:pt x="543" y="594"/>
                    <a:pt x="637" y="466"/>
                    <a:pt x="638" y="327"/>
                  </a:cubicBezTo>
                  <a:cubicBezTo>
                    <a:pt x="639" y="273"/>
                    <a:pt x="555" y="273"/>
                    <a:pt x="554"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58" name="Freeform 36">
              <a:extLst>
                <a:ext uri="{FF2B5EF4-FFF2-40B4-BE49-F238E27FC236}">
                  <a16:creationId xmlns:a16="http://schemas.microsoft.com/office/drawing/2014/main" id="{CCAAF87D-704F-4EAD-856F-6E1E38EF6161}"/>
                </a:ext>
              </a:extLst>
            </p:cNvPr>
            <p:cNvSpPr>
              <a:spLocks/>
            </p:cNvSpPr>
            <p:nvPr/>
          </p:nvSpPr>
          <p:spPr bwMode="auto">
            <a:xfrm>
              <a:off x="-23596600" y="-8610601"/>
              <a:ext cx="3186113" cy="2139950"/>
            </a:xfrm>
            <a:custGeom>
              <a:avLst/>
              <a:gdLst>
                <a:gd name="T0" fmla="*/ 846 w 1068"/>
                <a:gd name="T1" fmla="*/ 102 h 718"/>
                <a:gd name="T2" fmla="*/ 981 w 1068"/>
                <a:gd name="T3" fmla="*/ 330 h 718"/>
                <a:gd name="T4" fmla="*/ 981 w 1068"/>
                <a:gd name="T5" fmla="*/ 480 h 718"/>
                <a:gd name="T6" fmla="*/ 981 w 1068"/>
                <a:gd name="T7" fmla="*/ 559 h 718"/>
                <a:gd name="T8" fmla="*/ 961 w 1068"/>
                <a:gd name="T9" fmla="*/ 618 h 718"/>
                <a:gd name="T10" fmla="*/ 882 w 1068"/>
                <a:gd name="T11" fmla="*/ 634 h 718"/>
                <a:gd name="T12" fmla="*/ 214 w 1068"/>
                <a:gd name="T13" fmla="*/ 634 h 718"/>
                <a:gd name="T14" fmla="*/ 152 w 1068"/>
                <a:gd name="T15" fmla="*/ 634 h 718"/>
                <a:gd name="T16" fmla="*/ 90 w 1068"/>
                <a:gd name="T17" fmla="*/ 571 h 718"/>
                <a:gd name="T18" fmla="*/ 90 w 1068"/>
                <a:gd name="T19" fmla="*/ 524 h 718"/>
                <a:gd name="T20" fmla="*/ 90 w 1068"/>
                <a:gd name="T21" fmla="*/ 355 h 718"/>
                <a:gd name="T22" fmla="*/ 173 w 1068"/>
                <a:gd name="T23" fmla="*/ 144 h 718"/>
                <a:gd name="T24" fmla="*/ 222 w 1068"/>
                <a:gd name="T25" fmla="*/ 104 h 718"/>
                <a:gd name="T26" fmla="*/ 180 w 1068"/>
                <a:gd name="T27" fmla="*/ 31 h 718"/>
                <a:gd name="T28" fmla="*/ 13 w 1068"/>
                <a:gd name="T29" fmla="*/ 277 h 718"/>
                <a:gd name="T30" fmla="*/ 6 w 1068"/>
                <a:gd name="T31" fmla="*/ 448 h 718"/>
                <a:gd name="T32" fmla="*/ 9 w 1068"/>
                <a:gd name="T33" fmla="*/ 604 h 718"/>
                <a:gd name="T34" fmla="*/ 161 w 1068"/>
                <a:gd name="T35" fmla="*/ 718 h 718"/>
                <a:gd name="T36" fmla="*/ 805 w 1068"/>
                <a:gd name="T37" fmla="*/ 718 h 718"/>
                <a:gd name="T38" fmla="*/ 908 w 1068"/>
                <a:gd name="T39" fmla="*/ 718 h 718"/>
                <a:gd name="T40" fmla="*/ 1059 w 1068"/>
                <a:gd name="T41" fmla="*/ 615 h 718"/>
                <a:gd name="T42" fmla="*/ 1065 w 1068"/>
                <a:gd name="T43" fmla="*/ 545 h 718"/>
                <a:gd name="T44" fmla="*/ 1065 w 1068"/>
                <a:gd name="T45" fmla="*/ 456 h 718"/>
                <a:gd name="T46" fmla="*/ 1060 w 1068"/>
                <a:gd name="T47" fmla="*/ 288 h 718"/>
                <a:gd name="T48" fmla="*/ 888 w 1068"/>
                <a:gd name="T49" fmla="*/ 30 h 718"/>
                <a:gd name="T50" fmla="*/ 846 w 1068"/>
                <a:gd name="T51" fmla="*/ 102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8" h="718">
                  <a:moveTo>
                    <a:pt x="846" y="102"/>
                  </a:moveTo>
                  <a:cubicBezTo>
                    <a:pt x="924" y="152"/>
                    <a:pt x="975" y="237"/>
                    <a:pt x="981" y="330"/>
                  </a:cubicBezTo>
                  <a:cubicBezTo>
                    <a:pt x="984" y="379"/>
                    <a:pt x="981" y="430"/>
                    <a:pt x="981" y="480"/>
                  </a:cubicBezTo>
                  <a:cubicBezTo>
                    <a:pt x="981" y="506"/>
                    <a:pt x="981" y="533"/>
                    <a:pt x="981" y="559"/>
                  </a:cubicBezTo>
                  <a:cubicBezTo>
                    <a:pt x="981" y="583"/>
                    <a:pt x="978" y="601"/>
                    <a:pt x="961" y="618"/>
                  </a:cubicBezTo>
                  <a:cubicBezTo>
                    <a:pt x="941" y="638"/>
                    <a:pt x="910" y="634"/>
                    <a:pt x="882" y="634"/>
                  </a:cubicBezTo>
                  <a:cubicBezTo>
                    <a:pt x="659" y="634"/>
                    <a:pt x="436" y="634"/>
                    <a:pt x="214" y="634"/>
                  </a:cubicBezTo>
                  <a:cubicBezTo>
                    <a:pt x="193" y="634"/>
                    <a:pt x="173" y="634"/>
                    <a:pt x="152" y="634"/>
                  </a:cubicBezTo>
                  <a:cubicBezTo>
                    <a:pt x="117" y="634"/>
                    <a:pt x="90" y="606"/>
                    <a:pt x="90" y="571"/>
                  </a:cubicBezTo>
                  <a:cubicBezTo>
                    <a:pt x="89" y="556"/>
                    <a:pt x="90" y="540"/>
                    <a:pt x="90" y="524"/>
                  </a:cubicBezTo>
                  <a:cubicBezTo>
                    <a:pt x="90" y="468"/>
                    <a:pt x="90" y="412"/>
                    <a:pt x="90" y="355"/>
                  </a:cubicBezTo>
                  <a:cubicBezTo>
                    <a:pt x="90" y="276"/>
                    <a:pt x="117" y="202"/>
                    <a:pt x="173" y="144"/>
                  </a:cubicBezTo>
                  <a:cubicBezTo>
                    <a:pt x="188" y="129"/>
                    <a:pt x="204" y="116"/>
                    <a:pt x="222" y="104"/>
                  </a:cubicBezTo>
                  <a:cubicBezTo>
                    <a:pt x="267" y="74"/>
                    <a:pt x="225" y="2"/>
                    <a:pt x="180" y="31"/>
                  </a:cubicBezTo>
                  <a:cubicBezTo>
                    <a:pt x="94" y="88"/>
                    <a:pt x="32" y="175"/>
                    <a:pt x="13" y="277"/>
                  </a:cubicBezTo>
                  <a:cubicBezTo>
                    <a:pt x="2" y="333"/>
                    <a:pt x="6" y="391"/>
                    <a:pt x="6" y="448"/>
                  </a:cubicBezTo>
                  <a:cubicBezTo>
                    <a:pt x="6" y="499"/>
                    <a:pt x="0" y="554"/>
                    <a:pt x="9" y="604"/>
                  </a:cubicBezTo>
                  <a:cubicBezTo>
                    <a:pt x="23" y="676"/>
                    <a:pt x="92" y="718"/>
                    <a:pt x="161" y="718"/>
                  </a:cubicBezTo>
                  <a:cubicBezTo>
                    <a:pt x="375" y="718"/>
                    <a:pt x="590" y="718"/>
                    <a:pt x="805" y="718"/>
                  </a:cubicBezTo>
                  <a:cubicBezTo>
                    <a:pt x="839" y="718"/>
                    <a:pt x="873" y="718"/>
                    <a:pt x="908" y="718"/>
                  </a:cubicBezTo>
                  <a:cubicBezTo>
                    <a:pt x="977" y="718"/>
                    <a:pt x="1035" y="682"/>
                    <a:pt x="1059" y="615"/>
                  </a:cubicBezTo>
                  <a:cubicBezTo>
                    <a:pt x="1066" y="593"/>
                    <a:pt x="1065" y="568"/>
                    <a:pt x="1065" y="545"/>
                  </a:cubicBezTo>
                  <a:cubicBezTo>
                    <a:pt x="1065" y="515"/>
                    <a:pt x="1065" y="486"/>
                    <a:pt x="1065" y="456"/>
                  </a:cubicBezTo>
                  <a:cubicBezTo>
                    <a:pt x="1065" y="400"/>
                    <a:pt x="1068" y="344"/>
                    <a:pt x="1060" y="288"/>
                  </a:cubicBezTo>
                  <a:cubicBezTo>
                    <a:pt x="1045" y="182"/>
                    <a:pt x="978" y="87"/>
                    <a:pt x="888" y="30"/>
                  </a:cubicBezTo>
                  <a:cubicBezTo>
                    <a:pt x="843" y="0"/>
                    <a:pt x="801" y="73"/>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59" name="Freeform 37">
              <a:extLst>
                <a:ext uri="{FF2B5EF4-FFF2-40B4-BE49-F238E27FC236}">
                  <a16:creationId xmlns:a16="http://schemas.microsoft.com/office/drawing/2014/main" id="{1CD5CE15-C404-4DA1-AC79-7FCD7E387701}"/>
                </a:ext>
              </a:extLst>
            </p:cNvPr>
            <p:cNvSpPr>
              <a:spLocks/>
            </p:cNvSpPr>
            <p:nvPr/>
          </p:nvSpPr>
          <p:spPr bwMode="auto">
            <a:xfrm>
              <a:off x="-26819225" y="-3736976"/>
              <a:ext cx="1903413" cy="1978025"/>
            </a:xfrm>
            <a:custGeom>
              <a:avLst/>
              <a:gdLst>
                <a:gd name="T0" fmla="*/ 554 w 638"/>
                <a:gd name="T1" fmla="*/ 327 h 664"/>
                <a:gd name="T2" fmla="*/ 437 w 638"/>
                <a:gd name="T3" fmla="*/ 527 h 664"/>
                <a:gd name="T4" fmla="*/ 203 w 638"/>
                <a:gd name="T5" fmla="*/ 521 h 664"/>
                <a:gd name="T6" fmla="*/ 96 w 638"/>
                <a:gd name="T7" fmla="*/ 316 h 664"/>
                <a:gd name="T8" fmla="*/ 222 w 638"/>
                <a:gd name="T9" fmla="*/ 123 h 664"/>
                <a:gd name="T10" fmla="*/ 446 w 638"/>
                <a:gd name="T11" fmla="*/ 133 h 664"/>
                <a:gd name="T12" fmla="*/ 554 w 638"/>
                <a:gd name="T13" fmla="*/ 327 h 664"/>
                <a:gd name="T14" fmla="*/ 638 w 638"/>
                <a:gd name="T15" fmla="*/ 327 h 664"/>
                <a:gd name="T16" fmla="*/ 519 w 638"/>
                <a:gd name="T17" fmla="*/ 82 h 664"/>
                <a:gd name="T18" fmla="*/ 244 w 638"/>
                <a:gd name="T19" fmla="*/ 25 h 664"/>
                <a:gd name="T20" fmla="*/ 39 w 638"/>
                <a:gd name="T21" fmla="*/ 201 h 664"/>
                <a:gd name="T22" fmla="*/ 53 w 638"/>
                <a:gd name="T23" fmla="*/ 482 h 664"/>
                <a:gd name="T24" fmla="*/ 406 w 638"/>
                <a:gd name="T25" fmla="*/ 630 h 664"/>
                <a:gd name="T26" fmla="*/ 638 w 638"/>
                <a:gd name="T27" fmla="*/ 327 h 664"/>
                <a:gd name="T28" fmla="*/ 554 w 638"/>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8" h="664">
                  <a:moveTo>
                    <a:pt x="554" y="327"/>
                  </a:moveTo>
                  <a:cubicBezTo>
                    <a:pt x="553" y="410"/>
                    <a:pt x="509" y="485"/>
                    <a:pt x="437" y="527"/>
                  </a:cubicBezTo>
                  <a:cubicBezTo>
                    <a:pt x="365" y="569"/>
                    <a:pt x="274" y="564"/>
                    <a:pt x="203" y="521"/>
                  </a:cubicBezTo>
                  <a:cubicBezTo>
                    <a:pt x="133" y="478"/>
                    <a:pt x="94" y="398"/>
                    <a:pt x="96" y="316"/>
                  </a:cubicBezTo>
                  <a:cubicBezTo>
                    <a:pt x="99" y="234"/>
                    <a:pt x="150" y="161"/>
                    <a:pt x="222" y="123"/>
                  </a:cubicBezTo>
                  <a:cubicBezTo>
                    <a:pt x="292" y="86"/>
                    <a:pt x="379" y="92"/>
                    <a:pt x="446" y="133"/>
                  </a:cubicBezTo>
                  <a:cubicBezTo>
                    <a:pt x="514" y="174"/>
                    <a:pt x="553" y="250"/>
                    <a:pt x="554" y="327"/>
                  </a:cubicBezTo>
                  <a:cubicBezTo>
                    <a:pt x="554" y="381"/>
                    <a:pt x="638" y="382"/>
                    <a:pt x="638" y="327"/>
                  </a:cubicBezTo>
                  <a:cubicBezTo>
                    <a:pt x="637" y="232"/>
                    <a:pt x="594" y="141"/>
                    <a:pt x="519" y="82"/>
                  </a:cubicBezTo>
                  <a:cubicBezTo>
                    <a:pt x="441" y="21"/>
                    <a:pt x="340" y="0"/>
                    <a:pt x="244" y="25"/>
                  </a:cubicBezTo>
                  <a:cubicBezTo>
                    <a:pt x="154" y="48"/>
                    <a:pt x="76" y="116"/>
                    <a:pt x="39" y="201"/>
                  </a:cubicBezTo>
                  <a:cubicBezTo>
                    <a:pt x="0" y="292"/>
                    <a:pt x="5" y="395"/>
                    <a:pt x="53" y="482"/>
                  </a:cubicBezTo>
                  <a:cubicBezTo>
                    <a:pt x="122" y="606"/>
                    <a:pt x="271" y="664"/>
                    <a:pt x="406" y="630"/>
                  </a:cubicBezTo>
                  <a:cubicBezTo>
                    <a:pt x="542" y="595"/>
                    <a:pt x="636" y="466"/>
                    <a:pt x="638" y="327"/>
                  </a:cubicBezTo>
                  <a:cubicBezTo>
                    <a:pt x="638" y="273"/>
                    <a:pt x="554" y="273"/>
                    <a:pt x="554"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60" name="Freeform 38">
              <a:extLst>
                <a:ext uri="{FF2B5EF4-FFF2-40B4-BE49-F238E27FC236}">
                  <a16:creationId xmlns:a16="http://schemas.microsoft.com/office/drawing/2014/main" id="{B3EDC5DA-BD5A-4D94-9EF8-995AD67F8144}"/>
                </a:ext>
              </a:extLst>
            </p:cNvPr>
            <p:cNvSpPr>
              <a:spLocks/>
            </p:cNvSpPr>
            <p:nvPr/>
          </p:nvSpPr>
          <p:spPr bwMode="auto">
            <a:xfrm>
              <a:off x="-27444701" y="-2163763"/>
              <a:ext cx="3182938" cy="2136775"/>
            </a:xfrm>
            <a:custGeom>
              <a:avLst/>
              <a:gdLst>
                <a:gd name="T0" fmla="*/ 846 w 1067"/>
                <a:gd name="T1" fmla="*/ 102 h 717"/>
                <a:gd name="T2" fmla="*/ 980 w 1067"/>
                <a:gd name="T3" fmla="*/ 329 h 717"/>
                <a:gd name="T4" fmla="*/ 981 w 1067"/>
                <a:gd name="T5" fmla="*/ 479 h 717"/>
                <a:gd name="T6" fmla="*/ 981 w 1067"/>
                <a:gd name="T7" fmla="*/ 558 h 717"/>
                <a:gd name="T8" fmla="*/ 961 w 1067"/>
                <a:gd name="T9" fmla="*/ 617 h 717"/>
                <a:gd name="T10" fmla="*/ 882 w 1067"/>
                <a:gd name="T11" fmla="*/ 633 h 717"/>
                <a:gd name="T12" fmla="*/ 213 w 1067"/>
                <a:gd name="T13" fmla="*/ 633 h 717"/>
                <a:gd name="T14" fmla="*/ 152 w 1067"/>
                <a:gd name="T15" fmla="*/ 633 h 717"/>
                <a:gd name="T16" fmla="*/ 89 w 1067"/>
                <a:gd name="T17" fmla="*/ 571 h 717"/>
                <a:gd name="T18" fmla="*/ 89 w 1067"/>
                <a:gd name="T19" fmla="*/ 523 h 717"/>
                <a:gd name="T20" fmla="*/ 89 w 1067"/>
                <a:gd name="T21" fmla="*/ 355 h 717"/>
                <a:gd name="T22" fmla="*/ 172 w 1067"/>
                <a:gd name="T23" fmla="*/ 144 h 717"/>
                <a:gd name="T24" fmla="*/ 222 w 1067"/>
                <a:gd name="T25" fmla="*/ 103 h 717"/>
                <a:gd name="T26" fmla="*/ 179 w 1067"/>
                <a:gd name="T27" fmla="*/ 31 h 717"/>
                <a:gd name="T28" fmla="*/ 12 w 1067"/>
                <a:gd name="T29" fmla="*/ 276 h 717"/>
                <a:gd name="T30" fmla="*/ 5 w 1067"/>
                <a:gd name="T31" fmla="*/ 447 h 717"/>
                <a:gd name="T32" fmla="*/ 9 w 1067"/>
                <a:gd name="T33" fmla="*/ 604 h 717"/>
                <a:gd name="T34" fmla="*/ 161 w 1067"/>
                <a:gd name="T35" fmla="*/ 717 h 717"/>
                <a:gd name="T36" fmla="*/ 804 w 1067"/>
                <a:gd name="T37" fmla="*/ 717 h 717"/>
                <a:gd name="T38" fmla="*/ 907 w 1067"/>
                <a:gd name="T39" fmla="*/ 717 h 717"/>
                <a:gd name="T40" fmla="*/ 1058 w 1067"/>
                <a:gd name="T41" fmla="*/ 614 h 717"/>
                <a:gd name="T42" fmla="*/ 1065 w 1067"/>
                <a:gd name="T43" fmla="*/ 544 h 717"/>
                <a:gd name="T44" fmla="*/ 1065 w 1067"/>
                <a:gd name="T45" fmla="*/ 455 h 717"/>
                <a:gd name="T46" fmla="*/ 1060 w 1067"/>
                <a:gd name="T47" fmla="*/ 287 h 717"/>
                <a:gd name="T48" fmla="*/ 888 w 1067"/>
                <a:gd name="T49" fmla="*/ 29 h 717"/>
                <a:gd name="T50" fmla="*/ 846 w 1067"/>
                <a:gd name="T51" fmla="*/ 102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7" h="717">
                  <a:moveTo>
                    <a:pt x="846" y="102"/>
                  </a:moveTo>
                  <a:cubicBezTo>
                    <a:pt x="924" y="152"/>
                    <a:pt x="974" y="236"/>
                    <a:pt x="980" y="329"/>
                  </a:cubicBezTo>
                  <a:cubicBezTo>
                    <a:pt x="983" y="379"/>
                    <a:pt x="981" y="429"/>
                    <a:pt x="981" y="479"/>
                  </a:cubicBezTo>
                  <a:cubicBezTo>
                    <a:pt x="981" y="505"/>
                    <a:pt x="981" y="532"/>
                    <a:pt x="981" y="558"/>
                  </a:cubicBezTo>
                  <a:cubicBezTo>
                    <a:pt x="981" y="582"/>
                    <a:pt x="978" y="600"/>
                    <a:pt x="961" y="617"/>
                  </a:cubicBezTo>
                  <a:cubicBezTo>
                    <a:pt x="940" y="637"/>
                    <a:pt x="910" y="633"/>
                    <a:pt x="882" y="633"/>
                  </a:cubicBezTo>
                  <a:cubicBezTo>
                    <a:pt x="659" y="633"/>
                    <a:pt x="436" y="633"/>
                    <a:pt x="213" y="633"/>
                  </a:cubicBezTo>
                  <a:cubicBezTo>
                    <a:pt x="193" y="633"/>
                    <a:pt x="172" y="633"/>
                    <a:pt x="152" y="633"/>
                  </a:cubicBezTo>
                  <a:cubicBezTo>
                    <a:pt x="117" y="633"/>
                    <a:pt x="90" y="605"/>
                    <a:pt x="89" y="571"/>
                  </a:cubicBezTo>
                  <a:cubicBezTo>
                    <a:pt x="89" y="555"/>
                    <a:pt x="89" y="539"/>
                    <a:pt x="89" y="523"/>
                  </a:cubicBezTo>
                  <a:cubicBezTo>
                    <a:pt x="89" y="467"/>
                    <a:pt x="89" y="411"/>
                    <a:pt x="89" y="355"/>
                  </a:cubicBezTo>
                  <a:cubicBezTo>
                    <a:pt x="89" y="275"/>
                    <a:pt x="117" y="201"/>
                    <a:pt x="172" y="144"/>
                  </a:cubicBezTo>
                  <a:cubicBezTo>
                    <a:pt x="187" y="128"/>
                    <a:pt x="204" y="115"/>
                    <a:pt x="222" y="103"/>
                  </a:cubicBezTo>
                  <a:cubicBezTo>
                    <a:pt x="267" y="74"/>
                    <a:pt x="225" y="1"/>
                    <a:pt x="179" y="31"/>
                  </a:cubicBezTo>
                  <a:cubicBezTo>
                    <a:pt x="93" y="87"/>
                    <a:pt x="32" y="174"/>
                    <a:pt x="12" y="276"/>
                  </a:cubicBezTo>
                  <a:cubicBezTo>
                    <a:pt x="1" y="332"/>
                    <a:pt x="5" y="391"/>
                    <a:pt x="5" y="447"/>
                  </a:cubicBezTo>
                  <a:cubicBezTo>
                    <a:pt x="5" y="498"/>
                    <a:pt x="0" y="553"/>
                    <a:pt x="9" y="604"/>
                  </a:cubicBezTo>
                  <a:cubicBezTo>
                    <a:pt x="22" y="675"/>
                    <a:pt x="92" y="717"/>
                    <a:pt x="161" y="717"/>
                  </a:cubicBezTo>
                  <a:cubicBezTo>
                    <a:pt x="375" y="717"/>
                    <a:pt x="590" y="717"/>
                    <a:pt x="804" y="717"/>
                  </a:cubicBezTo>
                  <a:cubicBezTo>
                    <a:pt x="839" y="717"/>
                    <a:pt x="873" y="717"/>
                    <a:pt x="907" y="717"/>
                  </a:cubicBezTo>
                  <a:cubicBezTo>
                    <a:pt x="977" y="717"/>
                    <a:pt x="1035" y="681"/>
                    <a:pt x="1058" y="614"/>
                  </a:cubicBezTo>
                  <a:cubicBezTo>
                    <a:pt x="1066" y="592"/>
                    <a:pt x="1065" y="568"/>
                    <a:pt x="1065" y="544"/>
                  </a:cubicBezTo>
                  <a:cubicBezTo>
                    <a:pt x="1065" y="515"/>
                    <a:pt x="1065" y="485"/>
                    <a:pt x="1065" y="455"/>
                  </a:cubicBezTo>
                  <a:cubicBezTo>
                    <a:pt x="1065" y="399"/>
                    <a:pt x="1067" y="343"/>
                    <a:pt x="1060" y="287"/>
                  </a:cubicBezTo>
                  <a:cubicBezTo>
                    <a:pt x="1045" y="181"/>
                    <a:pt x="977" y="86"/>
                    <a:pt x="888" y="29"/>
                  </a:cubicBezTo>
                  <a:cubicBezTo>
                    <a:pt x="842" y="0"/>
                    <a:pt x="800" y="72"/>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74" name="Freeform 39">
              <a:extLst>
                <a:ext uri="{FF2B5EF4-FFF2-40B4-BE49-F238E27FC236}">
                  <a16:creationId xmlns:a16="http://schemas.microsoft.com/office/drawing/2014/main" id="{F9DCB288-7675-41B6-9E88-9068BFDC0277}"/>
                </a:ext>
              </a:extLst>
            </p:cNvPr>
            <p:cNvSpPr>
              <a:spLocks/>
            </p:cNvSpPr>
            <p:nvPr/>
          </p:nvSpPr>
          <p:spPr bwMode="auto">
            <a:xfrm>
              <a:off x="-19121438" y="-3736976"/>
              <a:ext cx="1906588" cy="1978025"/>
            </a:xfrm>
            <a:custGeom>
              <a:avLst/>
              <a:gdLst>
                <a:gd name="T0" fmla="*/ 555 w 639"/>
                <a:gd name="T1" fmla="*/ 327 h 664"/>
                <a:gd name="T2" fmla="*/ 438 w 639"/>
                <a:gd name="T3" fmla="*/ 527 h 664"/>
                <a:gd name="T4" fmla="*/ 204 w 639"/>
                <a:gd name="T5" fmla="*/ 521 h 664"/>
                <a:gd name="T6" fmla="*/ 97 w 639"/>
                <a:gd name="T7" fmla="*/ 316 h 664"/>
                <a:gd name="T8" fmla="*/ 222 w 639"/>
                <a:gd name="T9" fmla="*/ 123 h 664"/>
                <a:gd name="T10" fmla="*/ 447 w 639"/>
                <a:gd name="T11" fmla="*/ 133 h 664"/>
                <a:gd name="T12" fmla="*/ 555 w 639"/>
                <a:gd name="T13" fmla="*/ 327 h 664"/>
                <a:gd name="T14" fmla="*/ 639 w 639"/>
                <a:gd name="T15" fmla="*/ 327 h 664"/>
                <a:gd name="T16" fmla="*/ 519 w 639"/>
                <a:gd name="T17" fmla="*/ 82 h 664"/>
                <a:gd name="T18" fmla="*/ 244 w 639"/>
                <a:gd name="T19" fmla="*/ 25 h 664"/>
                <a:gd name="T20" fmla="*/ 40 w 639"/>
                <a:gd name="T21" fmla="*/ 201 h 664"/>
                <a:gd name="T22" fmla="*/ 54 w 639"/>
                <a:gd name="T23" fmla="*/ 482 h 664"/>
                <a:gd name="T24" fmla="*/ 407 w 639"/>
                <a:gd name="T25" fmla="*/ 630 h 664"/>
                <a:gd name="T26" fmla="*/ 639 w 639"/>
                <a:gd name="T27" fmla="*/ 327 h 664"/>
                <a:gd name="T28" fmla="*/ 555 w 639"/>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9" h="664">
                  <a:moveTo>
                    <a:pt x="555" y="327"/>
                  </a:moveTo>
                  <a:cubicBezTo>
                    <a:pt x="554" y="410"/>
                    <a:pt x="510" y="485"/>
                    <a:pt x="438" y="527"/>
                  </a:cubicBezTo>
                  <a:cubicBezTo>
                    <a:pt x="366" y="569"/>
                    <a:pt x="275" y="564"/>
                    <a:pt x="204" y="521"/>
                  </a:cubicBezTo>
                  <a:cubicBezTo>
                    <a:pt x="133" y="478"/>
                    <a:pt x="95" y="398"/>
                    <a:pt x="97" y="316"/>
                  </a:cubicBezTo>
                  <a:cubicBezTo>
                    <a:pt x="100" y="234"/>
                    <a:pt x="151" y="161"/>
                    <a:pt x="222" y="123"/>
                  </a:cubicBezTo>
                  <a:cubicBezTo>
                    <a:pt x="293" y="86"/>
                    <a:pt x="380" y="92"/>
                    <a:pt x="447" y="133"/>
                  </a:cubicBezTo>
                  <a:cubicBezTo>
                    <a:pt x="514" y="174"/>
                    <a:pt x="554" y="250"/>
                    <a:pt x="555" y="327"/>
                  </a:cubicBezTo>
                  <a:cubicBezTo>
                    <a:pt x="555" y="381"/>
                    <a:pt x="639" y="382"/>
                    <a:pt x="639" y="327"/>
                  </a:cubicBezTo>
                  <a:cubicBezTo>
                    <a:pt x="638" y="232"/>
                    <a:pt x="595" y="141"/>
                    <a:pt x="519" y="82"/>
                  </a:cubicBezTo>
                  <a:cubicBezTo>
                    <a:pt x="441" y="21"/>
                    <a:pt x="340" y="0"/>
                    <a:pt x="244" y="25"/>
                  </a:cubicBezTo>
                  <a:cubicBezTo>
                    <a:pt x="154" y="48"/>
                    <a:pt x="77" y="116"/>
                    <a:pt x="40" y="201"/>
                  </a:cubicBezTo>
                  <a:cubicBezTo>
                    <a:pt x="0" y="292"/>
                    <a:pt x="5" y="395"/>
                    <a:pt x="54" y="482"/>
                  </a:cubicBezTo>
                  <a:cubicBezTo>
                    <a:pt x="123" y="606"/>
                    <a:pt x="272" y="664"/>
                    <a:pt x="407" y="630"/>
                  </a:cubicBezTo>
                  <a:cubicBezTo>
                    <a:pt x="543" y="595"/>
                    <a:pt x="637" y="466"/>
                    <a:pt x="639" y="327"/>
                  </a:cubicBezTo>
                  <a:cubicBezTo>
                    <a:pt x="639" y="273"/>
                    <a:pt x="555" y="273"/>
                    <a:pt x="555"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75" name="Freeform 40">
              <a:extLst>
                <a:ext uri="{FF2B5EF4-FFF2-40B4-BE49-F238E27FC236}">
                  <a16:creationId xmlns:a16="http://schemas.microsoft.com/office/drawing/2014/main" id="{9ABAA1E3-5A43-4715-8E36-58674814BC24}"/>
                </a:ext>
              </a:extLst>
            </p:cNvPr>
            <p:cNvSpPr>
              <a:spLocks/>
            </p:cNvSpPr>
            <p:nvPr/>
          </p:nvSpPr>
          <p:spPr bwMode="auto">
            <a:xfrm>
              <a:off x="-19746913" y="-2163763"/>
              <a:ext cx="3186113" cy="2136775"/>
            </a:xfrm>
            <a:custGeom>
              <a:avLst/>
              <a:gdLst>
                <a:gd name="T0" fmla="*/ 846 w 1068"/>
                <a:gd name="T1" fmla="*/ 102 h 717"/>
                <a:gd name="T2" fmla="*/ 981 w 1068"/>
                <a:gd name="T3" fmla="*/ 329 h 717"/>
                <a:gd name="T4" fmla="*/ 981 w 1068"/>
                <a:gd name="T5" fmla="*/ 479 h 717"/>
                <a:gd name="T6" fmla="*/ 981 w 1068"/>
                <a:gd name="T7" fmla="*/ 558 h 717"/>
                <a:gd name="T8" fmla="*/ 961 w 1068"/>
                <a:gd name="T9" fmla="*/ 617 h 717"/>
                <a:gd name="T10" fmla="*/ 882 w 1068"/>
                <a:gd name="T11" fmla="*/ 633 h 717"/>
                <a:gd name="T12" fmla="*/ 214 w 1068"/>
                <a:gd name="T13" fmla="*/ 633 h 717"/>
                <a:gd name="T14" fmla="*/ 153 w 1068"/>
                <a:gd name="T15" fmla="*/ 633 h 717"/>
                <a:gd name="T16" fmla="*/ 90 w 1068"/>
                <a:gd name="T17" fmla="*/ 571 h 717"/>
                <a:gd name="T18" fmla="*/ 90 w 1068"/>
                <a:gd name="T19" fmla="*/ 523 h 717"/>
                <a:gd name="T20" fmla="*/ 90 w 1068"/>
                <a:gd name="T21" fmla="*/ 355 h 717"/>
                <a:gd name="T22" fmla="*/ 173 w 1068"/>
                <a:gd name="T23" fmla="*/ 144 h 717"/>
                <a:gd name="T24" fmla="*/ 222 w 1068"/>
                <a:gd name="T25" fmla="*/ 103 h 717"/>
                <a:gd name="T26" fmla="*/ 180 w 1068"/>
                <a:gd name="T27" fmla="*/ 31 h 717"/>
                <a:gd name="T28" fmla="*/ 13 w 1068"/>
                <a:gd name="T29" fmla="*/ 276 h 717"/>
                <a:gd name="T30" fmla="*/ 6 w 1068"/>
                <a:gd name="T31" fmla="*/ 447 h 717"/>
                <a:gd name="T32" fmla="*/ 10 w 1068"/>
                <a:gd name="T33" fmla="*/ 604 h 717"/>
                <a:gd name="T34" fmla="*/ 161 w 1068"/>
                <a:gd name="T35" fmla="*/ 717 h 717"/>
                <a:gd name="T36" fmla="*/ 805 w 1068"/>
                <a:gd name="T37" fmla="*/ 717 h 717"/>
                <a:gd name="T38" fmla="*/ 908 w 1068"/>
                <a:gd name="T39" fmla="*/ 717 h 717"/>
                <a:gd name="T40" fmla="*/ 1059 w 1068"/>
                <a:gd name="T41" fmla="*/ 614 h 717"/>
                <a:gd name="T42" fmla="*/ 1065 w 1068"/>
                <a:gd name="T43" fmla="*/ 544 h 717"/>
                <a:gd name="T44" fmla="*/ 1065 w 1068"/>
                <a:gd name="T45" fmla="*/ 455 h 717"/>
                <a:gd name="T46" fmla="*/ 1060 w 1068"/>
                <a:gd name="T47" fmla="*/ 287 h 717"/>
                <a:gd name="T48" fmla="*/ 889 w 1068"/>
                <a:gd name="T49" fmla="*/ 29 h 717"/>
                <a:gd name="T50" fmla="*/ 846 w 1068"/>
                <a:gd name="T51" fmla="*/ 102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8" h="717">
                  <a:moveTo>
                    <a:pt x="846" y="102"/>
                  </a:moveTo>
                  <a:cubicBezTo>
                    <a:pt x="924" y="152"/>
                    <a:pt x="975" y="236"/>
                    <a:pt x="981" y="329"/>
                  </a:cubicBezTo>
                  <a:cubicBezTo>
                    <a:pt x="984" y="379"/>
                    <a:pt x="981" y="429"/>
                    <a:pt x="981" y="479"/>
                  </a:cubicBezTo>
                  <a:cubicBezTo>
                    <a:pt x="981" y="505"/>
                    <a:pt x="981" y="532"/>
                    <a:pt x="981" y="558"/>
                  </a:cubicBezTo>
                  <a:cubicBezTo>
                    <a:pt x="981" y="582"/>
                    <a:pt x="978" y="600"/>
                    <a:pt x="961" y="617"/>
                  </a:cubicBezTo>
                  <a:cubicBezTo>
                    <a:pt x="941" y="637"/>
                    <a:pt x="911" y="633"/>
                    <a:pt x="882" y="633"/>
                  </a:cubicBezTo>
                  <a:cubicBezTo>
                    <a:pt x="659" y="633"/>
                    <a:pt x="437" y="633"/>
                    <a:pt x="214" y="633"/>
                  </a:cubicBezTo>
                  <a:cubicBezTo>
                    <a:pt x="193" y="633"/>
                    <a:pt x="173" y="633"/>
                    <a:pt x="153" y="633"/>
                  </a:cubicBezTo>
                  <a:cubicBezTo>
                    <a:pt x="118" y="633"/>
                    <a:pt x="91" y="605"/>
                    <a:pt x="90" y="571"/>
                  </a:cubicBezTo>
                  <a:cubicBezTo>
                    <a:pt x="89" y="555"/>
                    <a:pt x="90" y="539"/>
                    <a:pt x="90" y="523"/>
                  </a:cubicBezTo>
                  <a:cubicBezTo>
                    <a:pt x="90" y="467"/>
                    <a:pt x="90" y="411"/>
                    <a:pt x="90" y="355"/>
                  </a:cubicBezTo>
                  <a:cubicBezTo>
                    <a:pt x="90" y="275"/>
                    <a:pt x="117" y="201"/>
                    <a:pt x="173" y="144"/>
                  </a:cubicBezTo>
                  <a:cubicBezTo>
                    <a:pt x="188" y="128"/>
                    <a:pt x="204" y="115"/>
                    <a:pt x="222" y="103"/>
                  </a:cubicBezTo>
                  <a:cubicBezTo>
                    <a:pt x="267" y="74"/>
                    <a:pt x="225" y="1"/>
                    <a:pt x="180" y="31"/>
                  </a:cubicBezTo>
                  <a:cubicBezTo>
                    <a:pt x="94" y="87"/>
                    <a:pt x="32" y="174"/>
                    <a:pt x="13" y="276"/>
                  </a:cubicBezTo>
                  <a:cubicBezTo>
                    <a:pt x="2" y="332"/>
                    <a:pt x="6" y="391"/>
                    <a:pt x="6" y="447"/>
                  </a:cubicBezTo>
                  <a:cubicBezTo>
                    <a:pt x="6" y="498"/>
                    <a:pt x="0" y="553"/>
                    <a:pt x="10" y="604"/>
                  </a:cubicBezTo>
                  <a:cubicBezTo>
                    <a:pt x="23" y="675"/>
                    <a:pt x="93" y="717"/>
                    <a:pt x="161" y="717"/>
                  </a:cubicBezTo>
                  <a:cubicBezTo>
                    <a:pt x="376" y="717"/>
                    <a:pt x="590" y="717"/>
                    <a:pt x="805" y="717"/>
                  </a:cubicBezTo>
                  <a:cubicBezTo>
                    <a:pt x="839" y="717"/>
                    <a:pt x="874" y="717"/>
                    <a:pt x="908" y="717"/>
                  </a:cubicBezTo>
                  <a:cubicBezTo>
                    <a:pt x="978" y="717"/>
                    <a:pt x="1036" y="681"/>
                    <a:pt x="1059" y="614"/>
                  </a:cubicBezTo>
                  <a:cubicBezTo>
                    <a:pt x="1067" y="592"/>
                    <a:pt x="1065" y="568"/>
                    <a:pt x="1065" y="544"/>
                  </a:cubicBezTo>
                  <a:cubicBezTo>
                    <a:pt x="1065" y="515"/>
                    <a:pt x="1065" y="485"/>
                    <a:pt x="1065" y="455"/>
                  </a:cubicBezTo>
                  <a:cubicBezTo>
                    <a:pt x="1065" y="399"/>
                    <a:pt x="1068" y="343"/>
                    <a:pt x="1060" y="287"/>
                  </a:cubicBezTo>
                  <a:cubicBezTo>
                    <a:pt x="1046" y="181"/>
                    <a:pt x="978" y="86"/>
                    <a:pt x="889" y="29"/>
                  </a:cubicBezTo>
                  <a:cubicBezTo>
                    <a:pt x="843" y="0"/>
                    <a:pt x="801" y="72"/>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76" name="Freeform 41">
              <a:extLst>
                <a:ext uri="{FF2B5EF4-FFF2-40B4-BE49-F238E27FC236}">
                  <a16:creationId xmlns:a16="http://schemas.microsoft.com/office/drawing/2014/main" id="{EA6EC370-AE96-4357-86E0-93B6C20D2269}"/>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77" name="Freeform 42">
              <a:extLst>
                <a:ext uri="{FF2B5EF4-FFF2-40B4-BE49-F238E27FC236}">
                  <a16:creationId xmlns:a16="http://schemas.microsoft.com/office/drawing/2014/main" id="{5368DFC5-02C5-4946-A452-2652C5D14973}"/>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78" name="Freeform 43">
              <a:extLst>
                <a:ext uri="{FF2B5EF4-FFF2-40B4-BE49-F238E27FC236}">
                  <a16:creationId xmlns:a16="http://schemas.microsoft.com/office/drawing/2014/main" id="{8580222D-9DD6-41E9-912C-179A6E1059FD}"/>
                </a:ext>
              </a:extLst>
            </p:cNvPr>
            <p:cNvSpPr>
              <a:spLocks/>
            </p:cNvSpPr>
            <p:nvPr/>
          </p:nvSpPr>
          <p:spPr bwMode="auto">
            <a:xfrm>
              <a:off x="-22191663" y="-4017963"/>
              <a:ext cx="1946275" cy="1266825"/>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grpSp>
      <p:sp>
        <p:nvSpPr>
          <p:cNvPr id="24" name="TextBox 23">
            <a:extLst>
              <a:ext uri="{FF2B5EF4-FFF2-40B4-BE49-F238E27FC236}">
                <a16:creationId xmlns:a16="http://schemas.microsoft.com/office/drawing/2014/main" id="{C1165547-DF3A-4694-9097-2BDAF2003713}"/>
              </a:ext>
            </a:extLst>
          </p:cNvPr>
          <p:cNvSpPr txBox="1"/>
          <p:nvPr/>
        </p:nvSpPr>
        <p:spPr>
          <a:xfrm>
            <a:off x="1846894" y="2065160"/>
            <a:ext cx="7344009" cy="1477328"/>
          </a:xfrm>
          <a:prstGeom prst="rect">
            <a:avLst/>
          </a:prstGeom>
          <a:noFill/>
        </p:spPr>
        <p:txBody>
          <a:bodyPr wrap="square" lIns="0" tIns="0" rIns="0" bIns="0" rtlCol="0">
            <a:spAutoFit/>
          </a:bodyPr>
          <a:lstStyle/>
          <a:p>
            <a:pPr algn="ctr"/>
            <a:r>
              <a:rPr lang="en-US" sz="4800" b="1" dirty="0" err="1">
                <a:solidFill>
                  <a:srgbClr val="030553"/>
                </a:solidFill>
                <a:latin typeface="Segoe UI" panose="020B0502040204020203" pitchFamily="34" charset="0"/>
                <a:cs typeface="Segoe UI" panose="020B0502040204020203" pitchFamily="34" charset="0"/>
              </a:rPr>
              <a:t>Astrosage</a:t>
            </a:r>
            <a:r>
              <a:rPr lang="en-US" sz="4800" b="1" dirty="0">
                <a:solidFill>
                  <a:srgbClr val="030553"/>
                </a:solidFill>
                <a:latin typeface="Segoe UI" panose="020B0502040204020203" pitchFamily="34" charset="0"/>
                <a:cs typeface="Segoe UI" panose="020B0502040204020203" pitchFamily="34" charset="0"/>
              </a:rPr>
              <a:t> Dataset Analysis</a:t>
            </a:r>
          </a:p>
        </p:txBody>
      </p:sp>
      <p:sp>
        <p:nvSpPr>
          <p:cNvPr id="55" name="Rectangle 54">
            <a:extLst>
              <a:ext uri="{FF2B5EF4-FFF2-40B4-BE49-F238E27FC236}">
                <a16:creationId xmlns:a16="http://schemas.microsoft.com/office/drawing/2014/main" id="{6BBBCB2E-F413-4381-8378-02FDC20EA4F6}"/>
              </a:ext>
            </a:extLst>
          </p:cNvPr>
          <p:cNvSpPr/>
          <p:nvPr/>
        </p:nvSpPr>
        <p:spPr>
          <a:xfrm>
            <a:off x="491725" y="4161205"/>
            <a:ext cx="5261208" cy="861774"/>
          </a:xfrm>
          <a:prstGeom prst="rect">
            <a:avLst/>
          </a:prstGeom>
        </p:spPr>
        <p:txBody>
          <a:bodyPr wrap="square" lIns="0" tIns="0" rIns="0" bIns="0">
            <a:spAutoFit/>
          </a:bodyPr>
          <a:lstStyle/>
          <a:p>
            <a:r>
              <a:rPr lang="en-US" sz="2800" dirty="0">
                <a:solidFill>
                  <a:srgbClr val="030553"/>
                </a:solidFill>
                <a:latin typeface="Segoe UI" panose="020B0502040204020203" pitchFamily="34" charset="0"/>
                <a:cs typeface="Segoe UI" panose="020B0502040204020203" pitchFamily="34" charset="0"/>
              </a:rPr>
              <a:t>Project by – Pranay Sanyal</a:t>
            </a:r>
          </a:p>
          <a:p>
            <a:r>
              <a:rPr lang="en-US" sz="2800" dirty="0">
                <a:solidFill>
                  <a:srgbClr val="030553"/>
                </a:solidFill>
                <a:latin typeface="Segoe UI" panose="020B0502040204020203" pitchFamily="34" charset="0"/>
                <a:cs typeface="Segoe UI" panose="020B0502040204020203" pitchFamily="34" charset="0"/>
              </a:rPr>
              <a:t>Newton batch – May 2025</a:t>
            </a:r>
          </a:p>
        </p:txBody>
      </p:sp>
      <p:pic>
        <p:nvPicPr>
          <p:cNvPr id="5" name="Picture 4">
            <a:extLst>
              <a:ext uri="{FF2B5EF4-FFF2-40B4-BE49-F238E27FC236}">
                <a16:creationId xmlns:a16="http://schemas.microsoft.com/office/drawing/2014/main" id="{7E9497D0-DEB6-04B2-0053-1D0E378F2143}"/>
              </a:ext>
            </a:extLst>
          </p:cNvPr>
          <p:cNvPicPr>
            <a:picLocks noChangeAspect="1"/>
          </p:cNvPicPr>
          <p:nvPr/>
        </p:nvPicPr>
        <p:blipFill>
          <a:blip r:embed="rId3"/>
          <a:stretch>
            <a:fillRect/>
          </a:stretch>
        </p:blipFill>
        <p:spPr>
          <a:xfrm>
            <a:off x="9366093" y="270348"/>
            <a:ext cx="2713340" cy="2713340"/>
          </a:xfrm>
          <a:prstGeom prst="rect">
            <a:avLst/>
          </a:prstGeom>
        </p:spPr>
      </p:pic>
    </p:spTree>
    <p:extLst>
      <p:ext uri="{BB962C8B-B14F-4D97-AF65-F5344CB8AC3E}">
        <p14:creationId xmlns:p14="http://schemas.microsoft.com/office/powerpoint/2010/main" val="3254356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D6CDC4B-8F8E-BE41-7465-B5B3D4D3DE8F}"/>
              </a:ext>
            </a:extLst>
          </p:cNvPr>
          <p:cNvSpPr txBox="1"/>
          <p:nvPr/>
        </p:nvSpPr>
        <p:spPr>
          <a:xfrm>
            <a:off x="3759926" y="510811"/>
            <a:ext cx="4798422" cy="584775"/>
          </a:xfrm>
          <a:prstGeom prst="rect">
            <a:avLst/>
          </a:prstGeom>
          <a:noFill/>
        </p:spPr>
        <p:txBody>
          <a:bodyPr wrap="square">
            <a:spAutoFit/>
          </a:bodyPr>
          <a:lstStyle/>
          <a:p>
            <a:r>
              <a:rPr lang="en-US" sz="3200" b="1" dirty="0">
                <a:solidFill>
                  <a:srgbClr val="002060"/>
                </a:solidFill>
                <a:latin typeface="Segoe UI" panose="020B0502040204020203" pitchFamily="34" charset="0"/>
                <a:cs typeface="Segoe UI" panose="020B0502040204020203" pitchFamily="34" charset="0"/>
              </a:rPr>
              <a:t>PROBLEM</a:t>
            </a:r>
            <a:r>
              <a:rPr lang="en-US" b="1" dirty="0">
                <a:solidFill>
                  <a:srgbClr val="002060"/>
                </a:solidFill>
                <a:latin typeface="Segoe UI" panose="020B0502040204020203" pitchFamily="34" charset="0"/>
                <a:cs typeface="Segoe UI" panose="020B0502040204020203" pitchFamily="34" charset="0"/>
              </a:rPr>
              <a:t>   </a:t>
            </a:r>
            <a:r>
              <a:rPr lang="en-US" sz="3200" b="1" dirty="0">
                <a:solidFill>
                  <a:srgbClr val="002060"/>
                </a:solidFill>
                <a:latin typeface="Segoe UI" panose="020B0502040204020203" pitchFamily="34" charset="0"/>
                <a:cs typeface="Segoe UI" panose="020B0502040204020203" pitchFamily="34" charset="0"/>
              </a:rPr>
              <a:t>STATEMENT</a:t>
            </a:r>
            <a:r>
              <a:rPr lang="en-US" b="1" dirty="0">
                <a:solidFill>
                  <a:srgbClr val="002060"/>
                </a:solidFill>
                <a:latin typeface="Segoe UI" panose="020B0502040204020203" pitchFamily="34" charset="0"/>
                <a:cs typeface="Segoe UI" panose="020B0502040204020203" pitchFamily="34" charset="0"/>
              </a:rPr>
              <a:t> </a:t>
            </a:r>
            <a:endParaRPr lang="en-IN" dirty="0"/>
          </a:p>
        </p:txBody>
      </p:sp>
      <p:sp>
        <p:nvSpPr>
          <p:cNvPr id="7" name="Rectangle 4">
            <a:extLst>
              <a:ext uri="{FF2B5EF4-FFF2-40B4-BE49-F238E27FC236}">
                <a16:creationId xmlns:a16="http://schemas.microsoft.com/office/drawing/2014/main" id="{7A868294-D21E-CA36-F7D9-ED3C6A42BCA9}"/>
              </a:ext>
            </a:extLst>
          </p:cNvPr>
          <p:cNvSpPr>
            <a:spLocks noChangeArrowheads="1"/>
          </p:cNvSpPr>
          <p:nvPr/>
        </p:nvSpPr>
        <p:spPr bwMode="auto">
          <a:xfrm>
            <a:off x="1092200" y="1514655"/>
            <a:ext cx="969009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u="none" strike="noStrike" cap="none" normalizeH="0" baseline="0" dirty="0" err="1">
                <a:ln>
                  <a:noFill/>
                </a:ln>
                <a:solidFill>
                  <a:srgbClr val="030553"/>
                </a:solidFill>
                <a:effectLst/>
                <a:latin typeface="Segoe UI" panose="020B0502040204020203" pitchFamily="34" charset="0"/>
                <a:cs typeface="Segoe UI" panose="020B0502040204020203" pitchFamily="34" charset="0"/>
              </a:rPr>
              <a:t>AstroSage</a:t>
            </a:r>
            <a:r>
              <a:rPr kumimoji="0" lang="en-US" altLang="en-US" u="none" strike="noStrike" cap="none" normalizeH="0" baseline="0" dirty="0">
                <a:ln>
                  <a:noFill/>
                </a:ln>
                <a:solidFill>
                  <a:srgbClr val="030553"/>
                </a:solidFill>
                <a:effectLst/>
                <a:latin typeface="Segoe UI" panose="020B0502040204020203" pitchFamily="34" charset="0"/>
                <a:cs typeface="Segoe UI" panose="020B0502040204020203" pitchFamily="34" charset="0"/>
              </a:rPr>
              <a:t>, a fast-growing astrology platform, has recently secured a ₹1 crore investment to enhance its customer service infrastructure.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u="none" strike="noStrike" cap="none" normalizeH="0" baseline="0" dirty="0">
              <a:ln>
                <a:noFill/>
              </a:ln>
              <a:solidFill>
                <a:srgbClr val="030553"/>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u="none" strike="noStrike" cap="none" normalizeH="0" baseline="0" dirty="0">
                <a:ln>
                  <a:noFill/>
                </a:ln>
                <a:solidFill>
                  <a:srgbClr val="030553"/>
                </a:solidFill>
                <a:effectLst/>
                <a:latin typeface="Segoe UI" panose="020B0502040204020203" pitchFamily="34" charset="0"/>
                <a:cs typeface="Segoe UI" panose="020B0502040204020203" pitchFamily="34" charset="0"/>
              </a:rPr>
              <a:t>Challenge:</a:t>
            </a:r>
            <a:br>
              <a:rPr kumimoji="0" lang="en-US" altLang="en-US" u="none" strike="noStrike" cap="none" normalizeH="0" baseline="0" dirty="0">
                <a:ln>
                  <a:noFill/>
                </a:ln>
                <a:solidFill>
                  <a:srgbClr val="030553"/>
                </a:solidFill>
                <a:effectLst/>
                <a:latin typeface="Segoe UI" panose="020B0502040204020203" pitchFamily="34" charset="0"/>
                <a:cs typeface="Segoe UI" panose="020B0502040204020203" pitchFamily="34" charset="0"/>
              </a:rPr>
            </a:br>
            <a:r>
              <a:rPr kumimoji="0" lang="en-US" altLang="en-US" u="none" strike="noStrike" cap="none" normalizeH="0" baseline="0" dirty="0">
                <a:ln>
                  <a:noFill/>
                </a:ln>
                <a:solidFill>
                  <a:srgbClr val="030553"/>
                </a:solidFill>
                <a:effectLst/>
                <a:latin typeface="Segoe UI" panose="020B0502040204020203" pitchFamily="34" charset="0"/>
                <a:cs typeface="Segoe UI" panose="020B0502040204020203" pitchFamily="34" charset="0"/>
              </a:rPr>
              <a:t>The current call center system is experiencing: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u="none" strike="noStrike" cap="none" normalizeH="0" baseline="0" dirty="0">
                <a:ln>
                  <a:noFill/>
                </a:ln>
                <a:solidFill>
                  <a:srgbClr val="030553"/>
                </a:solidFill>
                <a:effectLst/>
                <a:latin typeface="Segoe UI" panose="020B0502040204020203" pitchFamily="34" charset="0"/>
                <a:cs typeface="Segoe UI" panose="020B0502040204020203" pitchFamily="34" charset="0"/>
              </a:rPr>
              <a:t>High call volumes with fluctuating response times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u="none" strike="noStrike" cap="none" normalizeH="0" baseline="0" dirty="0">
                <a:ln>
                  <a:noFill/>
                </a:ln>
                <a:solidFill>
                  <a:srgbClr val="030553"/>
                </a:solidFill>
                <a:effectLst/>
                <a:latin typeface="Segoe UI" panose="020B0502040204020203" pitchFamily="34" charset="0"/>
                <a:cs typeface="Segoe UI" panose="020B0502040204020203" pitchFamily="34" charset="0"/>
              </a:rPr>
              <a:t>Inconsistent customer satisfaction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u="none" strike="noStrike" cap="none" normalizeH="0" baseline="0" dirty="0">
                <a:ln>
                  <a:noFill/>
                </a:ln>
                <a:solidFill>
                  <a:srgbClr val="030553"/>
                </a:solidFill>
                <a:effectLst/>
                <a:latin typeface="Segoe UI" panose="020B0502040204020203" pitchFamily="34" charset="0"/>
                <a:cs typeface="Segoe UI" panose="020B0502040204020203" pitchFamily="34" charset="0"/>
              </a:rPr>
              <a:t>Rising operational costs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u="none" strike="noStrike" cap="none" normalizeH="0" baseline="0" dirty="0">
              <a:ln>
                <a:noFill/>
              </a:ln>
              <a:solidFill>
                <a:srgbClr val="030553"/>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u="none" strike="noStrike" cap="none" normalizeH="0" baseline="0" dirty="0">
                <a:ln>
                  <a:noFill/>
                </a:ln>
                <a:solidFill>
                  <a:srgbClr val="030553"/>
                </a:solidFill>
                <a:effectLst/>
                <a:latin typeface="Segoe UI" panose="020B0502040204020203" pitchFamily="34" charset="0"/>
                <a:cs typeface="Segoe UI" panose="020B0502040204020203" pitchFamily="34" charset="0"/>
              </a:rPr>
              <a:t>Objective:</a:t>
            </a:r>
            <a:endParaRPr kumimoji="0" lang="en-US" altLang="en-US" u="none" strike="noStrike" cap="none" normalizeH="0" baseline="0" dirty="0">
              <a:ln>
                <a:noFill/>
              </a:ln>
              <a:solidFill>
                <a:srgbClr val="030553"/>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u="none" strike="noStrike" cap="none" normalizeH="0" baseline="0" dirty="0">
                <a:ln>
                  <a:noFill/>
                </a:ln>
                <a:solidFill>
                  <a:srgbClr val="030553"/>
                </a:solidFill>
                <a:effectLst/>
                <a:latin typeface="Segoe UI" panose="020B0502040204020203" pitchFamily="34" charset="0"/>
                <a:cs typeface="Segoe UI" panose="020B0502040204020203" pitchFamily="34" charset="0"/>
              </a:rPr>
              <a:t>To analyze historical call center data and identify actionable strategies for: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u="none" strike="noStrike" cap="none" normalizeH="0" baseline="0" dirty="0">
                <a:ln>
                  <a:noFill/>
                </a:ln>
                <a:solidFill>
                  <a:srgbClr val="030553"/>
                </a:solidFill>
                <a:effectLst/>
                <a:latin typeface="Segoe UI" panose="020B0502040204020203" pitchFamily="34" charset="0"/>
                <a:cs typeface="Segoe UI" panose="020B0502040204020203" pitchFamily="34" charset="0"/>
              </a:rPr>
              <a:t>Maximizing </a:t>
            </a:r>
            <a:r>
              <a:rPr kumimoji="0" lang="en-US" altLang="en-US" b="1" u="none" strike="noStrike" cap="none" normalizeH="0" baseline="0" dirty="0">
                <a:ln>
                  <a:noFill/>
                </a:ln>
                <a:solidFill>
                  <a:srgbClr val="030553"/>
                </a:solidFill>
                <a:effectLst/>
                <a:latin typeface="Segoe UI" panose="020B0502040204020203" pitchFamily="34" charset="0"/>
                <a:cs typeface="Segoe UI" panose="020B0502040204020203" pitchFamily="34" charset="0"/>
              </a:rPr>
              <a:t>operational efficiency</a:t>
            </a:r>
            <a:endParaRPr kumimoji="0" lang="en-US" altLang="en-US" u="none" strike="noStrike" cap="none" normalizeH="0" baseline="0" dirty="0">
              <a:ln>
                <a:noFill/>
              </a:ln>
              <a:solidFill>
                <a:srgbClr val="030553"/>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u="none" strike="noStrike" cap="none" normalizeH="0" baseline="0" dirty="0">
                <a:ln>
                  <a:noFill/>
                </a:ln>
                <a:solidFill>
                  <a:srgbClr val="030553"/>
                </a:solidFill>
                <a:effectLst/>
                <a:latin typeface="Segoe UI" panose="020B0502040204020203" pitchFamily="34" charset="0"/>
                <a:cs typeface="Segoe UI" panose="020B0502040204020203" pitchFamily="34" charset="0"/>
              </a:rPr>
              <a:t>Enhancing </a:t>
            </a:r>
            <a:r>
              <a:rPr kumimoji="0" lang="en-US" altLang="en-US" b="1" u="none" strike="noStrike" cap="none" normalizeH="0" baseline="0" dirty="0">
                <a:ln>
                  <a:noFill/>
                </a:ln>
                <a:solidFill>
                  <a:srgbClr val="030553"/>
                </a:solidFill>
                <a:effectLst/>
                <a:latin typeface="Segoe UI" panose="020B0502040204020203" pitchFamily="34" charset="0"/>
                <a:cs typeface="Segoe UI" panose="020B0502040204020203" pitchFamily="34" charset="0"/>
              </a:rPr>
              <a:t>customer satisfaction</a:t>
            </a:r>
            <a:endParaRPr kumimoji="0" lang="en-US" altLang="en-US" u="none" strike="noStrike" cap="none" normalizeH="0" baseline="0" dirty="0">
              <a:ln>
                <a:noFill/>
              </a:ln>
              <a:solidFill>
                <a:srgbClr val="030553"/>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u="none" strike="noStrike" cap="none" normalizeH="0" baseline="0" dirty="0">
                <a:ln>
                  <a:noFill/>
                </a:ln>
                <a:solidFill>
                  <a:srgbClr val="030553"/>
                </a:solidFill>
                <a:effectLst/>
                <a:latin typeface="Segoe UI" panose="020B0502040204020203" pitchFamily="34" charset="0"/>
                <a:cs typeface="Segoe UI" panose="020B0502040204020203" pitchFamily="34" charset="0"/>
              </a:rPr>
              <a:t>Improving </a:t>
            </a:r>
            <a:r>
              <a:rPr kumimoji="0" lang="en-US" altLang="en-US" b="1" u="none" strike="noStrike" cap="none" normalizeH="0" baseline="0" dirty="0">
                <a:ln>
                  <a:noFill/>
                </a:ln>
                <a:solidFill>
                  <a:srgbClr val="030553"/>
                </a:solidFill>
                <a:effectLst/>
                <a:latin typeface="Segoe UI" panose="020B0502040204020203" pitchFamily="34" charset="0"/>
                <a:cs typeface="Segoe UI" panose="020B0502040204020203" pitchFamily="34" charset="0"/>
              </a:rPr>
              <a:t>overall profitability</a:t>
            </a:r>
            <a:endParaRPr kumimoji="0" lang="en-US" altLang="en-US" u="none" strike="noStrike" cap="none" normalizeH="0" baseline="0" dirty="0">
              <a:ln>
                <a:noFill/>
              </a:ln>
              <a:solidFill>
                <a:srgbClr val="030553"/>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u="none" strike="noStrike" cap="none" normalizeH="0" baseline="0" dirty="0">
              <a:ln>
                <a:noFill/>
              </a:ln>
              <a:solidFill>
                <a:srgbClr val="030553"/>
              </a:solidFill>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2908122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80704E-29ED-E2F9-33A7-B750677F30B4}"/>
              </a:ext>
            </a:extLst>
          </p:cNvPr>
          <p:cNvSpPr txBox="1"/>
          <p:nvPr/>
        </p:nvSpPr>
        <p:spPr>
          <a:xfrm>
            <a:off x="723900" y="1231900"/>
            <a:ext cx="10109200" cy="3970318"/>
          </a:xfrm>
          <a:prstGeom prst="rect">
            <a:avLst/>
          </a:prstGeom>
          <a:noFill/>
        </p:spPr>
        <p:txBody>
          <a:bodyPr wrap="square">
            <a:spAutoFit/>
          </a:bodyPr>
          <a:lstStyle/>
          <a:p>
            <a:pPr eaLnBrk="0" fontAlgn="base" hangingPunct="0">
              <a:spcBef>
                <a:spcPct val="0"/>
              </a:spcBef>
              <a:spcAft>
                <a:spcPct val="0"/>
              </a:spcAft>
            </a:pPr>
            <a:r>
              <a:rPr lang="en-IN" b="1" dirty="0">
                <a:solidFill>
                  <a:srgbClr val="030553"/>
                </a:solidFill>
                <a:latin typeface="Segoe UI" panose="020B0502040204020203" pitchFamily="34" charset="0"/>
                <a:cs typeface="Segoe UI" panose="020B0502040204020203" pitchFamily="34" charset="0"/>
              </a:rPr>
              <a:t>1)Unique ID/User ID: </a:t>
            </a:r>
            <a:r>
              <a:rPr lang="en-IN" dirty="0">
                <a:solidFill>
                  <a:srgbClr val="030553"/>
                </a:solidFill>
                <a:latin typeface="Segoe UI" panose="020B0502040204020203" pitchFamily="34" charset="0"/>
                <a:cs typeface="Segoe UI" panose="020B0502040204020203" pitchFamily="34" charset="0"/>
              </a:rPr>
              <a:t>Identifies individual users and consultations.</a:t>
            </a:r>
          </a:p>
          <a:p>
            <a:pPr eaLnBrk="0" fontAlgn="base" hangingPunct="0">
              <a:spcBef>
                <a:spcPct val="0"/>
              </a:spcBef>
              <a:spcAft>
                <a:spcPct val="0"/>
              </a:spcAft>
            </a:pPr>
            <a:r>
              <a:rPr lang="en-IN" b="1" dirty="0">
                <a:solidFill>
                  <a:srgbClr val="030553"/>
                </a:solidFill>
                <a:latin typeface="Segoe UI" panose="020B0502040204020203" pitchFamily="34" charset="0"/>
                <a:cs typeface="Segoe UI" panose="020B0502040204020203" pitchFamily="34" charset="0"/>
              </a:rPr>
              <a:t>2) Guru Names/Guru Unique ID: </a:t>
            </a:r>
            <a:r>
              <a:rPr lang="en-IN" dirty="0">
                <a:solidFill>
                  <a:srgbClr val="030553"/>
                </a:solidFill>
                <a:latin typeface="Segoe UI" panose="020B0502040204020203" pitchFamily="34" charset="0"/>
                <a:cs typeface="Segoe UI" panose="020B0502040204020203" pitchFamily="34" charset="0"/>
              </a:rPr>
              <a:t>Indicates the astrologer or expert providing the consultation.</a:t>
            </a:r>
          </a:p>
          <a:p>
            <a:pPr eaLnBrk="0" fontAlgn="base" hangingPunct="0">
              <a:spcBef>
                <a:spcPct val="0"/>
              </a:spcBef>
              <a:spcAft>
                <a:spcPct val="0"/>
              </a:spcAft>
            </a:pPr>
            <a:r>
              <a:rPr lang="en-IN" b="1" dirty="0">
                <a:solidFill>
                  <a:srgbClr val="030553"/>
                </a:solidFill>
                <a:latin typeface="Segoe UI" panose="020B0502040204020203" pitchFamily="34" charset="0"/>
                <a:cs typeface="Segoe UI" panose="020B0502040204020203" pitchFamily="34" charset="0"/>
              </a:rPr>
              <a:t>3) Consultation Type: </a:t>
            </a:r>
            <a:r>
              <a:rPr lang="en-IN" dirty="0">
                <a:solidFill>
                  <a:srgbClr val="030553"/>
                </a:solidFill>
                <a:latin typeface="Segoe UI" panose="020B0502040204020203" pitchFamily="34" charset="0"/>
                <a:cs typeface="Segoe UI" panose="020B0502040204020203" pitchFamily="34" charset="0"/>
              </a:rPr>
              <a:t>Differentiates between chat and call consultations.</a:t>
            </a:r>
          </a:p>
          <a:p>
            <a:pPr eaLnBrk="0" fontAlgn="base" hangingPunct="0">
              <a:spcBef>
                <a:spcPct val="0"/>
              </a:spcBef>
              <a:spcAft>
                <a:spcPct val="0"/>
              </a:spcAft>
            </a:pPr>
            <a:r>
              <a:rPr lang="en-IN" b="1" dirty="0">
                <a:solidFill>
                  <a:srgbClr val="030553"/>
                </a:solidFill>
                <a:latin typeface="Segoe UI" panose="020B0502040204020203" pitchFamily="34" charset="0"/>
                <a:cs typeface="Segoe UI" panose="020B0502040204020203" pitchFamily="34" charset="0"/>
              </a:rPr>
              <a:t>4) Source of Consultation: </a:t>
            </a:r>
            <a:r>
              <a:rPr lang="en-IN" dirty="0">
                <a:solidFill>
                  <a:srgbClr val="030553"/>
                </a:solidFill>
                <a:latin typeface="Segoe UI" panose="020B0502040204020203" pitchFamily="34" charset="0"/>
                <a:cs typeface="Segoe UI" panose="020B0502040204020203" pitchFamily="34" charset="0"/>
              </a:rPr>
              <a:t>Specifies where the consultation originated (e.g., app, website).</a:t>
            </a:r>
          </a:p>
          <a:p>
            <a:pPr eaLnBrk="0" fontAlgn="base" hangingPunct="0">
              <a:spcBef>
                <a:spcPct val="0"/>
              </a:spcBef>
              <a:spcAft>
                <a:spcPct val="0"/>
              </a:spcAft>
            </a:pPr>
            <a:r>
              <a:rPr lang="en-IN" b="1" dirty="0">
                <a:solidFill>
                  <a:srgbClr val="030553"/>
                </a:solidFill>
                <a:latin typeface="Segoe UI" panose="020B0502040204020203" pitchFamily="34" charset="0"/>
                <a:cs typeface="Segoe UI" panose="020B0502040204020203" pitchFamily="34" charset="0"/>
              </a:rPr>
              <a:t>5) Creation Date/Time: </a:t>
            </a:r>
            <a:r>
              <a:rPr lang="en-IN" dirty="0">
                <a:solidFill>
                  <a:srgbClr val="030553"/>
                </a:solidFill>
                <a:latin typeface="Segoe UI" panose="020B0502040204020203" pitchFamily="34" charset="0"/>
                <a:cs typeface="Segoe UI" panose="020B0502040204020203" pitchFamily="34" charset="0"/>
              </a:rPr>
              <a:t>Captures when the consultation was initiated.</a:t>
            </a:r>
          </a:p>
          <a:p>
            <a:pPr eaLnBrk="0" fontAlgn="base" hangingPunct="0">
              <a:spcBef>
                <a:spcPct val="0"/>
              </a:spcBef>
              <a:spcAft>
                <a:spcPct val="0"/>
              </a:spcAft>
            </a:pPr>
            <a:r>
              <a:rPr lang="en-IN" b="1" dirty="0">
                <a:solidFill>
                  <a:srgbClr val="030553"/>
                </a:solidFill>
                <a:latin typeface="Segoe UI" panose="020B0502040204020203" pitchFamily="34" charset="0"/>
                <a:cs typeface="Segoe UI" panose="020B0502040204020203" pitchFamily="34" charset="0"/>
              </a:rPr>
              <a:t>6) Refund Status: </a:t>
            </a:r>
            <a:r>
              <a:rPr lang="en-IN" dirty="0">
                <a:solidFill>
                  <a:srgbClr val="030553"/>
                </a:solidFill>
                <a:latin typeface="Segoe UI" panose="020B0502040204020203" pitchFamily="34" charset="0"/>
                <a:cs typeface="Segoe UI" panose="020B0502040204020203" pitchFamily="34" charset="0"/>
              </a:rPr>
              <a:t>Tracks whether a refund was issued for the consultation.</a:t>
            </a:r>
          </a:p>
          <a:p>
            <a:pPr eaLnBrk="0" fontAlgn="base" hangingPunct="0">
              <a:spcBef>
                <a:spcPct val="0"/>
              </a:spcBef>
              <a:spcAft>
                <a:spcPct val="0"/>
              </a:spcAft>
            </a:pPr>
            <a:r>
              <a:rPr lang="en-IN" b="1" dirty="0">
                <a:solidFill>
                  <a:srgbClr val="030553"/>
                </a:solidFill>
                <a:latin typeface="Segoe UI" panose="020B0502040204020203" pitchFamily="34" charset="0"/>
                <a:cs typeface="Segoe UI" panose="020B0502040204020203" pitchFamily="34" charset="0"/>
              </a:rPr>
              <a:t>7) Chat and Call Status: </a:t>
            </a:r>
            <a:r>
              <a:rPr lang="en-IN" dirty="0">
                <a:solidFill>
                  <a:srgbClr val="030553"/>
                </a:solidFill>
                <a:latin typeface="Segoe UI" panose="020B0502040204020203" pitchFamily="34" charset="0"/>
                <a:cs typeface="Segoe UI" panose="020B0502040204020203" pitchFamily="34" charset="0"/>
              </a:rPr>
              <a:t>Indicates whether a chat or call was completed, failed, or refunded.</a:t>
            </a:r>
          </a:p>
          <a:p>
            <a:pPr eaLnBrk="0" fontAlgn="base" hangingPunct="0">
              <a:spcBef>
                <a:spcPct val="0"/>
              </a:spcBef>
              <a:spcAft>
                <a:spcPct val="0"/>
              </a:spcAft>
            </a:pPr>
            <a:r>
              <a:rPr lang="en-IN" b="1" dirty="0">
                <a:solidFill>
                  <a:srgbClr val="030553"/>
                </a:solidFill>
                <a:latin typeface="Segoe UI" panose="020B0502040204020203" pitchFamily="34" charset="0"/>
                <a:cs typeface="Segoe UI" panose="020B0502040204020203" pitchFamily="34" charset="0"/>
              </a:rPr>
              <a:t>8) Duration (Chat/Call): </a:t>
            </a:r>
            <a:r>
              <a:rPr lang="en-IN" dirty="0">
                <a:solidFill>
                  <a:srgbClr val="030553"/>
                </a:solidFill>
                <a:latin typeface="Segoe UI" panose="020B0502040204020203" pitchFamily="34" charset="0"/>
                <a:cs typeface="Segoe UI" panose="020B0502040204020203" pitchFamily="34" charset="0"/>
              </a:rPr>
              <a:t>Measures the total time spent in each consultation.</a:t>
            </a:r>
          </a:p>
          <a:p>
            <a:pPr eaLnBrk="0" fontAlgn="base" hangingPunct="0">
              <a:spcBef>
                <a:spcPct val="0"/>
              </a:spcBef>
              <a:spcAft>
                <a:spcPct val="0"/>
              </a:spcAft>
            </a:pPr>
            <a:r>
              <a:rPr lang="en-IN" b="1" dirty="0">
                <a:solidFill>
                  <a:srgbClr val="030553"/>
                </a:solidFill>
                <a:latin typeface="Segoe UI" panose="020B0502040204020203" pitchFamily="34" charset="0"/>
                <a:cs typeface="Segoe UI" panose="020B0502040204020203" pitchFamily="34" charset="0"/>
              </a:rPr>
              <a:t>9) Earnings and Payment: </a:t>
            </a:r>
            <a:r>
              <a:rPr lang="en-IN" dirty="0">
                <a:solidFill>
                  <a:srgbClr val="030553"/>
                </a:solidFill>
                <a:latin typeface="Segoe UI" panose="020B0502040204020203" pitchFamily="34" charset="0"/>
                <a:cs typeface="Segoe UI" panose="020B0502040204020203" pitchFamily="34" charset="0"/>
              </a:rPr>
              <a:t>Columns like "Astrologer Earning," "Net Amount," and "Amount" show financial details.</a:t>
            </a:r>
          </a:p>
          <a:p>
            <a:pPr eaLnBrk="0" fontAlgn="base" hangingPunct="0">
              <a:spcBef>
                <a:spcPct val="0"/>
              </a:spcBef>
              <a:spcAft>
                <a:spcPct val="0"/>
              </a:spcAft>
            </a:pPr>
            <a:r>
              <a:rPr lang="en-IN" b="1" dirty="0">
                <a:solidFill>
                  <a:srgbClr val="030553"/>
                </a:solidFill>
                <a:latin typeface="Segoe UI" panose="020B0502040204020203" pitchFamily="34" charset="0"/>
                <a:cs typeface="Segoe UI" panose="020B0502040204020203" pitchFamily="34" charset="0"/>
              </a:rPr>
              <a:t>10) Rating: </a:t>
            </a:r>
            <a:r>
              <a:rPr lang="en-IN" dirty="0">
                <a:solidFill>
                  <a:srgbClr val="030553"/>
                </a:solidFill>
                <a:latin typeface="Segoe UI" panose="020B0502040204020203" pitchFamily="34" charset="0"/>
                <a:cs typeface="Segoe UI" panose="020B0502040204020203" pitchFamily="34" charset="0"/>
              </a:rPr>
              <a:t>Allows users to rate their consultation experience.</a:t>
            </a:r>
          </a:p>
          <a:p>
            <a:pPr eaLnBrk="0" fontAlgn="base" hangingPunct="0">
              <a:spcBef>
                <a:spcPct val="0"/>
              </a:spcBef>
              <a:spcAft>
                <a:spcPct val="0"/>
              </a:spcAft>
            </a:pPr>
            <a:endParaRPr lang="en-IN" dirty="0">
              <a:solidFill>
                <a:srgbClr val="030553"/>
              </a:solidFill>
              <a:latin typeface="Segoe UI" panose="020B0502040204020203" pitchFamily="34" charset="0"/>
              <a:cs typeface="Segoe UI" panose="020B0502040204020203" pitchFamily="34" charset="0"/>
            </a:endParaRPr>
          </a:p>
          <a:p>
            <a:pPr eaLnBrk="0" fontAlgn="base" hangingPunct="0">
              <a:spcBef>
                <a:spcPct val="0"/>
              </a:spcBef>
              <a:spcAft>
                <a:spcPct val="0"/>
              </a:spcAft>
            </a:pPr>
            <a:r>
              <a:rPr lang="en-IN" b="1" dirty="0">
                <a:solidFill>
                  <a:srgbClr val="030553"/>
                </a:solidFill>
                <a:latin typeface="Segoe UI" panose="020B0502040204020203" pitchFamily="34" charset="0"/>
                <a:cs typeface="Segoe UI" panose="020B0502040204020203" pitchFamily="34" charset="0"/>
              </a:rPr>
              <a:t>This data can be </a:t>
            </a:r>
            <a:r>
              <a:rPr lang="en-IN" b="1" dirty="0" err="1">
                <a:solidFill>
                  <a:srgbClr val="030553"/>
                </a:solidFill>
                <a:latin typeface="Segoe UI" panose="020B0502040204020203" pitchFamily="34" charset="0"/>
                <a:cs typeface="Segoe UI" panose="020B0502040204020203" pitchFamily="34" charset="0"/>
              </a:rPr>
              <a:t>analyzed</a:t>
            </a:r>
            <a:r>
              <a:rPr lang="en-IN" b="1" dirty="0">
                <a:solidFill>
                  <a:srgbClr val="030553"/>
                </a:solidFill>
                <a:latin typeface="Segoe UI" panose="020B0502040204020203" pitchFamily="34" charset="0"/>
                <a:cs typeface="Segoe UI" panose="020B0502040204020203" pitchFamily="34" charset="0"/>
              </a:rPr>
              <a:t> to assess user </a:t>
            </a:r>
            <a:r>
              <a:rPr lang="en-IN" b="1" dirty="0" err="1">
                <a:solidFill>
                  <a:srgbClr val="030553"/>
                </a:solidFill>
                <a:latin typeface="Segoe UI" panose="020B0502040204020203" pitchFamily="34" charset="0"/>
                <a:cs typeface="Segoe UI" panose="020B0502040204020203" pitchFamily="34" charset="0"/>
              </a:rPr>
              <a:t>behavior</a:t>
            </a:r>
            <a:r>
              <a:rPr lang="en-IN" b="1" dirty="0">
                <a:solidFill>
                  <a:srgbClr val="030553"/>
                </a:solidFill>
                <a:latin typeface="Segoe UI" panose="020B0502040204020203" pitchFamily="34" charset="0"/>
                <a:cs typeface="Segoe UI" panose="020B0502040204020203" pitchFamily="34" charset="0"/>
              </a:rPr>
              <a:t>, guru performance, consultation outcomes, and financial metrics.</a:t>
            </a:r>
          </a:p>
        </p:txBody>
      </p:sp>
      <p:sp>
        <p:nvSpPr>
          <p:cNvPr id="5" name="TextBox 4">
            <a:extLst>
              <a:ext uri="{FF2B5EF4-FFF2-40B4-BE49-F238E27FC236}">
                <a16:creationId xmlns:a16="http://schemas.microsoft.com/office/drawing/2014/main" id="{0E120506-6B23-8F44-062E-7D5F5B71CDB0}"/>
              </a:ext>
            </a:extLst>
          </p:cNvPr>
          <p:cNvSpPr txBox="1"/>
          <p:nvPr/>
        </p:nvSpPr>
        <p:spPr>
          <a:xfrm>
            <a:off x="3699933" y="238668"/>
            <a:ext cx="3798147" cy="769441"/>
          </a:xfrm>
          <a:prstGeom prst="rect">
            <a:avLst/>
          </a:prstGeom>
          <a:noFill/>
        </p:spPr>
        <p:txBody>
          <a:bodyPr wrap="square">
            <a:spAutoFit/>
          </a:bodyPr>
          <a:lstStyle/>
          <a:p>
            <a:r>
              <a:rPr lang="en-US" sz="3200" b="1" dirty="0">
                <a:solidFill>
                  <a:srgbClr val="002060"/>
                </a:solidFill>
                <a:latin typeface="Segoe UI" panose="020B0502040204020203" pitchFamily="34" charset="0"/>
                <a:cs typeface="Segoe UI" panose="020B0502040204020203" pitchFamily="34" charset="0"/>
              </a:rPr>
              <a:t>DATA</a:t>
            </a:r>
            <a:r>
              <a:rPr lang="en-US" sz="4400" b="1" dirty="0">
                <a:solidFill>
                  <a:srgbClr val="002060"/>
                </a:solidFill>
                <a:latin typeface="Segoe UI" panose="020B0502040204020203" pitchFamily="34" charset="0"/>
                <a:cs typeface="Segoe UI" panose="020B0502040204020203" pitchFamily="34" charset="0"/>
              </a:rPr>
              <a:t> </a:t>
            </a:r>
            <a:r>
              <a:rPr lang="en-US" sz="3200" b="1" dirty="0">
                <a:solidFill>
                  <a:srgbClr val="002060"/>
                </a:solidFill>
                <a:latin typeface="Segoe UI" panose="020B0502040204020203" pitchFamily="34" charset="0"/>
                <a:cs typeface="Segoe UI" panose="020B0502040204020203" pitchFamily="34" charset="0"/>
              </a:rPr>
              <a:t>OVERVIEW</a:t>
            </a:r>
            <a:r>
              <a:rPr lang="en-US" sz="1800" b="1" dirty="0">
                <a:solidFill>
                  <a:srgbClr val="002060"/>
                </a:solidFill>
                <a:latin typeface="Segoe UI" panose="020B0502040204020203" pitchFamily="34" charset="0"/>
                <a:cs typeface="Segoe UI" panose="020B0502040204020203" pitchFamily="34" charset="0"/>
              </a:rPr>
              <a:t> </a:t>
            </a:r>
            <a:endParaRPr lang="en-IN" dirty="0"/>
          </a:p>
        </p:txBody>
      </p:sp>
    </p:spTree>
    <p:extLst>
      <p:ext uri="{BB962C8B-B14F-4D97-AF65-F5344CB8AC3E}">
        <p14:creationId xmlns:p14="http://schemas.microsoft.com/office/powerpoint/2010/main" val="2047609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15E537-4AB4-4445-A3AC-40D738EDF3DC}"/>
              </a:ext>
            </a:extLst>
          </p:cNvPr>
          <p:cNvSpPr txBox="1"/>
          <p:nvPr/>
        </p:nvSpPr>
        <p:spPr>
          <a:xfrm>
            <a:off x="1183821" y="738390"/>
            <a:ext cx="4845708" cy="492443"/>
          </a:xfrm>
          <a:prstGeom prst="rect">
            <a:avLst/>
          </a:prstGeom>
          <a:noFill/>
        </p:spPr>
        <p:txBody>
          <a:bodyPr wrap="square" lIns="0" tIns="0" rIns="0" bIns="0" rtlCol="0">
            <a:spAutoFit/>
          </a:bodyPr>
          <a:lstStyle/>
          <a:p>
            <a:r>
              <a:rPr lang="en-US" sz="3200" b="1" dirty="0">
                <a:solidFill>
                  <a:srgbClr val="002060"/>
                </a:solidFill>
                <a:latin typeface="Segoe UI" panose="020B0502040204020203" pitchFamily="34" charset="0"/>
                <a:cs typeface="Segoe UI" panose="020B0502040204020203" pitchFamily="34" charset="0"/>
              </a:rPr>
              <a:t>Objectives  </a:t>
            </a:r>
          </a:p>
        </p:txBody>
      </p:sp>
      <p:cxnSp>
        <p:nvCxnSpPr>
          <p:cNvPr id="4" name="Straight Connector 3">
            <a:extLst>
              <a:ext uri="{FF2B5EF4-FFF2-40B4-BE49-F238E27FC236}">
                <a16:creationId xmlns:a16="http://schemas.microsoft.com/office/drawing/2014/main" id="{B38D4B56-7D6C-4345-912F-B3BA9A014E8B}"/>
              </a:ext>
              <a:ext uri="{C183D7F6-B498-43B3-948B-1728B52AA6E4}">
                <adec:decorative xmlns:adec="http://schemas.microsoft.com/office/drawing/2017/decorative" val="1"/>
              </a:ext>
            </a:extLst>
          </p:cNvPr>
          <p:cNvCxnSpPr/>
          <p:nvPr/>
        </p:nvCxnSpPr>
        <p:spPr>
          <a:xfrm>
            <a:off x="740229"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B457331C-2A24-4352-9B4C-1C1B326F404F}"/>
              </a:ext>
              <a:ext uri="{C183D7F6-B498-43B3-948B-1728B52AA6E4}">
                <adec:decorative xmlns:adec="http://schemas.microsoft.com/office/drawing/2017/decorative" val="1"/>
              </a:ext>
            </a:extLst>
          </p:cNvPr>
          <p:cNvGrpSpPr/>
          <p:nvPr/>
        </p:nvGrpSpPr>
        <p:grpSpPr>
          <a:xfrm>
            <a:off x="518433" y="1881815"/>
            <a:ext cx="4796772" cy="4247102"/>
            <a:chOff x="518433" y="1692049"/>
            <a:chExt cx="4201583" cy="4040716"/>
          </a:xfrm>
        </p:grpSpPr>
        <p:grpSp>
          <p:nvGrpSpPr>
            <p:cNvPr id="21" name="Group 20">
              <a:extLst>
                <a:ext uri="{FF2B5EF4-FFF2-40B4-BE49-F238E27FC236}">
                  <a16:creationId xmlns:a16="http://schemas.microsoft.com/office/drawing/2014/main" id="{B111D787-E830-4638-97B3-205F0A0ABC3F}"/>
                </a:ext>
              </a:extLst>
            </p:cNvPr>
            <p:cNvGrpSpPr/>
            <p:nvPr/>
          </p:nvGrpSpPr>
          <p:grpSpPr>
            <a:xfrm>
              <a:off x="518433" y="1692049"/>
              <a:ext cx="4201583" cy="790616"/>
              <a:chOff x="518433" y="1851126"/>
              <a:chExt cx="4201583" cy="790616"/>
            </a:xfrm>
          </p:grpSpPr>
          <p:sp>
            <p:nvSpPr>
              <p:cNvPr id="6" name="Rectangle: Rounded Corners 5">
                <a:extLst>
                  <a:ext uri="{FF2B5EF4-FFF2-40B4-BE49-F238E27FC236}">
                    <a16:creationId xmlns:a16="http://schemas.microsoft.com/office/drawing/2014/main" id="{6BFCD1AA-E1CA-41D6-8605-56AFEBE4EEE3}"/>
                  </a:ext>
                </a:extLst>
              </p:cNvPr>
              <p:cNvSpPr/>
              <p:nvPr/>
            </p:nvSpPr>
            <p:spPr>
              <a:xfrm>
                <a:off x="518433" y="1981199"/>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9101D99-B002-4698-9C7E-C942B9AA2D39}"/>
                  </a:ext>
                </a:extLst>
              </p:cNvPr>
              <p:cNvSpPr/>
              <p:nvPr/>
            </p:nvSpPr>
            <p:spPr>
              <a:xfrm>
                <a:off x="1183821" y="1851126"/>
                <a:ext cx="3536195" cy="790616"/>
              </a:xfrm>
              <a:prstGeom prst="rect">
                <a:avLst/>
              </a:prstGeom>
            </p:spPr>
            <p:txBody>
              <a:bodyPr wrap="square" lIns="0" tIns="0" rIns="0" bIns="0">
                <a:spAutoFit/>
              </a:bodyPr>
              <a:lstStyle/>
              <a:p>
                <a:pPr algn="just"/>
                <a:r>
                  <a:rPr lang="en-US" b="1" dirty="0">
                    <a:solidFill>
                      <a:srgbClr val="030553"/>
                    </a:solidFill>
                    <a:latin typeface="Segoe UI" panose="020B0502040204020203" pitchFamily="34" charset="0"/>
                    <a:cs typeface="Segoe UI" panose="020B0502040204020203" pitchFamily="34" charset="0"/>
                  </a:rPr>
                  <a:t>The primary goal is to provide a comprehensive and data-driven view to stakeholders.</a:t>
                </a:r>
              </a:p>
            </p:txBody>
          </p:sp>
        </p:grpSp>
        <p:grpSp>
          <p:nvGrpSpPr>
            <p:cNvPr id="20" name="Group 19">
              <a:extLst>
                <a:ext uri="{FF2B5EF4-FFF2-40B4-BE49-F238E27FC236}">
                  <a16:creationId xmlns:a16="http://schemas.microsoft.com/office/drawing/2014/main" id="{2D19246F-8F2D-4FAD-8927-AA34DDAA5DFA}"/>
                </a:ext>
              </a:extLst>
            </p:cNvPr>
            <p:cNvGrpSpPr/>
            <p:nvPr/>
          </p:nvGrpSpPr>
          <p:grpSpPr>
            <a:xfrm>
              <a:off x="518433" y="2775416"/>
              <a:ext cx="4201583" cy="362369"/>
              <a:chOff x="518433" y="2717554"/>
              <a:chExt cx="4201583" cy="362369"/>
            </a:xfrm>
          </p:grpSpPr>
          <p:sp>
            <p:nvSpPr>
              <p:cNvPr id="9" name="Rectangle: Rounded Corners 8">
                <a:extLst>
                  <a:ext uri="{FF2B5EF4-FFF2-40B4-BE49-F238E27FC236}">
                    <a16:creationId xmlns:a16="http://schemas.microsoft.com/office/drawing/2014/main" id="{14FF47BA-9557-4442-8E2A-74A4F4AAD237}"/>
                  </a:ext>
                </a:extLst>
              </p:cNvPr>
              <p:cNvSpPr/>
              <p:nvPr/>
            </p:nvSpPr>
            <p:spPr>
              <a:xfrm>
                <a:off x="518433" y="2847627"/>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00C2221-E8A7-47E0-B2B2-5A6A32F96791}"/>
                  </a:ext>
                </a:extLst>
              </p:cNvPr>
              <p:cNvSpPr/>
              <p:nvPr/>
            </p:nvSpPr>
            <p:spPr>
              <a:xfrm>
                <a:off x="1183821" y="2717554"/>
                <a:ext cx="3536195" cy="246221"/>
              </a:xfrm>
              <a:prstGeom prst="rect">
                <a:avLst/>
              </a:prstGeom>
            </p:spPr>
            <p:txBody>
              <a:bodyPr wrap="square" lIns="0" tIns="0" rIns="0" bIns="0">
                <a:spAutoFit/>
              </a:bodyPr>
              <a:lstStyle/>
              <a:p>
                <a:endParaRPr lang="en-US" sz="1600" i="1" dirty="0">
                  <a:solidFill>
                    <a:srgbClr val="002060"/>
                  </a:solidFill>
                  <a:latin typeface="+mj-lt"/>
                  <a:cs typeface="Segoe UI" panose="020B0502040204020203" pitchFamily="34" charset="0"/>
                </a:endParaRPr>
              </a:p>
            </p:txBody>
          </p:sp>
        </p:grpSp>
        <p:grpSp>
          <p:nvGrpSpPr>
            <p:cNvPr id="19" name="Group 18">
              <a:extLst>
                <a:ext uri="{FF2B5EF4-FFF2-40B4-BE49-F238E27FC236}">
                  <a16:creationId xmlns:a16="http://schemas.microsoft.com/office/drawing/2014/main" id="{9D065A01-39E4-4CC9-9075-3910C66205F5}"/>
                </a:ext>
              </a:extLst>
            </p:cNvPr>
            <p:cNvGrpSpPr/>
            <p:nvPr/>
          </p:nvGrpSpPr>
          <p:grpSpPr>
            <a:xfrm>
              <a:off x="518433" y="3858783"/>
              <a:ext cx="4201583" cy="790616"/>
              <a:chOff x="518433" y="3597907"/>
              <a:chExt cx="4201583" cy="790616"/>
            </a:xfrm>
          </p:grpSpPr>
          <p:sp>
            <p:nvSpPr>
              <p:cNvPr id="11" name="Rectangle: Rounded Corners 10">
                <a:extLst>
                  <a:ext uri="{FF2B5EF4-FFF2-40B4-BE49-F238E27FC236}">
                    <a16:creationId xmlns:a16="http://schemas.microsoft.com/office/drawing/2014/main" id="{6B458D5C-BDF7-4A75-A4E8-B99128DCD84A}"/>
                  </a:ext>
                </a:extLst>
              </p:cNvPr>
              <p:cNvSpPr/>
              <p:nvPr/>
            </p:nvSpPr>
            <p:spPr>
              <a:xfrm>
                <a:off x="518433" y="3727980"/>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A17B45E-57F0-4725-89C0-3CD74A5097A3}"/>
                  </a:ext>
                </a:extLst>
              </p:cNvPr>
              <p:cNvSpPr/>
              <p:nvPr/>
            </p:nvSpPr>
            <p:spPr>
              <a:xfrm>
                <a:off x="1183821" y="3597907"/>
                <a:ext cx="3536195" cy="790616"/>
              </a:xfrm>
              <a:prstGeom prst="rect">
                <a:avLst/>
              </a:prstGeom>
            </p:spPr>
            <p:txBody>
              <a:bodyPr wrap="square" lIns="0" tIns="0" rIns="0" bIns="0">
                <a:spAutoFit/>
              </a:bodyPr>
              <a:lstStyle/>
              <a:p>
                <a:pPr algn="just"/>
                <a:r>
                  <a:rPr lang="en-US" b="1" dirty="0">
                    <a:solidFill>
                      <a:srgbClr val="030553"/>
                    </a:solidFill>
                    <a:latin typeface="Segoe UI" panose="020B0502040204020203" pitchFamily="34" charset="0"/>
                    <a:cs typeface="Segoe UI" panose="020B0502040204020203" pitchFamily="34" charset="0"/>
                  </a:rPr>
                  <a:t>Provide suggestions for user satisfaction and effectiveness in good service.</a:t>
                </a:r>
              </a:p>
            </p:txBody>
          </p:sp>
        </p:grpSp>
        <p:grpSp>
          <p:nvGrpSpPr>
            <p:cNvPr id="18" name="Group 17">
              <a:extLst>
                <a:ext uri="{FF2B5EF4-FFF2-40B4-BE49-F238E27FC236}">
                  <a16:creationId xmlns:a16="http://schemas.microsoft.com/office/drawing/2014/main" id="{609D452F-25F9-4A2F-84BD-9A44714884C6}"/>
                </a:ext>
              </a:extLst>
            </p:cNvPr>
            <p:cNvGrpSpPr/>
            <p:nvPr/>
          </p:nvGrpSpPr>
          <p:grpSpPr>
            <a:xfrm>
              <a:off x="518433" y="4942149"/>
              <a:ext cx="4201583" cy="790616"/>
              <a:chOff x="518433" y="4478260"/>
              <a:chExt cx="4201583" cy="790616"/>
            </a:xfrm>
          </p:grpSpPr>
          <p:sp>
            <p:nvSpPr>
              <p:cNvPr id="13" name="Rectangle: Rounded Corners 12">
                <a:extLst>
                  <a:ext uri="{FF2B5EF4-FFF2-40B4-BE49-F238E27FC236}">
                    <a16:creationId xmlns:a16="http://schemas.microsoft.com/office/drawing/2014/main" id="{64E3D015-D1E6-40C0-B820-5D2B0144652D}"/>
                  </a:ext>
                </a:extLst>
              </p:cNvPr>
              <p:cNvSpPr/>
              <p:nvPr/>
            </p:nvSpPr>
            <p:spPr>
              <a:xfrm>
                <a:off x="518433" y="4608333"/>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187696D-0387-46E9-A420-AD2392161D95}"/>
                  </a:ext>
                </a:extLst>
              </p:cNvPr>
              <p:cNvSpPr/>
              <p:nvPr/>
            </p:nvSpPr>
            <p:spPr>
              <a:xfrm>
                <a:off x="1183821" y="4478260"/>
                <a:ext cx="3536195" cy="790616"/>
              </a:xfrm>
              <a:prstGeom prst="rect">
                <a:avLst/>
              </a:prstGeom>
            </p:spPr>
            <p:txBody>
              <a:bodyPr wrap="square" lIns="0" tIns="0" rIns="0" bIns="0">
                <a:spAutoFit/>
              </a:bodyPr>
              <a:lstStyle/>
              <a:p>
                <a:pPr algn="just"/>
                <a:r>
                  <a:rPr lang="en-US" b="1" dirty="0">
                    <a:solidFill>
                      <a:srgbClr val="030553"/>
                    </a:solidFill>
                    <a:latin typeface="Segoe UI" panose="020B0502040204020203" pitchFamily="34" charset="0"/>
                    <a:cs typeface="Segoe UI" panose="020B0502040204020203" pitchFamily="34" charset="0"/>
                  </a:rPr>
                  <a:t>Provide investment strategies in training program, technology updates and hiring</a:t>
                </a:r>
                <a:r>
                  <a:rPr lang="en-US" dirty="0">
                    <a:solidFill>
                      <a:srgbClr val="030553"/>
                    </a:solidFill>
                    <a:latin typeface="Segoe UI" panose="020B0502040204020203" pitchFamily="34" charset="0"/>
                    <a:cs typeface="Segoe UI" panose="020B0502040204020203" pitchFamily="34" charset="0"/>
                  </a:rPr>
                  <a:t>.</a:t>
                </a:r>
              </a:p>
            </p:txBody>
          </p:sp>
        </p:grpSp>
      </p:grpSp>
      <p:sp>
        <p:nvSpPr>
          <p:cNvPr id="22" name="Oval 21">
            <a:extLst>
              <a:ext uri="{FF2B5EF4-FFF2-40B4-BE49-F238E27FC236}">
                <a16:creationId xmlns:a16="http://schemas.microsoft.com/office/drawing/2014/main" id="{E7D1D117-BC5C-430A-9FEB-B231E691511F}"/>
              </a:ext>
              <a:ext uri="{C183D7F6-B498-43B3-948B-1728B52AA6E4}">
                <adec:decorative xmlns:adec="http://schemas.microsoft.com/office/drawing/2017/decorative" val="1"/>
              </a:ext>
            </a:extLst>
          </p:cNvPr>
          <p:cNvSpPr/>
          <p:nvPr/>
        </p:nvSpPr>
        <p:spPr>
          <a:xfrm>
            <a:off x="713852" y="6330880"/>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2577E8EA-5E95-41C5-8BE8-EE647DE2613A}"/>
              </a:ext>
              <a:ext uri="{C183D7F6-B498-43B3-948B-1728B52AA6E4}">
                <adec:decorative xmlns:adec="http://schemas.microsoft.com/office/drawing/2017/decorative" val="1"/>
              </a:ext>
            </a:extLst>
          </p:cNvPr>
          <p:cNvSpPr/>
          <p:nvPr/>
        </p:nvSpPr>
        <p:spPr>
          <a:xfrm>
            <a:off x="713852"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descr="This image is a woman's hand writing on a piece of paper. ">
            <a:extLst>
              <a:ext uri="{FF2B5EF4-FFF2-40B4-BE49-F238E27FC236}">
                <a16:creationId xmlns:a16="http://schemas.microsoft.com/office/drawing/2014/main" id="{123C05C1-3914-48FB-B4B8-1388A2DB5ACE}"/>
              </a:ext>
            </a:extLst>
          </p:cNvPr>
          <p:cNvGrpSpPr/>
          <p:nvPr/>
        </p:nvGrpSpPr>
        <p:grpSpPr>
          <a:xfrm>
            <a:off x="4727578" y="-508000"/>
            <a:ext cx="8494159" cy="8346238"/>
            <a:chOff x="4811015" y="-439156"/>
            <a:chExt cx="7380987" cy="7252450"/>
          </a:xfrm>
        </p:grpSpPr>
        <p:sp>
          <p:nvSpPr>
            <p:cNvPr id="45" name="Freeform 22">
              <a:extLst>
                <a:ext uri="{FF2B5EF4-FFF2-40B4-BE49-F238E27FC236}">
                  <a16:creationId xmlns:a16="http://schemas.microsoft.com/office/drawing/2014/main" id="{52C7242F-F484-4573-8387-13E2AE9DD93F}"/>
                </a:ext>
              </a:extLst>
            </p:cNvPr>
            <p:cNvSpPr>
              <a:spLocks/>
            </p:cNvSpPr>
            <p:nvPr/>
          </p:nvSpPr>
          <p:spPr bwMode="auto">
            <a:xfrm>
              <a:off x="4811015" y="-6899"/>
              <a:ext cx="7380986" cy="6820193"/>
            </a:xfrm>
            <a:custGeom>
              <a:avLst/>
              <a:gdLst>
                <a:gd name="T0" fmla="*/ 2254 w 2254"/>
                <a:gd name="T1" fmla="*/ 0 h 2026"/>
                <a:gd name="T2" fmla="*/ 2254 w 2254"/>
                <a:gd name="T3" fmla="*/ 2026 h 2026"/>
                <a:gd name="T4" fmla="*/ 2091 w 2254"/>
                <a:gd name="T5" fmla="*/ 1927 h 2026"/>
                <a:gd name="T6" fmla="*/ 1829 w 2254"/>
                <a:gd name="T7" fmla="*/ 1867 h 2026"/>
                <a:gd name="T8" fmla="*/ 1784 w 2254"/>
                <a:gd name="T9" fmla="*/ 1860 h 2026"/>
                <a:gd name="T10" fmla="*/ 1025 w 2254"/>
                <a:gd name="T11" fmla="*/ 1812 h 2026"/>
                <a:gd name="T12" fmla="*/ 330 w 2254"/>
                <a:gd name="T13" fmla="*/ 1005 h 2026"/>
                <a:gd name="T14" fmla="*/ 662 w 2254"/>
                <a:gd name="T15" fmla="*/ 430 h 2026"/>
                <a:gd name="T16" fmla="*/ 770 w 2254"/>
                <a:gd name="T17" fmla="*/ 0 h 2026"/>
                <a:gd name="T18" fmla="*/ 2254 w 2254"/>
                <a:gd name="T19" fmla="*/ 0 h 2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4" h="2026">
                  <a:moveTo>
                    <a:pt x="2254" y="0"/>
                  </a:moveTo>
                  <a:cubicBezTo>
                    <a:pt x="2254" y="2026"/>
                    <a:pt x="2254" y="2026"/>
                    <a:pt x="2254" y="2026"/>
                  </a:cubicBezTo>
                  <a:cubicBezTo>
                    <a:pt x="2243" y="2005"/>
                    <a:pt x="2206" y="1966"/>
                    <a:pt x="2091" y="1927"/>
                  </a:cubicBezTo>
                  <a:cubicBezTo>
                    <a:pt x="2029" y="1906"/>
                    <a:pt x="1944" y="1885"/>
                    <a:pt x="1829" y="1867"/>
                  </a:cubicBezTo>
                  <a:cubicBezTo>
                    <a:pt x="1814" y="1865"/>
                    <a:pt x="1800" y="1862"/>
                    <a:pt x="1784" y="1860"/>
                  </a:cubicBezTo>
                  <a:cubicBezTo>
                    <a:pt x="1606" y="1835"/>
                    <a:pt x="1361" y="1816"/>
                    <a:pt x="1025" y="1812"/>
                  </a:cubicBezTo>
                  <a:cubicBezTo>
                    <a:pt x="0" y="1800"/>
                    <a:pt x="66" y="1196"/>
                    <a:pt x="330" y="1005"/>
                  </a:cubicBezTo>
                  <a:cubicBezTo>
                    <a:pt x="580" y="825"/>
                    <a:pt x="686" y="680"/>
                    <a:pt x="662" y="430"/>
                  </a:cubicBezTo>
                  <a:cubicBezTo>
                    <a:pt x="638" y="181"/>
                    <a:pt x="770" y="0"/>
                    <a:pt x="770" y="0"/>
                  </a:cubicBezTo>
                  <a:lnTo>
                    <a:pt x="2254" y="0"/>
                  </a:lnTo>
                  <a:close/>
                </a:path>
              </a:pathLst>
            </a:custGeom>
            <a:gradFill>
              <a:gsLst>
                <a:gs pos="0">
                  <a:srgbClr val="7CEFD8"/>
                </a:gs>
                <a:gs pos="55000">
                  <a:srgbClr val="6672E4"/>
                </a:gs>
                <a:gs pos="100000">
                  <a:srgbClr val="882BE5"/>
                </a:gs>
              </a:gsLst>
              <a:lin ang="48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6" name="Freeform 23">
              <a:extLst>
                <a:ext uri="{FF2B5EF4-FFF2-40B4-BE49-F238E27FC236}">
                  <a16:creationId xmlns:a16="http://schemas.microsoft.com/office/drawing/2014/main" id="{DFA1772D-1024-422A-B407-BE0F21E16E56}"/>
                </a:ext>
              </a:extLst>
            </p:cNvPr>
            <p:cNvSpPr>
              <a:spLocks/>
            </p:cNvSpPr>
            <p:nvPr/>
          </p:nvSpPr>
          <p:spPr bwMode="auto">
            <a:xfrm>
              <a:off x="7013242" y="1441003"/>
              <a:ext cx="4110752" cy="3954852"/>
            </a:xfrm>
            <a:custGeom>
              <a:avLst/>
              <a:gdLst>
                <a:gd name="T0" fmla="*/ 0 w 2294"/>
                <a:gd name="T1" fmla="*/ 221 h 2207"/>
                <a:gd name="T2" fmla="*/ 1809 w 2294"/>
                <a:gd name="T3" fmla="*/ 0 h 2207"/>
                <a:gd name="T4" fmla="*/ 2294 w 2294"/>
                <a:gd name="T5" fmla="*/ 1957 h 2207"/>
                <a:gd name="T6" fmla="*/ 432 w 2294"/>
                <a:gd name="T7" fmla="*/ 2207 h 2207"/>
                <a:gd name="T8" fmla="*/ 0 w 2294"/>
                <a:gd name="T9" fmla="*/ 221 h 2207"/>
              </a:gdLst>
              <a:ahLst/>
              <a:cxnLst>
                <a:cxn ang="0">
                  <a:pos x="T0" y="T1"/>
                </a:cxn>
                <a:cxn ang="0">
                  <a:pos x="T2" y="T3"/>
                </a:cxn>
                <a:cxn ang="0">
                  <a:pos x="T4" y="T5"/>
                </a:cxn>
                <a:cxn ang="0">
                  <a:pos x="T6" y="T7"/>
                </a:cxn>
                <a:cxn ang="0">
                  <a:pos x="T8" y="T9"/>
                </a:cxn>
              </a:cxnLst>
              <a:rect l="0" t="0" r="r" b="b"/>
              <a:pathLst>
                <a:path w="2294" h="2207">
                  <a:moveTo>
                    <a:pt x="0" y="221"/>
                  </a:moveTo>
                  <a:lnTo>
                    <a:pt x="1809" y="0"/>
                  </a:lnTo>
                  <a:lnTo>
                    <a:pt x="2294" y="1957"/>
                  </a:lnTo>
                  <a:lnTo>
                    <a:pt x="432" y="2207"/>
                  </a:lnTo>
                  <a:lnTo>
                    <a:pt x="0" y="221"/>
                  </a:lnTo>
                  <a:close/>
                </a:path>
              </a:pathLst>
            </a:custGeom>
            <a:solidFill>
              <a:srgbClr val="C8F4F7"/>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7" name="Freeform 24">
              <a:extLst>
                <a:ext uri="{FF2B5EF4-FFF2-40B4-BE49-F238E27FC236}">
                  <a16:creationId xmlns:a16="http://schemas.microsoft.com/office/drawing/2014/main" id="{30CD4E41-332B-4C6B-9927-54698D5D0DF2}"/>
                </a:ext>
              </a:extLst>
            </p:cNvPr>
            <p:cNvSpPr>
              <a:spLocks/>
            </p:cNvSpPr>
            <p:nvPr/>
          </p:nvSpPr>
          <p:spPr bwMode="auto">
            <a:xfrm>
              <a:off x="7676266" y="1441003"/>
              <a:ext cx="2981818" cy="1632475"/>
            </a:xfrm>
            <a:custGeom>
              <a:avLst/>
              <a:gdLst>
                <a:gd name="T0" fmla="*/ 0 w 1664"/>
                <a:gd name="T1" fmla="*/ 736 h 911"/>
                <a:gd name="T2" fmla="*/ 1664 w 1664"/>
                <a:gd name="T3" fmla="*/ 911 h 911"/>
                <a:gd name="T4" fmla="*/ 1439 w 1664"/>
                <a:gd name="T5" fmla="*/ 0 h 911"/>
                <a:gd name="T6" fmla="*/ 399 w 1664"/>
                <a:gd name="T7" fmla="*/ 127 h 911"/>
                <a:gd name="T8" fmla="*/ 0 w 1664"/>
                <a:gd name="T9" fmla="*/ 736 h 911"/>
              </a:gdLst>
              <a:ahLst/>
              <a:cxnLst>
                <a:cxn ang="0">
                  <a:pos x="T0" y="T1"/>
                </a:cxn>
                <a:cxn ang="0">
                  <a:pos x="T2" y="T3"/>
                </a:cxn>
                <a:cxn ang="0">
                  <a:pos x="T4" y="T5"/>
                </a:cxn>
                <a:cxn ang="0">
                  <a:pos x="T6" y="T7"/>
                </a:cxn>
                <a:cxn ang="0">
                  <a:pos x="T8" y="T9"/>
                </a:cxn>
              </a:cxnLst>
              <a:rect l="0" t="0" r="r" b="b"/>
              <a:pathLst>
                <a:path w="1664" h="911">
                  <a:moveTo>
                    <a:pt x="0" y="736"/>
                  </a:moveTo>
                  <a:lnTo>
                    <a:pt x="1664" y="911"/>
                  </a:lnTo>
                  <a:lnTo>
                    <a:pt x="1439" y="0"/>
                  </a:lnTo>
                  <a:lnTo>
                    <a:pt x="399" y="127"/>
                  </a:lnTo>
                  <a:lnTo>
                    <a:pt x="0" y="736"/>
                  </a:lnTo>
                  <a:close/>
                </a:path>
              </a:pathLst>
            </a:custGeom>
            <a:solidFill>
              <a:srgbClr val="7CE4EC"/>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8" name="Freeform 25">
              <a:extLst>
                <a:ext uri="{FF2B5EF4-FFF2-40B4-BE49-F238E27FC236}">
                  <a16:creationId xmlns:a16="http://schemas.microsoft.com/office/drawing/2014/main" id="{12DCF2D5-0997-409A-9DB7-B4DFF4C5BA0B}"/>
                </a:ext>
              </a:extLst>
            </p:cNvPr>
            <p:cNvSpPr>
              <a:spLocks/>
            </p:cNvSpPr>
            <p:nvPr/>
          </p:nvSpPr>
          <p:spPr bwMode="auto">
            <a:xfrm>
              <a:off x="8108129" y="1426667"/>
              <a:ext cx="1347553" cy="593139"/>
            </a:xfrm>
            <a:custGeom>
              <a:avLst/>
              <a:gdLst>
                <a:gd name="T0" fmla="*/ 752 w 752"/>
                <a:gd name="T1" fmla="*/ 0 h 331"/>
                <a:gd name="T2" fmla="*/ 275 w 752"/>
                <a:gd name="T3" fmla="*/ 72 h 331"/>
                <a:gd name="T4" fmla="*/ 0 w 752"/>
                <a:gd name="T5" fmla="*/ 331 h 331"/>
                <a:gd name="T6" fmla="*/ 752 w 752"/>
                <a:gd name="T7" fmla="*/ 130 h 331"/>
                <a:gd name="T8" fmla="*/ 752 w 752"/>
                <a:gd name="T9" fmla="*/ 0 h 331"/>
              </a:gdLst>
              <a:ahLst/>
              <a:cxnLst>
                <a:cxn ang="0">
                  <a:pos x="T0" y="T1"/>
                </a:cxn>
                <a:cxn ang="0">
                  <a:pos x="T2" y="T3"/>
                </a:cxn>
                <a:cxn ang="0">
                  <a:pos x="T4" y="T5"/>
                </a:cxn>
                <a:cxn ang="0">
                  <a:pos x="T6" y="T7"/>
                </a:cxn>
                <a:cxn ang="0">
                  <a:pos x="T8" y="T9"/>
                </a:cxn>
              </a:cxnLst>
              <a:rect l="0" t="0" r="r" b="b"/>
              <a:pathLst>
                <a:path w="752" h="331">
                  <a:moveTo>
                    <a:pt x="752" y="0"/>
                  </a:moveTo>
                  <a:lnTo>
                    <a:pt x="275" y="72"/>
                  </a:lnTo>
                  <a:lnTo>
                    <a:pt x="0" y="331"/>
                  </a:lnTo>
                  <a:lnTo>
                    <a:pt x="752" y="130"/>
                  </a:lnTo>
                  <a:lnTo>
                    <a:pt x="752" y="0"/>
                  </a:lnTo>
                  <a:close/>
                </a:path>
              </a:pathLst>
            </a:custGeom>
            <a:solidFill>
              <a:srgbClr val="ADA4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6">
              <a:extLst>
                <a:ext uri="{FF2B5EF4-FFF2-40B4-BE49-F238E27FC236}">
                  <a16:creationId xmlns:a16="http://schemas.microsoft.com/office/drawing/2014/main" id="{56FE8491-17D1-44D2-A059-D277D43E3DDA}"/>
                </a:ext>
              </a:extLst>
            </p:cNvPr>
            <p:cNvSpPr>
              <a:spLocks/>
            </p:cNvSpPr>
            <p:nvPr/>
          </p:nvSpPr>
          <p:spPr bwMode="auto">
            <a:xfrm>
              <a:off x="7955812" y="1828066"/>
              <a:ext cx="546548" cy="456950"/>
            </a:xfrm>
            <a:custGeom>
              <a:avLst/>
              <a:gdLst>
                <a:gd name="T0" fmla="*/ 162 w 162"/>
                <a:gd name="T1" fmla="*/ 66 h 136"/>
                <a:gd name="T2" fmla="*/ 87 w 162"/>
                <a:gd name="T3" fmla="*/ 130 h 136"/>
                <a:gd name="T4" fmla="*/ 36 w 162"/>
                <a:gd name="T5" fmla="*/ 124 h 136"/>
                <a:gd name="T6" fmla="*/ 0 w 162"/>
                <a:gd name="T7" fmla="*/ 103 h 136"/>
                <a:gd name="T8" fmla="*/ 103 w 162"/>
                <a:gd name="T9" fmla="*/ 0 h 136"/>
                <a:gd name="T10" fmla="*/ 148 w 162"/>
                <a:gd name="T11" fmla="*/ 50 h 136"/>
                <a:gd name="T12" fmla="*/ 162 w 162"/>
                <a:gd name="T13" fmla="*/ 66 h 136"/>
              </a:gdLst>
              <a:ahLst/>
              <a:cxnLst>
                <a:cxn ang="0">
                  <a:pos x="T0" y="T1"/>
                </a:cxn>
                <a:cxn ang="0">
                  <a:pos x="T2" y="T3"/>
                </a:cxn>
                <a:cxn ang="0">
                  <a:pos x="T4" y="T5"/>
                </a:cxn>
                <a:cxn ang="0">
                  <a:pos x="T6" y="T7"/>
                </a:cxn>
                <a:cxn ang="0">
                  <a:pos x="T8" y="T9"/>
                </a:cxn>
                <a:cxn ang="0">
                  <a:pos x="T10" y="T11"/>
                </a:cxn>
                <a:cxn ang="0">
                  <a:pos x="T12" y="T13"/>
                </a:cxn>
              </a:cxnLst>
              <a:rect l="0" t="0" r="r" b="b"/>
              <a:pathLst>
                <a:path w="162" h="136">
                  <a:moveTo>
                    <a:pt x="162" y="66"/>
                  </a:moveTo>
                  <a:cubicBezTo>
                    <a:pt x="162" y="66"/>
                    <a:pt x="119" y="116"/>
                    <a:pt x="87" y="130"/>
                  </a:cubicBezTo>
                  <a:cubicBezTo>
                    <a:pt x="72" y="136"/>
                    <a:pt x="53" y="131"/>
                    <a:pt x="36" y="124"/>
                  </a:cubicBezTo>
                  <a:cubicBezTo>
                    <a:pt x="16" y="115"/>
                    <a:pt x="0" y="103"/>
                    <a:pt x="0" y="103"/>
                  </a:cubicBezTo>
                  <a:cubicBezTo>
                    <a:pt x="103" y="0"/>
                    <a:pt x="103" y="0"/>
                    <a:pt x="103" y="0"/>
                  </a:cubicBezTo>
                  <a:cubicBezTo>
                    <a:pt x="148" y="50"/>
                    <a:pt x="148" y="50"/>
                    <a:pt x="148" y="50"/>
                  </a:cubicBezTo>
                  <a:lnTo>
                    <a:pt x="162" y="66"/>
                  </a:lnTo>
                  <a:close/>
                </a:path>
              </a:pathLst>
            </a:custGeom>
            <a:solidFill>
              <a:srgbClr val="D8C4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27">
              <a:extLst>
                <a:ext uri="{FF2B5EF4-FFF2-40B4-BE49-F238E27FC236}">
                  <a16:creationId xmlns:a16="http://schemas.microsoft.com/office/drawing/2014/main" id="{59AC079D-039E-4639-B27F-9908EF107DB5}"/>
                </a:ext>
              </a:extLst>
            </p:cNvPr>
            <p:cNvSpPr>
              <a:spLocks/>
            </p:cNvSpPr>
            <p:nvPr/>
          </p:nvSpPr>
          <p:spPr bwMode="auto">
            <a:xfrm>
              <a:off x="8077665" y="1996510"/>
              <a:ext cx="424695" cy="288506"/>
            </a:xfrm>
            <a:custGeom>
              <a:avLst/>
              <a:gdLst>
                <a:gd name="T0" fmla="*/ 126 w 126"/>
                <a:gd name="T1" fmla="*/ 16 h 86"/>
                <a:gd name="T2" fmla="*/ 51 w 126"/>
                <a:gd name="T3" fmla="*/ 80 h 86"/>
                <a:gd name="T4" fmla="*/ 0 w 126"/>
                <a:gd name="T5" fmla="*/ 74 h 86"/>
                <a:gd name="T6" fmla="*/ 6 w 126"/>
                <a:gd name="T7" fmla="*/ 61 h 86"/>
                <a:gd name="T8" fmla="*/ 112 w 126"/>
                <a:gd name="T9" fmla="*/ 0 h 86"/>
                <a:gd name="T10" fmla="*/ 126 w 126"/>
                <a:gd name="T11" fmla="*/ 16 h 86"/>
              </a:gdLst>
              <a:ahLst/>
              <a:cxnLst>
                <a:cxn ang="0">
                  <a:pos x="T0" y="T1"/>
                </a:cxn>
                <a:cxn ang="0">
                  <a:pos x="T2" y="T3"/>
                </a:cxn>
                <a:cxn ang="0">
                  <a:pos x="T4" y="T5"/>
                </a:cxn>
                <a:cxn ang="0">
                  <a:pos x="T6" y="T7"/>
                </a:cxn>
                <a:cxn ang="0">
                  <a:pos x="T8" y="T9"/>
                </a:cxn>
                <a:cxn ang="0">
                  <a:pos x="T10" y="T11"/>
                </a:cxn>
              </a:cxnLst>
              <a:rect l="0" t="0" r="r" b="b"/>
              <a:pathLst>
                <a:path w="126" h="86">
                  <a:moveTo>
                    <a:pt x="126" y="16"/>
                  </a:moveTo>
                  <a:cubicBezTo>
                    <a:pt x="126" y="16"/>
                    <a:pt x="83" y="66"/>
                    <a:pt x="51" y="80"/>
                  </a:cubicBezTo>
                  <a:cubicBezTo>
                    <a:pt x="36" y="86"/>
                    <a:pt x="17" y="81"/>
                    <a:pt x="0" y="74"/>
                  </a:cubicBezTo>
                  <a:cubicBezTo>
                    <a:pt x="2" y="70"/>
                    <a:pt x="3" y="65"/>
                    <a:pt x="6" y="61"/>
                  </a:cubicBezTo>
                  <a:cubicBezTo>
                    <a:pt x="6" y="61"/>
                    <a:pt x="54" y="25"/>
                    <a:pt x="112" y="0"/>
                  </a:cubicBezTo>
                  <a:lnTo>
                    <a:pt x="126"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28">
              <a:extLst>
                <a:ext uri="{FF2B5EF4-FFF2-40B4-BE49-F238E27FC236}">
                  <a16:creationId xmlns:a16="http://schemas.microsoft.com/office/drawing/2014/main" id="{C95685F9-863C-488D-A6CE-3A519F21EA34}"/>
                </a:ext>
              </a:extLst>
            </p:cNvPr>
            <p:cNvSpPr>
              <a:spLocks/>
            </p:cNvSpPr>
            <p:nvPr/>
          </p:nvSpPr>
          <p:spPr bwMode="auto">
            <a:xfrm>
              <a:off x="11804938" y="-14067"/>
              <a:ext cx="387063" cy="7168"/>
            </a:xfrm>
            <a:custGeom>
              <a:avLst/>
              <a:gdLst>
                <a:gd name="T0" fmla="*/ 115 w 115"/>
                <a:gd name="T1" fmla="*/ 2 h 2"/>
                <a:gd name="T2" fmla="*/ 0 w 115"/>
                <a:gd name="T3" fmla="*/ 2 h 2"/>
                <a:gd name="T4" fmla="*/ 115 w 115"/>
                <a:gd name="T5" fmla="*/ 2 h 2"/>
              </a:gdLst>
              <a:ahLst/>
              <a:cxnLst>
                <a:cxn ang="0">
                  <a:pos x="T0" y="T1"/>
                </a:cxn>
                <a:cxn ang="0">
                  <a:pos x="T2" y="T3"/>
                </a:cxn>
                <a:cxn ang="0">
                  <a:pos x="T4" y="T5"/>
                </a:cxn>
              </a:cxnLst>
              <a:rect l="0" t="0" r="r" b="b"/>
              <a:pathLst>
                <a:path w="115" h="2">
                  <a:moveTo>
                    <a:pt x="115" y="2"/>
                  </a:moveTo>
                  <a:cubicBezTo>
                    <a:pt x="0" y="2"/>
                    <a:pt x="0" y="2"/>
                    <a:pt x="0" y="2"/>
                  </a:cubicBezTo>
                  <a:cubicBezTo>
                    <a:pt x="73" y="0"/>
                    <a:pt x="115" y="2"/>
                    <a:pt x="115" y="2"/>
                  </a:cubicBezTo>
                  <a:close/>
                </a:path>
              </a:pathLst>
            </a:custGeom>
            <a:solidFill>
              <a:srgbClr val="190E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60" name="Group 59">
              <a:extLst>
                <a:ext uri="{FF2B5EF4-FFF2-40B4-BE49-F238E27FC236}">
                  <a16:creationId xmlns:a16="http://schemas.microsoft.com/office/drawing/2014/main" id="{D88A045D-1D47-48A7-BD6D-329F30D7916F}"/>
                </a:ext>
              </a:extLst>
            </p:cNvPr>
            <p:cNvGrpSpPr/>
            <p:nvPr/>
          </p:nvGrpSpPr>
          <p:grpSpPr>
            <a:xfrm>
              <a:off x="7676266" y="528897"/>
              <a:ext cx="1904852" cy="2230988"/>
              <a:chOff x="7676266" y="528897"/>
              <a:chExt cx="1904852" cy="2230988"/>
            </a:xfrm>
            <a:gradFill>
              <a:gsLst>
                <a:gs pos="0">
                  <a:srgbClr val="03002F"/>
                </a:gs>
                <a:gs pos="100000">
                  <a:srgbClr val="F870FF"/>
                </a:gs>
              </a:gsLst>
              <a:lin ang="19800000" scaled="0"/>
            </a:gradFill>
          </p:grpSpPr>
          <p:sp>
            <p:nvSpPr>
              <p:cNvPr id="52" name="Freeform 29">
                <a:extLst>
                  <a:ext uri="{FF2B5EF4-FFF2-40B4-BE49-F238E27FC236}">
                    <a16:creationId xmlns:a16="http://schemas.microsoft.com/office/drawing/2014/main" id="{8AC43BD2-6A27-4E0F-BAFD-FDAF479A012B}"/>
                  </a:ext>
                </a:extLst>
              </p:cNvPr>
              <p:cNvSpPr>
                <a:spLocks/>
              </p:cNvSpPr>
              <p:nvPr/>
            </p:nvSpPr>
            <p:spPr bwMode="auto">
              <a:xfrm>
                <a:off x="7676266" y="2195418"/>
                <a:ext cx="589555" cy="564467"/>
              </a:xfrm>
              <a:custGeom>
                <a:avLst/>
                <a:gdLst>
                  <a:gd name="T0" fmla="*/ 138 w 175"/>
                  <a:gd name="T1" fmla="*/ 16 h 168"/>
                  <a:gd name="T2" fmla="*/ 175 w 175"/>
                  <a:gd name="T3" fmla="*/ 32 h 168"/>
                  <a:gd name="T4" fmla="*/ 167 w 175"/>
                  <a:gd name="T5" fmla="*/ 40 h 168"/>
                  <a:gd name="T6" fmla="*/ 109 w 175"/>
                  <a:gd name="T7" fmla="*/ 105 h 168"/>
                  <a:gd name="T8" fmla="*/ 109 w 175"/>
                  <a:gd name="T9" fmla="*/ 105 h 168"/>
                  <a:gd name="T10" fmla="*/ 84 w 175"/>
                  <a:gd name="T11" fmla="*/ 133 h 168"/>
                  <a:gd name="T12" fmla="*/ 0 w 175"/>
                  <a:gd name="T13" fmla="*/ 168 h 168"/>
                  <a:gd name="T14" fmla="*/ 32 w 175"/>
                  <a:gd name="T15" fmla="*/ 83 h 168"/>
                  <a:gd name="T16" fmla="*/ 48 w 175"/>
                  <a:gd name="T17" fmla="*/ 63 h 168"/>
                  <a:gd name="T18" fmla="*/ 65 w 175"/>
                  <a:gd name="T19" fmla="*/ 42 h 168"/>
                  <a:gd name="T20" fmla="*/ 99 w 175"/>
                  <a:gd name="T21" fmla="*/ 0 h 168"/>
                  <a:gd name="T22" fmla="*/ 103 w 175"/>
                  <a:gd name="T23" fmla="*/ 1 h 168"/>
                  <a:gd name="T24" fmla="*/ 108 w 175"/>
                  <a:gd name="T25" fmla="*/ 3 h 168"/>
                  <a:gd name="T26" fmla="*/ 113 w 175"/>
                  <a:gd name="T27" fmla="*/ 6 h 168"/>
                  <a:gd name="T28" fmla="*/ 115 w 175"/>
                  <a:gd name="T29" fmla="*/ 6 h 168"/>
                  <a:gd name="T30" fmla="*/ 115 w 175"/>
                  <a:gd name="T31" fmla="*/ 6 h 168"/>
                  <a:gd name="T32" fmla="*/ 115 w 175"/>
                  <a:gd name="T33" fmla="*/ 6 h 168"/>
                  <a:gd name="T34" fmla="*/ 131 w 175"/>
                  <a:gd name="T35" fmla="*/ 13 h 168"/>
                  <a:gd name="T36" fmla="*/ 136 w 175"/>
                  <a:gd name="T37" fmla="*/ 15 h 168"/>
                  <a:gd name="T38" fmla="*/ 138 w 175"/>
                  <a:gd name="T39" fmla="*/ 1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5" h="168">
                    <a:moveTo>
                      <a:pt x="138" y="16"/>
                    </a:moveTo>
                    <a:cubicBezTo>
                      <a:pt x="150" y="21"/>
                      <a:pt x="162" y="27"/>
                      <a:pt x="175" y="32"/>
                    </a:cubicBezTo>
                    <a:cubicBezTo>
                      <a:pt x="167" y="40"/>
                      <a:pt x="167" y="40"/>
                      <a:pt x="167" y="40"/>
                    </a:cubicBezTo>
                    <a:cubicBezTo>
                      <a:pt x="109" y="105"/>
                      <a:pt x="109" y="105"/>
                      <a:pt x="109" y="105"/>
                    </a:cubicBezTo>
                    <a:cubicBezTo>
                      <a:pt x="109" y="105"/>
                      <a:pt x="109" y="105"/>
                      <a:pt x="109" y="105"/>
                    </a:cubicBezTo>
                    <a:cubicBezTo>
                      <a:pt x="84" y="133"/>
                      <a:pt x="84" y="133"/>
                      <a:pt x="84" y="133"/>
                    </a:cubicBezTo>
                    <a:cubicBezTo>
                      <a:pt x="0" y="168"/>
                      <a:pt x="0" y="168"/>
                      <a:pt x="0" y="168"/>
                    </a:cubicBezTo>
                    <a:cubicBezTo>
                      <a:pt x="32" y="83"/>
                      <a:pt x="32" y="83"/>
                      <a:pt x="32" y="83"/>
                    </a:cubicBezTo>
                    <a:cubicBezTo>
                      <a:pt x="48" y="63"/>
                      <a:pt x="48" y="63"/>
                      <a:pt x="48" y="63"/>
                    </a:cubicBezTo>
                    <a:cubicBezTo>
                      <a:pt x="65" y="42"/>
                      <a:pt x="65" y="42"/>
                      <a:pt x="65" y="42"/>
                    </a:cubicBezTo>
                    <a:cubicBezTo>
                      <a:pt x="99" y="0"/>
                      <a:pt x="99" y="0"/>
                      <a:pt x="99" y="0"/>
                    </a:cubicBezTo>
                    <a:cubicBezTo>
                      <a:pt x="100" y="0"/>
                      <a:pt x="101" y="1"/>
                      <a:pt x="103" y="1"/>
                    </a:cubicBezTo>
                    <a:cubicBezTo>
                      <a:pt x="104" y="2"/>
                      <a:pt x="106" y="3"/>
                      <a:pt x="108" y="3"/>
                    </a:cubicBezTo>
                    <a:cubicBezTo>
                      <a:pt x="110" y="4"/>
                      <a:pt x="112" y="5"/>
                      <a:pt x="113" y="6"/>
                    </a:cubicBezTo>
                    <a:cubicBezTo>
                      <a:pt x="114" y="6"/>
                      <a:pt x="114" y="6"/>
                      <a:pt x="115" y="6"/>
                    </a:cubicBezTo>
                    <a:cubicBezTo>
                      <a:pt x="115" y="6"/>
                      <a:pt x="115" y="6"/>
                      <a:pt x="115" y="6"/>
                    </a:cubicBezTo>
                    <a:cubicBezTo>
                      <a:pt x="115" y="6"/>
                      <a:pt x="115" y="6"/>
                      <a:pt x="115" y="6"/>
                    </a:cubicBezTo>
                    <a:cubicBezTo>
                      <a:pt x="120" y="8"/>
                      <a:pt x="126" y="11"/>
                      <a:pt x="131" y="13"/>
                    </a:cubicBezTo>
                    <a:cubicBezTo>
                      <a:pt x="133" y="14"/>
                      <a:pt x="134" y="15"/>
                      <a:pt x="136" y="15"/>
                    </a:cubicBezTo>
                    <a:cubicBezTo>
                      <a:pt x="137" y="16"/>
                      <a:pt x="137" y="16"/>
                      <a:pt x="13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30">
                <a:extLst>
                  <a:ext uri="{FF2B5EF4-FFF2-40B4-BE49-F238E27FC236}">
                    <a16:creationId xmlns:a16="http://schemas.microsoft.com/office/drawing/2014/main" id="{ADA7EFA8-1700-4615-8891-221172E4BD3B}"/>
                  </a:ext>
                </a:extLst>
              </p:cNvPr>
              <p:cNvSpPr>
                <a:spLocks/>
              </p:cNvSpPr>
              <p:nvPr/>
            </p:nvSpPr>
            <p:spPr bwMode="auto">
              <a:xfrm>
                <a:off x="8009570" y="528897"/>
                <a:ext cx="1571548" cy="1774039"/>
              </a:xfrm>
              <a:custGeom>
                <a:avLst/>
                <a:gdLst>
                  <a:gd name="T0" fmla="*/ 454 w 466"/>
                  <a:gd name="T1" fmla="*/ 77 h 527"/>
                  <a:gd name="T2" fmla="*/ 450 w 466"/>
                  <a:gd name="T3" fmla="*/ 81 h 527"/>
                  <a:gd name="T4" fmla="*/ 241 w 466"/>
                  <a:gd name="T5" fmla="*/ 334 h 527"/>
                  <a:gd name="T6" fmla="*/ 228 w 466"/>
                  <a:gd name="T7" fmla="*/ 350 h 527"/>
                  <a:gd name="T8" fmla="*/ 184 w 466"/>
                  <a:gd name="T9" fmla="*/ 403 h 527"/>
                  <a:gd name="T10" fmla="*/ 162 w 466"/>
                  <a:gd name="T11" fmla="*/ 429 h 527"/>
                  <a:gd name="T12" fmla="*/ 134 w 466"/>
                  <a:gd name="T13" fmla="*/ 461 h 527"/>
                  <a:gd name="T14" fmla="*/ 76 w 466"/>
                  <a:gd name="T15" fmla="*/ 527 h 527"/>
                  <a:gd name="T16" fmla="*/ 39 w 466"/>
                  <a:gd name="T17" fmla="*/ 511 h 527"/>
                  <a:gd name="T18" fmla="*/ 37 w 466"/>
                  <a:gd name="T19" fmla="*/ 510 h 527"/>
                  <a:gd name="T20" fmla="*/ 32 w 466"/>
                  <a:gd name="T21" fmla="*/ 508 h 527"/>
                  <a:gd name="T22" fmla="*/ 16 w 466"/>
                  <a:gd name="T23" fmla="*/ 501 h 527"/>
                  <a:gd name="T24" fmla="*/ 16 w 466"/>
                  <a:gd name="T25" fmla="*/ 501 h 527"/>
                  <a:gd name="T26" fmla="*/ 16 w 466"/>
                  <a:gd name="T27" fmla="*/ 501 h 527"/>
                  <a:gd name="T28" fmla="*/ 14 w 466"/>
                  <a:gd name="T29" fmla="*/ 501 h 527"/>
                  <a:gd name="T30" fmla="*/ 9 w 466"/>
                  <a:gd name="T31" fmla="*/ 498 h 527"/>
                  <a:gd name="T32" fmla="*/ 4 w 466"/>
                  <a:gd name="T33" fmla="*/ 496 h 527"/>
                  <a:gd name="T34" fmla="*/ 0 w 466"/>
                  <a:gd name="T35" fmla="*/ 495 h 527"/>
                  <a:gd name="T36" fmla="*/ 378 w 466"/>
                  <a:gd name="T37" fmla="*/ 24 h 527"/>
                  <a:gd name="T38" fmla="*/ 443 w 466"/>
                  <a:gd name="T39" fmla="*/ 16 h 527"/>
                  <a:gd name="T40" fmla="*/ 454 w 466"/>
                  <a:gd name="T41" fmla="*/ 7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6" h="527">
                    <a:moveTo>
                      <a:pt x="454" y="77"/>
                    </a:moveTo>
                    <a:cubicBezTo>
                      <a:pt x="453" y="78"/>
                      <a:pt x="452" y="80"/>
                      <a:pt x="450" y="81"/>
                    </a:cubicBezTo>
                    <a:cubicBezTo>
                      <a:pt x="241" y="334"/>
                      <a:pt x="241" y="334"/>
                      <a:pt x="241" y="334"/>
                    </a:cubicBezTo>
                    <a:cubicBezTo>
                      <a:pt x="228" y="350"/>
                      <a:pt x="228" y="350"/>
                      <a:pt x="228" y="350"/>
                    </a:cubicBezTo>
                    <a:cubicBezTo>
                      <a:pt x="184" y="403"/>
                      <a:pt x="184" y="403"/>
                      <a:pt x="184" y="403"/>
                    </a:cubicBezTo>
                    <a:cubicBezTo>
                      <a:pt x="162" y="429"/>
                      <a:pt x="162" y="429"/>
                      <a:pt x="162" y="429"/>
                    </a:cubicBezTo>
                    <a:cubicBezTo>
                      <a:pt x="134" y="461"/>
                      <a:pt x="134" y="461"/>
                      <a:pt x="134" y="461"/>
                    </a:cubicBezTo>
                    <a:cubicBezTo>
                      <a:pt x="76" y="527"/>
                      <a:pt x="76" y="527"/>
                      <a:pt x="76" y="527"/>
                    </a:cubicBezTo>
                    <a:cubicBezTo>
                      <a:pt x="63" y="522"/>
                      <a:pt x="51" y="516"/>
                      <a:pt x="39" y="511"/>
                    </a:cubicBezTo>
                    <a:cubicBezTo>
                      <a:pt x="38" y="511"/>
                      <a:pt x="38" y="511"/>
                      <a:pt x="37" y="510"/>
                    </a:cubicBezTo>
                    <a:cubicBezTo>
                      <a:pt x="35" y="510"/>
                      <a:pt x="34" y="509"/>
                      <a:pt x="32" y="508"/>
                    </a:cubicBezTo>
                    <a:cubicBezTo>
                      <a:pt x="27" y="506"/>
                      <a:pt x="21" y="503"/>
                      <a:pt x="16" y="501"/>
                    </a:cubicBezTo>
                    <a:cubicBezTo>
                      <a:pt x="16" y="501"/>
                      <a:pt x="16" y="501"/>
                      <a:pt x="16" y="501"/>
                    </a:cubicBezTo>
                    <a:cubicBezTo>
                      <a:pt x="16" y="501"/>
                      <a:pt x="16" y="501"/>
                      <a:pt x="16" y="501"/>
                    </a:cubicBezTo>
                    <a:cubicBezTo>
                      <a:pt x="15" y="501"/>
                      <a:pt x="15" y="501"/>
                      <a:pt x="14" y="501"/>
                    </a:cubicBezTo>
                    <a:cubicBezTo>
                      <a:pt x="13" y="500"/>
                      <a:pt x="11" y="499"/>
                      <a:pt x="9" y="498"/>
                    </a:cubicBezTo>
                    <a:cubicBezTo>
                      <a:pt x="7" y="498"/>
                      <a:pt x="5" y="497"/>
                      <a:pt x="4" y="496"/>
                    </a:cubicBezTo>
                    <a:cubicBezTo>
                      <a:pt x="2" y="496"/>
                      <a:pt x="1" y="495"/>
                      <a:pt x="0" y="495"/>
                    </a:cubicBezTo>
                    <a:cubicBezTo>
                      <a:pt x="378" y="24"/>
                      <a:pt x="378" y="24"/>
                      <a:pt x="378" y="24"/>
                    </a:cubicBezTo>
                    <a:cubicBezTo>
                      <a:pt x="394" y="4"/>
                      <a:pt x="423" y="0"/>
                      <a:pt x="443" y="16"/>
                    </a:cubicBezTo>
                    <a:cubicBezTo>
                      <a:pt x="462" y="31"/>
                      <a:pt x="466" y="57"/>
                      <a:pt x="454"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4" name="Freeform 31">
              <a:extLst>
                <a:ext uri="{FF2B5EF4-FFF2-40B4-BE49-F238E27FC236}">
                  <a16:creationId xmlns:a16="http://schemas.microsoft.com/office/drawing/2014/main" id="{B6F47CAE-1A30-4CE3-B40D-9C8C433D52D4}"/>
                </a:ext>
              </a:extLst>
            </p:cNvPr>
            <p:cNvSpPr>
              <a:spLocks/>
            </p:cNvSpPr>
            <p:nvPr/>
          </p:nvSpPr>
          <p:spPr bwMode="auto">
            <a:xfrm>
              <a:off x="7609964" y="1441003"/>
              <a:ext cx="4582038" cy="5372291"/>
            </a:xfrm>
            <a:custGeom>
              <a:avLst/>
              <a:gdLst>
                <a:gd name="T0" fmla="*/ 1360 w 1360"/>
                <a:gd name="T1" fmla="*/ 1596 h 1596"/>
                <a:gd name="T2" fmla="*/ 935 w 1360"/>
                <a:gd name="T3" fmla="*/ 1437 h 1596"/>
                <a:gd name="T4" fmla="*/ 823 w 1360"/>
                <a:gd name="T5" fmla="*/ 1072 h 1596"/>
                <a:gd name="T6" fmla="*/ 756 w 1360"/>
                <a:gd name="T7" fmla="*/ 634 h 1596"/>
                <a:gd name="T8" fmla="*/ 753 w 1360"/>
                <a:gd name="T9" fmla="*/ 624 h 1596"/>
                <a:gd name="T10" fmla="*/ 750 w 1360"/>
                <a:gd name="T11" fmla="*/ 616 h 1596"/>
                <a:gd name="T12" fmla="*/ 737 w 1360"/>
                <a:gd name="T13" fmla="*/ 587 h 1596"/>
                <a:gd name="T14" fmla="*/ 729 w 1360"/>
                <a:gd name="T15" fmla="*/ 577 h 1596"/>
                <a:gd name="T16" fmla="*/ 722 w 1360"/>
                <a:gd name="T17" fmla="*/ 571 h 1596"/>
                <a:gd name="T18" fmla="*/ 718 w 1360"/>
                <a:gd name="T19" fmla="*/ 568 h 1596"/>
                <a:gd name="T20" fmla="*/ 699 w 1360"/>
                <a:gd name="T21" fmla="*/ 559 h 1596"/>
                <a:gd name="T22" fmla="*/ 694 w 1360"/>
                <a:gd name="T23" fmla="*/ 557 h 1596"/>
                <a:gd name="T24" fmla="*/ 667 w 1360"/>
                <a:gd name="T25" fmla="*/ 551 h 1596"/>
                <a:gd name="T26" fmla="*/ 637 w 1360"/>
                <a:gd name="T27" fmla="*/ 546 h 1596"/>
                <a:gd name="T28" fmla="*/ 612 w 1360"/>
                <a:gd name="T29" fmla="*/ 542 h 1596"/>
                <a:gd name="T30" fmla="*/ 597 w 1360"/>
                <a:gd name="T31" fmla="*/ 539 h 1596"/>
                <a:gd name="T32" fmla="*/ 554 w 1360"/>
                <a:gd name="T33" fmla="*/ 532 h 1596"/>
                <a:gd name="T34" fmla="*/ 495 w 1360"/>
                <a:gd name="T35" fmla="*/ 522 h 1596"/>
                <a:gd name="T36" fmla="*/ 469 w 1360"/>
                <a:gd name="T37" fmla="*/ 516 h 1596"/>
                <a:gd name="T38" fmla="*/ 447 w 1360"/>
                <a:gd name="T39" fmla="*/ 512 h 1596"/>
                <a:gd name="T40" fmla="*/ 421 w 1360"/>
                <a:gd name="T41" fmla="*/ 506 h 1596"/>
                <a:gd name="T42" fmla="*/ 402 w 1360"/>
                <a:gd name="T43" fmla="*/ 500 h 1596"/>
                <a:gd name="T44" fmla="*/ 382 w 1360"/>
                <a:gd name="T45" fmla="*/ 495 h 1596"/>
                <a:gd name="T46" fmla="*/ 367 w 1360"/>
                <a:gd name="T47" fmla="*/ 490 h 1596"/>
                <a:gd name="T48" fmla="*/ 355 w 1360"/>
                <a:gd name="T49" fmla="*/ 485 h 1596"/>
                <a:gd name="T50" fmla="*/ 332 w 1360"/>
                <a:gd name="T51" fmla="*/ 476 h 1596"/>
                <a:gd name="T52" fmla="*/ 290 w 1360"/>
                <a:gd name="T53" fmla="*/ 452 h 1596"/>
                <a:gd name="T54" fmla="*/ 280 w 1360"/>
                <a:gd name="T55" fmla="*/ 444 h 1596"/>
                <a:gd name="T56" fmla="*/ 264 w 1360"/>
                <a:gd name="T57" fmla="*/ 429 h 1596"/>
                <a:gd name="T58" fmla="*/ 252 w 1360"/>
                <a:gd name="T59" fmla="*/ 419 h 1596"/>
                <a:gd name="T60" fmla="*/ 241 w 1360"/>
                <a:gd name="T61" fmla="*/ 410 h 1596"/>
                <a:gd name="T62" fmla="*/ 129 w 1360"/>
                <a:gd name="T63" fmla="*/ 329 h 1596"/>
                <a:gd name="T64" fmla="*/ 106 w 1360"/>
                <a:gd name="T65" fmla="*/ 313 h 1596"/>
                <a:gd name="T66" fmla="*/ 68 w 1360"/>
                <a:gd name="T67" fmla="*/ 287 h 1596"/>
                <a:gd name="T68" fmla="*/ 33 w 1360"/>
                <a:gd name="T69" fmla="*/ 221 h 1596"/>
                <a:gd name="T70" fmla="*/ 73 w 1360"/>
                <a:gd name="T71" fmla="*/ 213 h 1596"/>
                <a:gd name="T72" fmla="*/ 79 w 1360"/>
                <a:gd name="T73" fmla="*/ 213 h 1596"/>
                <a:gd name="T74" fmla="*/ 87 w 1360"/>
                <a:gd name="T75" fmla="*/ 214 h 1596"/>
                <a:gd name="T76" fmla="*/ 119 w 1360"/>
                <a:gd name="T77" fmla="*/ 224 h 1596"/>
                <a:gd name="T78" fmla="*/ 128 w 1360"/>
                <a:gd name="T79" fmla="*/ 227 h 1596"/>
                <a:gd name="T80" fmla="*/ 135 w 1360"/>
                <a:gd name="T81" fmla="*/ 230 h 1596"/>
                <a:gd name="T82" fmla="*/ 151 w 1360"/>
                <a:gd name="T83" fmla="*/ 237 h 1596"/>
                <a:gd name="T84" fmla="*/ 158 w 1360"/>
                <a:gd name="T85" fmla="*/ 240 h 1596"/>
                <a:gd name="T86" fmla="*/ 197 w 1360"/>
                <a:gd name="T87" fmla="*/ 257 h 1596"/>
                <a:gd name="T88" fmla="*/ 412 w 1360"/>
                <a:gd name="T89" fmla="*/ 273 h 1596"/>
                <a:gd name="T90" fmla="*/ 461 w 1360"/>
                <a:gd name="T91" fmla="*/ 189 h 1596"/>
                <a:gd name="T92" fmla="*/ 460 w 1360"/>
                <a:gd name="T93" fmla="*/ 185 h 1596"/>
                <a:gd name="T94" fmla="*/ 460 w 1360"/>
                <a:gd name="T95" fmla="*/ 181 h 1596"/>
                <a:gd name="T96" fmla="*/ 457 w 1360"/>
                <a:gd name="T97" fmla="*/ 176 h 1596"/>
                <a:gd name="T98" fmla="*/ 455 w 1360"/>
                <a:gd name="T99" fmla="*/ 172 h 1596"/>
                <a:gd name="T100" fmla="*/ 451 w 1360"/>
                <a:gd name="T101" fmla="*/ 168 h 1596"/>
                <a:gd name="T102" fmla="*/ 444 w 1360"/>
                <a:gd name="T103" fmla="*/ 164 h 1596"/>
                <a:gd name="T104" fmla="*/ 423 w 1360"/>
                <a:gd name="T105" fmla="*/ 160 h 1596"/>
                <a:gd name="T106" fmla="*/ 281 w 1360"/>
                <a:gd name="T107" fmla="*/ 158 h 1596"/>
                <a:gd name="T108" fmla="*/ 347 w 1360"/>
                <a:gd name="T109" fmla="*/ 79 h 1596"/>
                <a:gd name="T110" fmla="*/ 420 w 1360"/>
                <a:gd name="T111" fmla="*/ 45 h 1596"/>
                <a:gd name="T112" fmla="*/ 548 w 1360"/>
                <a:gd name="T113" fmla="*/ 2 h 1596"/>
                <a:gd name="T114" fmla="*/ 584 w 1360"/>
                <a:gd name="T115" fmla="*/ 24 h 1596"/>
                <a:gd name="T116" fmla="*/ 905 w 1360"/>
                <a:gd name="T117" fmla="*/ 485 h 1596"/>
                <a:gd name="T118" fmla="*/ 918 w 1360"/>
                <a:gd name="T119" fmla="*/ 526 h 1596"/>
                <a:gd name="T120" fmla="*/ 1360 w 1360"/>
                <a:gd name="T121" fmla="*/ 1194 h 1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60" h="1596">
                  <a:moveTo>
                    <a:pt x="1360" y="1194"/>
                  </a:moveTo>
                  <a:cubicBezTo>
                    <a:pt x="1360" y="1596"/>
                    <a:pt x="1360" y="1596"/>
                    <a:pt x="1360" y="1596"/>
                  </a:cubicBezTo>
                  <a:cubicBezTo>
                    <a:pt x="1349" y="1575"/>
                    <a:pt x="1312" y="1536"/>
                    <a:pt x="1197" y="1497"/>
                  </a:cubicBezTo>
                  <a:cubicBezTo>
                    <a:pt x="1135" y="1476"/>
                    <a:pt x="1050" y="1455"/>
                    <a:pt x="935" y="1437"/>
                  </a:cubicBezTo>
                  <a:cubicBezTo>
                    <a:pt x="897" y="1361"/>
                    <a:pt x="867" y="1277"/>
                    <a:pt x="847" y="1188"/>
                  </a:cubicBezTo>
                  <a:cubicBezTo>
                    <a:pt x="838" y="1147"/>
                    <a:pt x="830" y="1108"/>
                    <a:pt x="823" y="1072"/>
                  </a:cubicBezTo>
                  <a:cubicBezTo>
                    <a:pt x="785" y="876"/>
                    <a:pt x="776" y="752"/>
                    <a:pt x="763" y="674"/>
                  </a:cubicBezTo>
                  <a:cubicBezTo>
                    <a:pt x="761" y="659"/>
                    <a:pt x="758" y="646"/>
                    <a:pt x="756" y="634"/>
                  </a:cubicBezTo>
                  <a:cubicBezTo>
                    <a:pt x="755" y="632"/>
                    <a:pt x="754" y="630"/>
                    <a:pt x="754" y="628"/>
                  </a:cubicBezTo>
                  <a:cubicBezTo>
                    <a:pt x="754" y="627"/>
                    <a:pt x="753" y="625"/>
                    <a:pt x="753" y="624"/>
                  </a:cubicBezTo>
                  <a:cubicBezTo>
                    <a:pt x="752" y="622"/>
                    <a:pt x="752" y="620"/>
                    <a:pt x="751" y="618"/>
                  </a:cubicBezTo>
                  <a:cubicBezTo>
                    <a:pt x="751" y="618"/>
                    <a:pt x="751" y="617"/>
                    <a:pt x="750" y="616"/>
                  </a:cubicBezTo>
                  <a:cubicBezTo>
                    <a:pt x="747" y="605"/>
                    <a:pt x="743" y="596"/>
                    <a:pt x="738" y="589"/>
                  </a:cubicBezTo>
                  <a:cubicBezTo>
                    <a:pt x="737" y="588"/>
                    <a:pt x="737" y="588"/>
                    <a:pt x="737" y="587"/>
                  </a:cubicBezTo>
                  <a:cubicBezTo>
                    <a:pt x="735" y="584"/>
                    <a:pt x="732" y="581"/>
                    <a:pt x="730" y="579"/>
                  </a:cubicBezTo>
                  <a:cubicBezTo>
                    <a:pt x="730" y="578"/>
                    <a:pt x="729" y="578"/>
                    <a:pt x="729" y="577"/>
                  </a:cubicBezTo>
                  <a:cubicBezTo>
                    <a:pt x="727" y="576"/>
                    <a:pt x="725" y="574"/>
                    <a:pt x="723" y="572"/>
                  </a:cubicBezTo>
                  <a:cubicBezTo>
                    <a:pt x="723" y="572"/>
                    <a:pt x="723" y="571"/>
                    <a:pt x="722" y="571"/>
                  </a:cubicBezTo>
                  <a:cubicBezTo>
                    <a:pt x="722" y="571"/>
                    <a:pt x="722" y="571"/>
                    <a:pt x="721" y="571"/>
                  </a:cubicBezTo>
                  <a:cubicBezTo>
                    <a:pt x="720" y="570"/>
                    <a:pt x="719" y="569"/>
                    <a:pt x="718" y="568"/>
                  </a:cubicBezTo>
                  <a:cubicBezTo>
                    <a:pt x="715" y="566"/>
                    <a:pt x="712" y="564"/>
                    <a:pt x="709" y="563"/>
                  </a:cubicBezTo>
                  <a:cubicBezTo>
                    <a:pt x="705" y="561"/>
                    <a:pt x="702" y="560"/>
                    <a:pt x="699" y="559"/>
                  </a:cubicBezTo>
                  <a:cubicBezTo>
                    <a:pt x="698" y="559"/>
                    <a:pt x="697" y="558"/>
                    <a:pt x="696" y="558"/>
                  </a:cubicBezTo>
                  <a:cubicBezTo>
                    <a:pt x="696" y="558"/>
                    <a:pt x="695" y="558"/>
                    <a:pt x="694" y="557"/>
                  </a:cubicBezTo>
                  <a:cubicBezTo>
                    <a:pt x="692" y="557"/>
                    <a:pt x="690" y="556"/>
                    <a:pt x="688" y="556"/>
                  </a:cubicBezTo>
                  <a:cubicBezTo>
                    <a:pt x="681" y="554"/>
                    <a:pt x="674" y="553"/>
                    <a:pt x="667" y="551"/>
                  </a:cubicBezTo>
                  <a:cubicBezTo>
                    <a:pt x="665" y="551"/>
                    <a:pt x="663" y="551"/>
                    <a:pt x="661" y="550"/>
                  </a:cubicBezTo>
                  <a:cubicBezTo>
                    <a:pt x="653" y="549"/>
                    <a:pt x="645" y="547"/>
                    <a:pt x="637" y="546"/>
                  </a:cubicBezTo>
                  <a:cubicBezTo>
                    <a:pt x="632" y="545"/>
                    <a:pt x="628" y="545"/>
                    <a:pt x="624" y="544"/>
                  </a:cubicBezTo>
                  <a:cubicBezTo>
                    <a:pt x="620" y="543"/>
                    <a:pt x="616" y="543"/>
                    <a:pt x="612" y="542"/>
                  </a:cubicBezTo>
                  <a:cubicBezTo>
                    <a:pt x="611" y="542"/>
                    <a:pt x="611" y="542"/>
                    <a:pt x="610" y="541"/>
                  </a:cubicBezTo>
                  <a:cubicBezTo>
                    <a:pt x="605" y="541"/>
                    <a:pt x="601" y="540"/>
                    <a:pt x="597" y="539"/>
                  </a:cubicBezTo>
                  <a:cubicBezTo>
                    <a:pt x="590" y="538"/>
                    <a:pt x="583" y="537"/>
                    <a:pt x="576" y="536"/>
                  </a:cubicBezTo>
                  <a:cubicBezTo>
                    <a:pt x="569" y="535"/>
                    <a:pt x="562" y="534"/>
                    <a:pt x="554" y="532"/>
                  </a:cubicBezTo>
                  <a:cubicBezTo>
                    <a:pt x="539" y="530"/>
                    <a:pt x="523" y="527"/>
                    <a:pt x="508" y="524"/>
                  </a:cubicBezTo>
                  <a:cubicBezTo>
                    <a:pt x="504" y="523"/>
                    <a:pt x="499" y="523"/>
                    <a:pt x="495" y="522"/>
                  </a:cubicBezTo>
                  <a:cubicBezTo>
                    <a:pt x="493" y="521"/>
                    <a:pt x="490" y="521"/>
                    <a:pt x="488" y="520"/>
                  </a:cubicBezTo>
                  <a:cubicBezTo>
                    <a:pt x="481" y="519"/>
                    <a:pt x="475" y="518"/>
                    <a:pt x="469" y="516"/>
                  </a:cubicBezTo>
                  <a:cubicBezTo>
                    <a:pt x="464" y="515"/>
                    <a:pt x="459" y="514"/>
                    <a:pt x="454" y="513"/>
                  </a:cubicBezTo>
                  <a:cubicBezTo>
                    <a:pt x="452" y="513"/>
                    <a:pt x="449" y="512"/>
                    <a:pt x="447" y="512"/>
                  </a:cubicBezTo>
                  <a:cubicBezTo>
                    <a:pt x="439" y="510"/>
                    <a:pt x="432" y="508"/>
                    <a:pt x="425" y="507"/>
                  </a:cubicBezTo>
                  <a:cubicBezTo>
                    <a:pt x="424" y="506"/>
                    <a:pt x="422" y="506"/>
                    <a:pt x="421" y="506"/>
                  </a:cubicBezTo>
                  <a:cubicBezTo>
                    <a:pt x="418" y="505"/>
                    <a:pt x="414" y="504"/>
                    <a:pt x="411" y="503"/>
                  </a:cubicBezTo>
                  <a:cubicBezTo>
                    <a:pt x="408" y="502"/>
                    <a:pt x="405" y="501"/>
                    <a:pt x="402" y="500"/>
                  </a:cubicBezTo>
                  <a:cubicBezTo>
                    <a:pt x="399" y="500"/>
                    <a:pt x="396" y="499"/>
                    <a:pt x="393" y="498"/>
                  </a:cubicBezTo>
                  <a:cubicBezTo>
                    <a:pt x="389" y="497"/>
                    <a:pt x="386" y="496"/>
                    <a:pt x="382" y="495"/>
                  </a:cubicBezTo>
                  <a:cubicBezTo>
                    <a:pt x="380" y="494"/>
                    <a:pt x="377" y="493"/>
                    <a:pt x="374" y="492"/>
                  </a:cubicBezTo>
                  <a:cubicBezTo>
                    <a:pt x="372" y="491"/>
                    <a:pt x="370" y="491"/>
                    <a:pt x="367" y="490"/>
                  </a:cubicBezTo>
                  <a:cubicBezTo>
                    <a:pt x="365" y="489"/>
                    <a:pt x="363" y="488"/>
                    <a:pt x="361" y="488"/>
                  </a:cubicBezTo>
                  <a:cubicBezTo>
                    <a:pt x="359" y="487"/>
                    <a:pt x="357" y="486"/>
                    <a:pt x="355" y="485"/>
                  </a:cubicBezTo>
                  <a:cubicBezTo>
                    <a:pt x="349" y="483"/>
                    <a:pt x="343" y="481"/>
                    <a:pt x="337" y="478"/>
                  </a:cubicBezTo>
                  <a:cubicBezTo>
                    <a:pt x="335" y="477"/>
                    <a:pt x="334" y="477"/>
                    <a:pt x="332" y="476"/>
                  </a:cubicBezTo>
                  <a:cubicBezTo>
                    <a:pt x="317" y="469"/>
                    <a:pt x="304" y="462"/>
                    <a:pt x="292" y="453"/>
                  </a:cubicBezTo>
                  <a:cubicBezTo>
                    <a:pt x="292" y="453"/>
                    <a:pt x="291" y="453"/>
                    <a:pt x="290" y="452"/>
                  </a:cubicBezTo>
                  <a:cubicBezTo>
                    <a:pt x="288" y="450"/>
                    <a:pt x="286" y="449"/>
                    <a:pt x="284" y="447"/>
                  </a:cubicBezTo>
                  <a:cubicBezTo>
                    <a:pt x="282" y="446"/>
                    <a:pt x="281" y="445"/>
                    <a:pt x="280" y="444"/>
                  </a:cubicBezTo>
                  <a:cubicBezTo>
                    <a:pt x="276" y="440"/>
                    <a:pt x="272" y="436"/>
                    <a:pt x="268" y="432"/>
                  </a:cubicBezTo>
                  <a:cubicBezTo>
                    <a:pt x="266" y="431"/>
                    <a:pt x="265" y="430"/>
                    <a:pt x="264" y="429"/>
                  </a:cubicBezTo>
                  <a:cubicBezTo>
                    <a:pt x="262" y="428"/>
                    <a:pt x="260" y="426"/>
                    <a:pt x="258" y="424"/>
                  </a:cubicBezTo>
                  <a:cubicBezTo>
                    <a:pt x="256" y="423"/>
                    <a:pt x="254" y="421"/>
                    <a:pt x="252" y="419"/>
                  </a:cubicBezTo>
                  <a:cubicBezTo>
                    <a:pt x="249" y="417"/>
                    <a:pt x="247" y="416"/>
                    <a:pt x="245" y="414"/>
                  </a:cubicBezTo>
                  <a:cubicBezTo>
                    <a:pt x="244" y="413"/>
                    <a:pt x="242" y="412"/>
                    <a:pt x="241" y="410"/>
                  </a:cubicBezTo>
                  <a:cubicBezTo>
                    <a:pt x="208" y="384"/>
                    <a:pt x="168" y="355"/>
                    <a:pt x="129" y="329"/>
                  </a:cubicBezTo>
                  <a:cubicBezTo>
                    <a:pt x="129" y="329"/>
                    <a:pt x="129" y="329"/>
                    <a:pt x="129" y="329"/>
                  </a:cubicBezTo>
                  <a:cubicBezTo>
                    <a:pt x="125" y="326"/>
                    <a:pt x="121" y="323"/>
                    <a:pt x="117" y="320"/>
                  </a:cubicBezTo>
                  <a:cubicBezTo>
                    <a:pt x="113" y="318"/>
                    <a:pt x="110" y="315"/>
                    <a:pt x="106" y="313"/>
                  </a:cubicBezTo>
                  <a:cubicBezTo>
                    <a:pt x="104" y="311"/>
                    <a:pt x="101" y="309"/>
                    <a:pt x="99" y="308"/>
                  </a:cubicBezTo>
                  <a:cubicBezTo>
                    <a:pt x="88" y="300"/>
                    <a:pt x="78" y="294"/>
                    <a:pt x="68" y="287"/>
                  </a:cubicBezTo>
                  <a:cubicBezTo>
                    <a:pt x="29" y="261"/>
                    <a:pt x="0" y="243"/>
                    <a:pt x="0" y="243"/>
                  </a:cubicBezTo>
                  <a:cubicBezTo>
                    <a:pt x="0" y="243"/>
                    <a:pt x="7" y="230"/>
                    <a:pt x="33" y="221"/>
                  </a:cubicBezTo>
                  <a:cubicBezTo>
                    <a:pt x="43" y="217"/>
                    <a:pt x="55" y="215"/>
                    <a:pt x="71" y="213"/>
                  </a:cubicBezTo>
                  <a:cubicBezTo>
                    <a:pt x="73" y="213"/>
                    <a:pt x="73" y="213"/>
                    <a:pt x="73" y="213"/>
                  </a:cubicBezTo>
                  <a:cubicBezTo>
                    <a:pt x="74" y="213"/>
                    <a:pt x="74" y="213"/>
                    <a:pt x="75" y="213"/>
                  </a:cubicBezTo>
                  <a:cubicBezTo>
                    <a:pt x="77" y="213"/>
                    <a:pt x="78" y="213"/>
                    <a:pt x="79" y="213"/>
                  </a:cubicBezTo>
                  <a:cubicBezTo>
                    <a:pt x="81" y="213"/>
                    <a:pt x="82" y="213"/>
                    <a:pt x="84" y="214"/>
                  </a:cubicBezTo>
                  <a:cubicBezTo>
                    <a:pt x="85" y="214"/>
                    <a:pt x="86" y="214"/>
                    <a:pt x="87" y="214"/>
                  </a:cubicBezTo>
                  <a:cubicBezTo>
                    <a:pt x="95" y="216"/>
                    <a:pt x="103" y="218"/>
                    <a:pt x="113" y="221"/>
                  </a:cubicBezTo>
                  <a:cubicBezTo>
                    <a:pt x="115" y="222"/>
                    <a:pt x="117" y="223"/>
                    <a:pt x="119" y="224"/>
                  </a:cubicBezTo>
                  <a:cubicBezTo>
                    <a:pt x="120" y="224"/>
                    <a:pt x="121" y="225"/>
                    <a:pt x="123" y="225"/>
                  </a:cubicBezTo>
                  <a:cubicBezTo>
                    <a:pt x="124" y="226"/>
                    <a:pt x="126" y="227"/>
                    <a:pt x="128" y="227"/>
                  </a:cubicBezTo>
                  <a:cubicBezTo>
                    <a:pt x="130" y="228"/>
                    <a:pt x="132" y="229"/>
                    <a:pt x="133" y="230"/>
                  </a:cubicBezTo>
                  <a:cubicBezTo>
                    <a:pt x="134" y="230"/>
                    <a:pt x="135" y="230"/>
                    <a:pt x="135" y="230"/>
                  </a:cubicBezTo>
                  <a:cubicBezTo>
                    <a:pt x="135" y="230"/>
                    <a:pt x="135" y="230"/>
                    <a:pt x="135" y="230"/>
                  </a:cubicBezTo>
                  <a:cubicBezTo>
                    <a:pt x="140" y="232"/>
                    <a:pt x="146" y="235"/>
                    <a:pt x="151" y="237"/>
                  </a:cubicBezTo>
                  <a:cubicBezTo>
                    <a:pt x="153" y="238"/>
                    <a:pt x="154" y="239"/>
                    <a:pt x="156" y="239"/>
                  </a:cubicBezTo>
                  <a:cubicBezTo>
                    <a:pt x="157" y="240"/>
                    <a:pt x="157" y="240"/>
                    <a:pt x="158" y="240"/>
                  </a:cubicBezTo>
                  <a:cubicBezTo>
                    <a:pt x="170" y="245"/>
                    <a:pt x="182" y="251"/>
                    <a:pt x="195" y="256"/>
                  </a:cubicBezTo>
                  <a:cubicBezTo>
                    <a:pt x="195" y="256"/>
                    <a:pt x="196" y="257"/>
                    <a:pt x="197" y="257"/>
                  </a:cubicBezTo>
                  <a:cubicBezTo>
                    <a:pt x="211" y="263"/>
                    <a:pt x="226" y="268"/>
                    <a:pt x="241" y="273"/>
                  </a:cubicBezTo>
                  <a:cubicBezTo>
                    <a:pt x="293" y="290"/>
                    <a:pt x="368" y="304"/>
                    <a:pt x="412" y="273"/>
                  </a:cubicBezTo>
                  <a:cubicBezTo>
                    <a:pt x="438" y="255"/>
                    <a:pt x="458" y="224"/>
                    <a:pt x="461" y="198"/>
                  </a:cubicBezTo>
                  <a:cubicBezTo>
                    <a:pt x="461" y="195"/>
                    <a:pt x="461" y="192"/>
                    <a:pt x="461" y="189"/>
                  </a:cubicBezTo>
                  <a:cubicBezTo>
                    <a:pt x="461" y="188"/>
                    <a:pt x="461" y="188"/>
                    <a:pt x="461" y="187"/>
                  </a:cubicBezTo>
                  <a:cubicBezTo>
                    <a:pt x="461" y="186"/>
                    <a:pt x="461" y="186"/>
                    <a:pt x="460" y="185"/>
                  </a:cubicBezTo>
                  <a:cubicBezTo>
                    <a:pt x="460" y="184"/>
                    <a:pt x="460" y="184"/>
                    <a:pt x="460" y="183"/>
                  </a:cubicBezTo>
                  <a:cubicBezTo>
                    <a:pt x="460" y="182"/>
                    <a:pt x="460" y="182"/>
                    <a:pt x="460" y="181"/>
                  </a:cubicBezTo>
                  <a:cubicBezTo>
                    <a:pt x="459" y="181"/>
                    <a:pt x="459" y="180"/>
                    <a:pt x="459" y="180"/>
                  </a:cubicBezTo>
                  <a:cubicBezTo>
                    <a:pt x="459" y="179"/>
                    <a:pt x="458" y="177"/>
                    <a:pt x="457" y="176"/>
                  </a:cubicBezTo>
                  <a:cubicBezTo>
                    <a:pt x="457" y="175"/>
                    <a:pt x="457" y="175"/>
                    <a:pt x="456" y="174"/>
                  </a:cubicBezTo>
                  <a:cubicBezTo>
                    <a:pt x="456" y="174"/>
                    <a:pt x="456" y="173"/>
                    <a:pt x="455" y="172"/>
                  </a:cubicBezTo>
                  <a:cubicBezTo>
                    <a:pt x="455" y="172"/>
                    <a:pt x="454" y="171"/>
                    <a:pt x="453" y="170"/>
                  </a:cubicBezTo>
                  <a:cubicBezTo>
                    <a:pt x="453" y="169"/>
                    <a:pt x="452" y="169"/>
                    <a:pt x="451" y="168"/>
                  </a:cubicBezTo>
                  <a:cubicBezTo>
                    <a:pt x="451" y="168"/>
                    <a:pt x="450" y="167"/>
                    <a:pt x="450" y="167"/>
                  </a:cubicBezTo>
                  <a:cubicBezTo>
                    <a:pt x="448" y="166"/>
                    <a:pt x="446" y="165"/>
                    <a:pt x="444" y="164"/>
                  </a:cubicBezTo>
                  <a:cubicBezTo>
                    <a:pt x="443" y="163"/>
                    <a:pt x="442" y="163"/>
                    <a:pt x="441" y="162"/>
                  </a:cubicBezTo>
                  <a:cubicBezTo>
                    <a:pt x="436" y="161"/>
                    <a:pt x="430" y="160"/>
                    <a:pt x="423" y="160"/>
                  </a:cubicBezTo>
                  <a:cubicBezTo>
                    <a:pt x="375" y="160"/>
                    <a:pt x="287" y="192"/>
                    <a:pt x="253" y="190"/>
                  </a:cubicBezTo>
                  <a:cubicBezTo>
                    <a:pt x="281" y="158"/>
                    <a:pt x="281" y="158"/>
                    <a:pt x="281" y="158"/>
                  </a:cubicBezTo>
                  <a:cubicBezTo>
                    <a:pt x="303" y="132"/>
                    <a:pt x="303" y="132"/>
                    <a:pt x="303" y="132"/>
                  </a:cubicBezTo>
                  <a:cubicBezTo>
                    <a:pt x="347" y="79"/>
                    <a:pt x="347" y="79"/>
                    <a:pt x="347" y="79"/>
                  </a:cubicBezTo>
                  <a:cubicBezTo>
                    <a:pt x="360" y="63"/>
                    <a:pt x="360" y="63"/>
                    <a:pt x="360" y="63"/>
                  </a:cubicBezTo>
                  <a:cubicBezTo>
                    <a:pt x="380" y="57"/>
                    <a:pt x="400" y="51"/>
                    <a:pt x="420" y="45"/>
                  </a:cubicBezTo>
                  <a:cubicBezTo>
                    <a:pt x="420" y="45"/>
                    <a:pt x="420" y="45"/>
                    <a:pt x="420" y="45"/>
                  </a:cubicBezTo>
                  <a:cubicBezTo>
                    <a:pt x="480" y="25"/>
                    <a:pt x="533" y="7"/>
                    <a:pt x="548" y="2"/>
                  </a:cubicBezTo>
                  <a:cubicBezTo>
                    <a:pt x="550" y="1"/>
                    <a:pt x="552" y="0"/>
                    <a:pt x="552" y="0"/>
                  </a:cubicBezTo>
                  <a:cubicBezTo>
                    <a:pt x="552" y="0"/>
                    <a:pt x="564" y="8"/>
                    <a:pt x="584" y="24"/>
                  </a:cubicBezTo>
                  <a:cubicBezTo>
                    <a:pt x="631" y="62"/>
                    <a:pt x="721" y="143"/>
                    <a:pt x="801" y="268"/>
                  </a:cubicBezTo>
                  <a:cubicBezTo>
                    <a:pt x="840" y="330"/>
                    <a:pt x="877" y="402"/>
                    <a:pt x="905" y="485"/>
                  </a:cubicBezTo>
                  <a:cubicBezTo>
                    <a:pt x="905" y="485"/>
                    <a:pt x="905" y="485"/>
                    <a:pt x="905" y="485"/>
                  </a:cubicBezTo>
                  <a:cubicBezTo>
                    <a:pt x="910" y="498"/>
                    <a:pt x="914" y="512"/>
                    <a:pt x="918" y="526"/>
                  </a:cubicBezTo>
                  <a:cubicBezTo>
                    <a:pt x="918" y="526"/>
                    <a:pt x="934" y="547"/>
                    <a:pt x="960" y="582"/>
                  </a:cubicBezTo>
                  <a:cubicBezTo>
                    <a:pt x="1041" y="691"/>
                    <a:pt x="1224" y="945"/>
                    <a:pt x="1360" y="1194"/>
                  </a:cubicBezTo>
                  <a:close/>
                </a:path>
              </a:pathLst>
            </a:custGeom>
            <a:gradFill>
              <a:gsLst>
                <a:gs pos="0">
                  <a:srgbClr val="E5C3FF"/>
                </a:gs>
                <a:gs pos="65000">
                  <a:srgbClr val="B0C7FF"/>
                </a:gs>
              </a:gsLst>
              <a:lin ang="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32">
              <a:extLst>
                <a:ext uri="{FF2B5EF4-FFF2-40B4-BE49-F238E27FC236}">
                  <a16:creationId xmlns:a16="http://schemas.microsoft.com/office/drawing/2014/main" id="{742FC6CF-44F1-407F-BEB2-8F383DCEC064}"/>
                </a:ext>
              </a:extLst>
            </p:cNvPr>
            <p:cNvSpPr>
              <a:spLocks/>
            </p:cNvSpPr>
            <p:nvPr/>
          </p:nvSpPr>
          <p:spPr bwMode="auto">
            <a:xfrm>
              <a:off x="7721066" y="1559272"/>
              <a:ext cx="2833086" cy="2015954"/>
            </a:xfrm>
            <a:custGeom>
              <a:avLst/>
              <a:gdLst>
                <a:gd name="T0" fmla="*/ 723 w 841"/>
                <a:gd name="T1" fmla="*/ 599 h 599"/>
                <a:gd name="T2" fmla="*/ 720 w 841"/>
                <a:gd name="T3" fmla="*/ 589 h 599"/>
                <a:gd name="T4" fmla="*/ 717 w 841"/>
                <a:gd name="T5" fmla="*/ 581 h 599"/>
                <a:gd name="T6" fmla="*/ 704 w 841"/>
                <a:gd name="T7" fmla="*/ 552 h 599"/>
                <a:gd name="T8" fmla="*/ 696 w 841"/>
                <a:gd name="T9" fmla="*/ 542 h 599"/>
                <a:gd name="T10" fmla="*/ 689 w 841"/>
                <a:gd name="T11" fmla="*/ 536 h 599"/>
                <a:gd name="T12" fmla="*/ 685 w 841"/>
                <a:gd name="T13" fmla="*/ 533 h 599"/>
                <a:gd name="T14" fmla="*/ 666 w 841"/>
                <a:gd name="T15" fmla="*/ 524 h 599"/>
                <a:gd name="T16" fmla="*/ 661 w 841"/>
                <a:gd name="T17" fmla="*/ 522 h 599"/>
                <a:gd name="T18" fmla="*/ 634 w 841"/>
                <a:gd name="T19" fmla="*/ 516 h 599"/>
                <a:gd name="T20" fmla="*/ 604 w 841"/>
                <a:gd name="T21" fmla="*/ 511 h 599"/>
                <a:gd name="T22" fmla="*/ 579 w 841"/>
                <a:gd name="T23" fmla="*/ 507 h 599"/>
                <a:gd name="T24" fmla="*/ 564 w 841"/>
                <a:gd name="T25" fmla="*/ 504 h 599"/>
                <a:gd name="T26" fmla="*/ 521 w 841"/>
                <a:gd name="T27" fmla="*/ 497 h 599"/>
                <a:gd name="T28" fmla="*/ 462 w 841"/>
                <a:gd name="T29" fmla="*/ 487 h 599"/>
                <a:gd name="T30" fmla="*/ 436 w 841"/>
                <a:gd name="T31" fmla="*/ 481 h 599"/>
                <a:gd name="T32" fmla="*/ 414 w 841"/>
                <a:gd name="T33" fmla="*/ 477 h 599"/>
                <a:gd name="T34" fmla="*/ 388 w 841"/>
                <a:gd name="T35" fmla="*/ 471 h 599"/>
                <a:gd name="T36" fmla="*/ 369 w 841"/>
                <a:gd name="T37" fmla="*/ 465 h 599"/>
                <a:gd name="T38" fmla="*/ 349 w 841"/>
                <a:gd name="T39" fmla="*/ 460 h 599"/>
                <a:gd name="T40" fmla="*/ 334 w 841"/>
                <a:gd name="T41" fmla="*/ 455 h 599"/>
                <a:gd name="T42" fmla="*/ 322 w 841"/>
                <a:gd name="T43" fmla="*/ 450 h 599"/>
                <a:gd name="T44" fmla="*/ 299 w 841"/>
                <a:gd name="T45" fmla="*/ 441 h 599"/>
                <a:gd name="T46" fmla="*/ 257 w 841"/>
                <a:gd name="T47" fmla="*/ 417 h 599"/>
                <a:gd name="T48" fmla="*/ 247 w 841"/>
                <a:gd name="T49" fmla="*/ 409 h 599"/>
                <a:gd name="T50" fmla="*/ 231 w 841"/>
                <a:gd name="T51" fmla="*/ 394 h 599"/>
                <a:gd name="T52" fmla="*/ 219 w 841"/>
                <a:gd name="T53" fmla="*/ 384 h 599"/>
                <a:gd name="T54" fmla="*/ 208 w 841"/>
                <a:gd name="T55" fmla="*/ 375 h 599"/>
                <a:gd name="T56" fmla="*/ 96 w 841"/>
                <a:gd name="T57" fmla="*/ 294 h 599"/>
                <a:gd name="T58" fmla="*/ 73 w 841"/>
                <a:gd name="T59" fmla="*/ 278 h 599"/>
                <a:gd name="T60" fmla="*/ 52 w 841"/>
                <a:gd name="T61" fmla="*/ 231 h 599"/>
                <a:gd name="T62" fmla="*/ 38 w 841"/>
                <a:gd name="T63" fmla="*/ 178 h 599"/>
                <a:gd name="T64" fmla="*/ 42 w 841"/>
                <a:gd name="T65" fmla="*/ 178 h 599"/>
                <a:gd name="T66" fmla="*/ 51 w 841"/>
                <a:gd name="T67" fmla="*/ 179 h 599"/>
                <a:gd name="T68" fmla="*/ 80 w 841"/>
                <a:gd name="T69" fmla="*/ 186 h 599"/>
                <a:gd name="T70" fmla="*/ 90 w 841"/>
                <a:gd name="T71" fmla="*/ 190 h 599"/>
                <a:gd name="T72" fmla="*/ 100 w 841"/>
                <a:gd name="T73" fmla="*/ 195 h 599"/>
                <a:gd name="T74" fmla="*/ 102 w 841"/>
                <a:gd name="T75" fmla="*/ 195 h 599"/>
                <a:gd name="T76" fmla="*/ 154 w 841"/>
                <a:gd name="T77" fmla="*/ 229 h 599"/>
                <a:gd name="T78" fmla="*/ 428 w 841"/>
                <a:gd name="T79" fmla="*/ 189 h 599"/>
                <a:gd name="T80" fmla="*/ 428 w 841"/>
                <a:gd name="T81" fmla="*/ 163 h 599"/>
                <a:gd name="T82" fmla="*/ 428 w 841"/>
                <a:gd name="T83" fmla="*/ 152 h 599"/>
                <a:gd name="T84" fmla="*/ 427 w 841"/>
                <a:gd name="T85" fmla="*/ 148 h 599"/>
                <a:gd name="T86" fmla="*/ 426 w 841"/>
                <a:gd name="T87" fmla="*/ 145 h 599"/>
                <a:gd name="T88" fmla="*/ 423 w 841"/>
                <a:gd name="T89" fmla="*/ 139 h 599"/>
                <a:gd name="T90" fmla="*/ 420 w 841"/>
                <a:gd name="T91" fmla="*/ 135 h 599"/>
                <a:gd name="T92" fmla="*/ 417 w 841"/>
                <a:gd name="T93" fmla="*/ 132 h 599"/>
                <a:gd name="T94" fmla="*/ 408 w 841"/>
                <a:gd name="T95" fmla="*/ 127 h 599"/>
                <a:gd name="T96" fmla="*/ 220 w 841"/>
                <a:gd name="T97" fmla="*/ 155 h 599"/>
                <a:gd name="T98" fmla="*/ 270 w 841"/>
                <a:gd name="T99" fmla="*/ 97 h 599"/>
                <a:gd name="T100" fmla="*/ 594 w 841"/>
                <a:gd name="T101" fmla="*/ 148 h 599"/>
                <a:gd name="T102" fmla="*/ 832 w 841"/>
                <a:gd name="T103" fmla="*/ 544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41" h="599">
                  <a:moveTo>
                    <a:pt x="832" y="544"/>
                  </a:moveTo>
                  <a:cubicBezTo>
                    <a:pt x="827" y="548"/>
                    <a:pt x="784" y="581"/>
                    <a:pt x="723" y="599"/>
                  </a:cubicBezTo>
                  <a:cubicBezTo>
                    <a:pt x="722" y="597"/>
                    <a:pt x="721" y="595"/>
                    <a:pt x="721" y="593"/>
                  </a:cubicBezTo>
                  <a:cubicBezTo>
                    <a:pt x="721" y="592"/>
                    <a:pt x="720" y="590"/>
                    <a:pt x="720" y="589"/>
                  </a:cubicBezTo>
                  <a:cubicBezTo>
                    <a:pt x="719" y="587"/>
                    <a:pt x="719" y="585"/>
                    <a:pt x="718" y="583"/>
                  </a:cubicBezTo>
                  <a:cubicBezTo>
                    <a:pt x="718" y="583"/>
                    <a:pt x="718" y="582"/>
                    <a:pt x="717" y="581"/>
                  </a:cubicBezTo>
                  <a:cubicBezTo>
                    <a:pt x="714" y="570"/>
                    <a:pt x="710" y="561"/>
                    <a:pt x="705" y="554"/>
                  </a:cubicBezTo>
                  <a:cubicBezTo>
                    <a:pt x="704" y="553"/>
                    <a:pt x="704" y="553"/>
                    <a:pt x="704" y="552"/>
                  </a:cubicBezTo>
                  <a:cubicBezTo>
                    <a:pt x="702" y="549"/>
                    <a:pt x="699" y="546"/>
                    <a:pt x="697" y="544"/>
                  </a:cubicBezTo>
                  <a:cubicBezTo>
                    <a:pt x="697" y="543"/>
                    <a:pt x="696" y="543"/>
                    <a:pt x="696" y="542"/>
                  </a:cubicBezTo>
                  <a:cubicBezTo>
                    <a:pt x="694" y="541"/>
                    <a:pt x="692" y="539"/>
                    <a:pt x="690" y="537"/>
                  </a:cubicBezTo>
                  <a:cubicBezTo>
                    <a:pt x="690" y="537"/>
                    <a:pt x="690" y="536"/>
                    <a:pt x="689" y="536"/>
                  </a:cubicBezTo>
                  <a:cubicBezTo>
                    <a:pt x="689" y="536"/>
                    <a:pt x="689" y="536"/>
                    <a:pt x="688" y="536"/>
                  </a:cubicBezTo>
                  <a:cubicBezTo>
                    <a:pt x="687" y="535"/>
                    <a:pt x="686" y="534"/>
                    <a:pt x="685" y="533"/>
                  </a:cubicBezTo>
                  <a:cubicBezTo>
                    <a:pt x="682" y="531"/>
                    <a:pt x="679" y="529"/>
                    <a:pt x="676" y="528"/>
                  </a:cubicBezTo>
                  <a:cubicBezTo>
                    <a:pt x="672" y="526"/>
                    <a:pt x="669" y="525"/>
                    <a:pt x="666" y="524"/>
                  </a:cubicBezTo>
                  <a:cubicBezTo>
                    <a:pt x="665" y="524"/>
                    <a:pt x="664" y="523"/>
                    <a:pt x="663" y="523"/>
                  </a:cubicBezTo>
                  <a:cubicBezTo>
                    <a:pt x="663" y="523"/>
                    <a:pt x="662" y="523"/>
                    <a:pt x="661" y="522"/>
                  </a:cubicBezTo>
                  <a:cubicBezTo>
                    <a:pt x="659" y="522"/>
                    <a:pt x="657" y="521"/>
                    <a:pt x="655" y="521"/>
                  </a:cubicBezTo>
                  <a:cubicBezTo>
                    <a:pt x="648" y="519"/>
                    <a:pt x="641" y="518"/>
                    <a:pt x="634" y="516"/>
                  </a:cubicBezTo>
                  <a:cubicBezTo>
                    <a:pt x="632" y="516"/>
                    <a:pt x="630" y="516"/>
                    <a:pt x="628" y="515"/>
                  </a:cubicBezTo>
                  <a:cubicBezTo>
                    <a:pt x="620" y="514"/>
                    <a:pt x="612" y="512"/>
                    <a:pt x="604" y="511"/>
                  </a:cubicBezTo>
                  <a:cubicBezTo>
                    <a:pt x="599" y="510"/>
                    <a:pt x="595" y="510"/>
                    <a:pt x="591" y="509"/>
                  </a:cubicBezTo>
                  <a:cubicBezTo>
                    <a:pt x="587" y="508"/>
                    <a:pt x="583" y="508"/>
                    <a:pt x="579" y="507"/>
                  </a:cubicBezTo>
                  <a:cubicBezTo>
                    <a:pt x="578" y="507"/>
                    <a:pt x="578" y="507"/>
                    <a:pt x="577" y="506"/>
                  </a:cubicBezTo>
                  <a:cubicBezTo>
                    <a:pt x="572" y="506"/>
                    <a:pt x="568" y="505"/>
                    <a:pt x="564" y="504"/>
                  </a:cubicBezTo>
                  <a:cubicBezTo>
                    <a:pt x="557" y="503"/>
                    <a:pt x="550" y="502"/>
                    <a:pt x="543" y="501"/>
                  </a:cubicBezTo>
                  <a:cubicBezTo>
                    <a:pt x="536" y="500"/>
                    <a:pt x="529" y="499"/>
                    <a:pt x="521" y="497"/>
                  </a:cubicBezTo>
                  <a:cubicBezTo>
                    <a:pt x="506" y="495"/>
                    <a:pt x="490" y="492"/>
                    <a:pt x="475" y="489"/>
                  </a:cubicBezTo>
                  <a:cubicBezTo>
                    <a:pt x="471" y="488"/>
                    <a:pt x="466" y="488"/>
                    <a:pt x="462" y="487"/>
                  </a:cubicBezTo>
                  <a:cubicBezTo>
                    <a:pt x="460" y="486"/>
                    <a:pt x="457" y="486"/>
                    <a:pt x="455" y="485"/>
                  </a:cubicBezTo>
                  <a:cubicBezTo>
                    <a:pt x="448" y="484"/>
                    <a:pt x="442" y="483"/>
                    <a:pt x="436" y="481"/>
                  </a:cubicBezTo>
                  <a:cubicBezTo>
                    <a:pt x="431" y="480"/>
                    <a:pt x="426" y="479"/>
                    <a:pt x="421" y="478"/>
                  </a:cubicBezTo>
                  <a:cubicBezTo>
                    <a:pt x="419" y="478"/>
                    <a:pt x="416" y="477"/>
                    <a:pt x="414" y="477"/>
                  </a:cubicBezTo>
                  <a:cubicBezTo>
                    <a:pt x="406" y="475"/>
                    <a:pt x="399" y="473"/>
                    <a:pt x="392" y="472"/>
                  </a:cubicBezTo>
                  <a:cubicBezTo>
                    <a:pt x="391" y="471"/>
                    <a:pt x="389" y="471"/>
                    <a:pt x="388" y="471"/>
                  </a:cubicBezTo>
                  <a:cubicBezTo>
                    <a:pt x="385" y="470"/>
                    <a:pt x="381" y="469"/>
                    <a:pt x="378" y="468"/>
                  </a:cubicBezTo>
                  <a:cubicBezTo>
                    <a:pt x="375" y="467"/>
                    <a:pt x="372" y="466"/>
                    <a:pt x="369" y="465"/>
                  </a:cubicBezTo>
                  <a:cubicBezTo>
                    <a:pt x="366" y="465"/>
                    <a:pt x="363" y="464"/>
                    <a:pt x="360" y="463"/>
                  </a:cubicBezTo>
                  <a:cubicBezTo>
                    <a:pt x="356" y="462"/>
                    <a:pt x="353" y="461"/>
                    <a:pt x="349" y="460"/>
                  </a:cubicBezTo>
                  <a:cubicBezTo>
                    <a:pt x="347" y="459"/>
                    <a:pt x="344" y="458"/>
                    <a:pt x="341" y="457"/>
                  </a:cubicBezTo>
                  <a:cubicBezTo>
                    <a:pt x="339" y="456"/>
                    <a:pt x="337" y="456"/>
                    <a:pt x="334" y="455"/>
                  </a:cubicBezTo>
                  <a:cubicBezTo>
                    <a:pt x="332" y="454"/>
                    <a:pt x="330" y="453"/>
                    <a:pt x="328" y="453"/>
                  </a:cubicBezTo>
                  <a:cubicBezTo>
                    <a:pt x="326" y="452"/>
                    <a:pt x="324" y="451"/>
                    <a:pt x="322" y="450"/>
                  </a:cubicBezTo>
                  <a:cubicBezTo>
                    <a:pt x="316" y="448"/>
                    <a:pt x="310" y="446"/>
                    <a:pt x="304" y="443"/>
                  </a:cubicBezTo>
                  <a:cubicBezTo>
                    <a:pt x="302" y="442"/>
                    <a:pt x="301" y="442"/>
                    <a:pt x="299" y="441"/>
                  </a:cubicBezTo>
                  <a:cubicBezTo>
                    <a:pt x="284" y="434"/>
                    <a:pt x="271" y="427"/>
                    <a:pt x="259" y="418"/>
                  </a:cubicBezTo>
                  <a:cubicBezTo>
                    <a:pt x="259" y="418"/>
                    <a:pt x="258" y="418"/>
                    <a:pt x="257" y="417"/>
                  </a:cubicBezTo>
                  <a:cubicBezTo>
                    <a:pt x="255" y="415"/>
                    <a:pt x="253" y="414"/>
                    <a:pt x="251" y="412"/>
                  </a:cubicBezTo>
                  <a:cubicBezTo>
                    <a:pt x="249" y="411"/>
                    <a:pt x="248" y="410"/>
                    <a:pt x="247" y="409"/>
                  </a:cubicBezTo>
                  <a:cubicBezTo>
                    <a:pt x="243" y="405"/>
                    <a:pt x="239" y="401"/>
                    <a:pt x="235" y="397"/>
                  </a:cubicBezTo>
                  <a:cubicBezTo>
                    <a:pt x="233" y="396"/>
                    <a:pt x="232" y="395"/>
                    <a:pt x="231" y="394"/>
                  </a:cubicBezTo>
                  <a:cubicBezTo>
                    <a:pt x="229" y="393"/>
                    <a:pt x="227" y="391"/>
                    <a:pt x="225" y="389"/>
                  </a:cubicBezTo>
                  <a:cubicBezTo>
                    <a:pt x="223" y="388"/>
                    <a:pt x="221" y="386"/>
                    <a:pt x="219" y="384"/>
                  </a:cubicBezTo>
                  <a:cubicBezTo>
                    <a:pt x="216" y="382"/>
                    <a:pt x="214" y="381"/>
                    <a:pt x="212" y="379"/>
                  </a:cubicBezTo>
                  <a:cubicBezTo>
                    <a:pt x="211" y="378"/>
                    <a:pt x="209" y="377"/>
                    <a:pt x="208" y="375"/>
                  </a:cubicBezTo>
                  <a:cubicBezTo>
                    <a:pt x="175" y="349"/>
                    <a:pt x="135" y="320"/>
                    <a:pt x="96" y="294"/>
                  </a:cubicBezTo>
                  <a:cubicBezTo>
                    <a:pt x="96" y="294"/>
                    <a:pt x="96" y="294"/>
                    <a:pt x="96" y="294"/>
                  </a:cubicBezTo>
                  <a:cubicBezTo>
                    <a:pt x="92" y="291"/>
                    <a:pt x="88" y="288"/>
                    <a:pt x="84" y="285"/>
                  </a:cubicBezTo>
                  <a:cubicBezTo>
                    <a:pt x="80" y="283"/>
                    <a:pt x="77" y="280"/>
                    <a:pt x="73" y="278"/>
                  </a:cubicBezTo>
                  <a:cubicBezTo>
                    <a:pt x="71" y="276"/>
                    <a:pt x="68" y="274"/>
                    <a:pt x="66" y="273"/>
                  </a:cubicBezTo>
                  <a:cubicBezTo>
                    <a:pt x="65" y="256"/>
                    <a:pt x="60" y="242"/>
                    <a:pt x="52" y="231"/>
                  </a:cubicBezTo>
                  <a:cubicBezTo>
                    <a:pt x="38" y="211"/>
                    <a:pt x="16" y="198"/>
                    <a:pt x="0" y="186"/>
                  </a:cubicBezTo>
                  <a:cubicBezTo>
                    <a:pt x="10" y="182"/>
                    <a:pt x="22" y="180"/>
                    <a:pt x="38" y="178"/>
                  </a:cubicBezTo>
                  <a:cubicBezTo>
                    <a:pt x="40" y="178"/>
                    <a:pt x="40" y="178"/>
                    <a:pt x="40" y="178"/>
                  </a:cubicBezTo>
                  <a:cubicBezTo>
                    <a:pt x="41" y="178"/>
                    <a:pt x="41" y="178"/>
                    <a:pt x="42" y="178"/>
                  </a:cubicBezTo>
                  <a:cubicBezTo>
                    <a:pt x="44" y="178"/>
                    <a:pt x="45" y="178"/>
                    <a:pt x="46" y="178"/>
                  </a:cubicBezTo>
                  <a:cubicBezTo>
                    <a:pt x="48" y="178"/>
                    <a:pt x="49" y="178"/>
                    <a:pt x="51" y="179"/>
                  </a:cubicBezTo>
                  <a:cubicBezTo>
                    <a:pt x="52" y="179"/>
                    <a:pt x="53" y="179"/>
                    <a:pt x="54" y="179"/>
                  </a:cubicBezTo>
                  <a:cubicBezTo>
                    <a:pt x="62" y="181"/>
                    <a:pt x="70" y="183"/>
                    <a:pt x="80" y="186"/>
                  </a:cubicBezTo>
                  <a:cubicBezTo>
                    <a:pt x="82" y="187"/>
                    <a:pt x="84" y="188"/>
                    <a:pt x="86" y="189"/>
                  </a:cubicBezTo>
                  <a:cubicBezTo>
                    <a:pt x="87" y="189"/>
                    <a:pt x="88" y="190"/>
                    <a:pt x="90" y="190"/>
                  </a:cubicBezTo>
                  <a:cubicBezTo>
                    <a:pt x="91" y="191"/>
                    <a:pt x="93" y="192"/>
                    <a:pt x="95" y="192"/>
                  </a:cubicBezTo>
                  <a:cubicBezTo>
                    <a:pt x="97" y="193"/>
                    <a:pt x="99" y="194"/>
                    <a:pt x="100" y="195"/>
                  </a:cubicBezTo>
                  <a:cubicBezTo>
                    <a:pt x="101" y="195"/>
                    <a:pt x="101" y="195"/>
                    <a:pt x="102" y="195"/>
                  </a:cubicBezTo>
                  <a:cubicBezTo>
                    <a:pt x="102" y="195"/>
                    <a:pt x="102" y="195"/>
                    <a:pt x="102" y="195"/>
                  </a:cubicBezTo>
                  <a:cubicBezTo>
                    <a:pt x="102" y="195"/>
                    <a:pt x="102" y="195"/>
                    <a:pt x="102" y="195"/>
                  </a:cubicBezTo>
                  <a:cubicBezTo>
                    <a:pt x="116" y="207"/>
                    <a:pt x="134" y="218"/>
                    <a:pt x="154" y="229"/>
                  </a:cubicBezTo>
                  <a:cubicBezTo>
                    <a:pt x="251" y="280"/>
                    <a:pt x="405" y="310"/>
                    <a:pt x="428" y="196"/>
                  </a:cubicBezTo>
                  <a:cubicBezTo>
                    <a:pt x="429" y="193"/>
                    <a:pt x="429" y="191"/>
                    <a:pt x="428" y="189"/>
                  </a:cubicBezTo>
                  <a:cubicBezTo>
                    <a:pt x="430" y="180"/>
                    <a:pt x="430" y="171"/>
                    <a:pt x="428" y="163"/>
                  </a:cubicBezTo>
                  <a:cubicBezTo>
                    <a:pt x="428" y="163"/>
                    <a:pt x="428" y="163"/>
                    <a:pt x="428" y="163"/>
                  </a:cubicBezTo>
                  <a:cubicBezTo>
                    <a:pt x="428" y="160"/>
                    <a:pt x="428" y="157"/>
                    <a:pt x="428" y="154"/>
                  </a:cubicBezTo>
                  <a:cubicBezTo>
                    <a:pt x="428" y="153"/>
                    <a:pt x="428" y="153"/>
                    <a:pt x="428" y="152"/>
                  </a:cubicBezTo>
                  <a:cubicBezTo>
                    <a:pt x="428" y="151"/>
                    <a:pt x="428" y="151"/>
                    <a:pt x="427" y="150"/>
                  </a:cubicBezTo>
                  <a:cubicBezTo>
                    <a:pt x="427" y="149"/>
                    <a:pt x="427" y="149"/>
                    <a:pt x="427" y="148"/>
                  </a:cubicBezTo>
                  <a:cubicBezTo>
                    <a:pt x="427" y="147"/>
                    <a:pt x="427" y="147"/>
                    <a:pt x="427" y="146"/>
                  </a:cubicBezTo>
                  <a:cubicBezTo>
                    <a:pt x="426" y="146"/>
                    <a:pt x="426" y="145"/>
                    <a:pt x="426" y="145"/>
                  </a:cubicBezTo>
                  <a:cubicBezTo>
                    <a:pt x="426" y="144"/>
                    <a:pt x="425" y="142"/>
                    <a:pt x="424" y="141"/>
                  </a:cubicBezTo>
                  <a:cubicBezTo>
                    <a:pt x="424" y="140"/>
                    <a:pt x="424" y="140"/>
                    <a:pt x="423" y="139"/>
                  </a:cubicBezTo>
                  <a:cubicBezTo>
                    <a:pt x="423" y="139"/>
                    <a:pt x="423" y="138"/>
                    <a:pt x="422" y="137"/>
                  </a:cubicBezTo>
                  <a:cubicBezTo>
                    <a:pt x="422" y="137"/>
                    <a:pt x="421" y="136"/>
                    <a:pt x="420" y="135"/>
                  </a:cubicBezTo>
                  <a:cubicBezTo>
                    <a:pt x="420" y="134"/>
                    <a:pt x="419" y="134"/>
                    <a:pt x="418" y="133"/>
                  </a:cubicBezTo>
                  <a:cubicBezTo>
                    <a:pt x="418" y="133"/>
                    <a:pt x="417" y="132"/>
                    <a:pt x="417" y="132"/>
                  </a:cubicBezTo>
                  <a:cubicBezTo>
                    <a:pt x="415" y="131"/>
                    <a:pt x="413" y="130"/>
                    <a:pt x="411" y="129"/>
                  </a:cubicBezTo>
                  <a:cubicBezTo>
                    <a:pt x="410" y="128"/>
                    <a:pt x="409" y="128"/>
                    <a:pt x="408" y="127"/>
                  </a:cubicBezTo>
                  <a:cubicBezTo>
                    <a:pt x="403" y="126"/>
                    <a:pt x="397" y="125"/>
                    <a:pt x="390" y="125"/>
                  </a:cubicBezTo>
                  <a:cubicBezTo>
                    <a:pt x="342" y="125"/>
                    <a:pt x="254" y="157"/>
                    <a:pt x="220" y="155"/>
                  </a:cubicBezTo>
                  <a:cubicBezTo>
                    <a:pt x="248" y="123"/>
                    <a:pt x="248" y="123"/>
                    <a:pt x="248" y="123"/>
                  </a:cubicBezTo>
                  <a:cubicBezTo>
                    <a:pt x="270" y="97"/>
                    <a:pt x="270" y="97"/>
                    <a:pt x="270" y="97"/>
                  </a:cubicBezTo>
                  <a:cubicBezTo>
                    <a:pt x="333" y="79"/>
                    <a:pt x="410" y="61"/>
                    <a:pt x="464" y="53"/>
                  </a:cubicBezTo>
                  <a:cubicBezTo>
                    <a:pt x="541" y="42"/>
                    <a:pt x="566" y="0"/>
                    <a:pt x="594" y="148"/>
                  </a:cubicBezTo>
                  <a:cubicBezTo>
                    <a:pt x="621" y="297"/>
                    <a:pt x="682" y="329"/>
                    <a:pt x="730" y="361"/>
                  </a:cubicBezTo>
                  <a:cubicBezTo>
                    <a:pt x="779" y="394"/>
                    <a:pt x="841" y="538"/>
                    <a:pt x="832" y="54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3">
              <a:extLst>
                <a:ext uri="{FF2B5EF4-FFF2-40B4-BE49-F238E27FC236}">
                  <a16:creationId xmlns:a16="http://schemas.microsoft.com/office/drawing/2014/main" id="{86469AEA-7511-41DC-A011-88DD81748329}"/>
                </a:ext>
              </a:extLst>
            </p:cNvPr>
            <p:cNvSpPr>
              <a:spLocks/>
            </p:cNvSpPr>
            <p:nvPr/>
          </p:nvSpPr>
          <p:spPr bwMode="auto">
            <a:xfrm>
              <a:off x="9860664" y="3197122"/>
              <a:ext cx="964074" cy="677360"/>
            </a:xfrm>
            <a:custGeom>
              <a:avLst/>
              <a:gdLst>
                <a:gd name="T0" fmla="*/ 462 w 538"/>
                <a:gd name="T1" fmla="*/ 0 h 378"/>
                <a:gd name="T2" fmla="*/ 0 w 538"/>
                <a:gd name="T3" fmla="*/ 245 h 378"/>
                <a:gd name="T4" fmla="*/ 0 w 538"/>
                <a:gd name="T5" fmla="*/ 378 h 378"/>
                <a:gd name="T6" fmla="*/ 538 w 538"/>
                <a:gd name="T7" fmla="*/ 100 h 378"/>
                <a:gd name="T8" fmla="*/ 462 w 538"/>
                <a:gd name="T9" fmla="*/ 0 h 378"/>
              </a:gdLst>
              <a:ahLst/>
              <a:cxnLst>
                <a:cxn ang="0">
                  <a:pos x="T0" y="T1"/>
                </a:cxn>
                <a:cxn ang="0">
                  <a:pos x="T2" y="T3"/>
                </a:cxn>
                <a:cxn ang="0">
                  <a:pos x="T4" y="T5"/>
                </a:cxn>
                <a:cxn ang="0">
                  <a:pos x="T6" y="T7"/>
                </a:cxn>
                <a:cxn ang="0">
                  <a:pos x="T8" y="T9"/>
                </a:cxn>
              </a:cxnLst>
              <a:rect l="0" t="0" r="r" b="b"/>
              <a:pathLst>
                <a:path w="538" h="378">
                  <a:moveTo>
                    <a:pt x="462" y="0"/>
                  </a:moveTo>
                  <a:lnTo>
                    <a:pt x="0" y="245"/>
                  </a:lnTo>
                  <a:lnTo>
                    <a:pt x="0" y="378"/>
                  </a:lnTo>
                  <a:lnTo>
                    <a:pt x="538" y="100"/>
                  </a:lnTo>
                  <a:lnTo>
                    <a:pt x="462"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34">
              <a:extLst>
                <a:ext uri="{FF2B5EF4-FFF2-40B4-BE49-F238E27FC236}">
                  <a16:creationId xmlns:a16="http://schemas.microsoft.com/office/drawing/2014/main" id="{A828F27C-2D7F-4EC9-819B-5E25949089DA}"/>
                </a:ext>
              </a:extLst>
            </p:cNvPr>
            <p:cNvSpPr>
              <a:spLocks/>
            </p:cNvSpPr>
            <p:nvPr/>
          </p:nvSpPr>
          <p:spPr bwMode="auto">
            <a:xfrm>
              <a:off x="9860664" y="3376318"/>
              <a:ext cx="2331338" cy="3436976"/>
            </a:xfrm>
            <a:custGeom>
              <a:avLst/>
              <a:gdLst>
                <a:gd name="T0" fmla="*/ 692 w 692"/>
                <a:gd name="T1" fmla="*/ 543 h 1021"/>
                <a:gd name="T2" fmla="*/ 692 w 692"/>
                <a:gd name="T3" fmla="*/ 1021 h 1021"/>
                <a:gd name="T4" fmla="*/ 529 w 692"/>
                <a:gd name="T5" fmla="*/ 922 h 1021"/>
                <a:gd name="T6" fmla="*/ 267 w 692"/>
                <a:gd name="T7" fmla="*/ 862 h 1021"/>
                <a:gd name="T8" fmla="*/ 222 w 692"/>
                <a:gd name="T9" fmla="*/ 855 h 1021"/>
                <a:gd name="T10" fmla="*/ 85 w 692"/>
                <a:gd name="T11" fmla="*/ 506 h 1021"/>
                <a:gd name="T12" fmla="*/ 0 w 692"/>
                <a:gd name="T13" fmla="*/ 148 h 1021"/>
                <a:gd name="T14" fmla="*/ 95 w 692"/>
                <a:gd name="T15" fmla="*/ 99 h 1021"/>
                <a:gd name="T16" fmla="*/ 183 w 692"/>
                <a:gd name="T17" fmla="*/ 54 h 1021"/>
                <a:gd name="T18" fmla="*/ 263 w 692"/>
                <a:gd name="T19" fmla="*/ 13 h 1021"/>
                <a:gd name="T20" fmla="*/ 286 w 692"/>
                <a:gd name="T21" fmla="*/ 0 h 1021"/>
                <a:gd name="T22" fmla="*/ 286 w 692"/>
                <a:gd name="T23" fmla="*/ 0 h 1021"/>
                <a:gd name="T24" fmla="*/ 286 w 692"/>
                <a:gd name="T25" fmla="*/ 0 h 1021"/>
                <a:gd name="T26" fmla="*/ 292 w 692"/>
                <a:gd name="T27" fmla="*/ 7 h 1021"/>
                <a:gd name="T28" fmla="*/ 692 w 692"/>
                <a:gd name="T29" fmla="*/ 543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2" h="1021">
                  <a:moveTo>
                    <a:pt x="692" y="543"/>
                  </a:moveTo>
                  <a:cubicBezTo>
                    <a:pt x="692" y="1021"/>
                    <a:pt x="692" y="1021"/>
                    <a:pt x="692" y="1021"/>
                  </a:cubicBezTo>
                  <a:cubicBezTo>
                    <a:pt x="681" y="1000"/>
                    <a:pt x="644" y="961"/>
                    <a:pt x="529" y="922"/>
                  </a:cubicBezTo>
                  <a:cubicBezTo>
                    <a:pt x="467" y="901"/>
                    <a:pt x="382" y="880"/>
                    <a:pt x="267" y="862"/>
                  </a:cubicBezTo>
                  <a:cubicBezTo>
                    <a:pt x="252" y="860"/>
                    <a:pt x="238" y="857"/>
                    <a:pt x="222" y="855"/>
                  </a:cubicBezTo>
                  <a:cubicBezTo>
                    <a:pt x="164" y="741"/>
                    <a:pt x="118" y="618"/>
                    <a:pt x="85" y="506"/>
                  </a:cubicBezTo>
                  <a:cubicBezTo>
                    <a:pt x="24" y="308"/>
                    <a:pt x="0" y="148"/>
                    <a:pt x="0" y="148"/>
                  </a:cubicBezTo>
                  <a:cubicBezTo>
                    <a:pt x="95" y="99"/>
                    <a:pt x="95" y="99"/>
                    <a:pt x="95" y="99"/>
                  </a:cubicBezTo>
                  <a:cubicBezTo>
                    <a:pt x="183" y="54"/>
                    <a:pt x="183" y="54"/>
                    <a:pt x="183" y="54"/>
                  </a:cubicBezTo>
                  <a:cubicBezTo>
                    <a:pt x="263" y="13"/>
                    <a:pt x="263" y="13"/>
                    <a:pt x="263" y="13"/>
                  </a:cubicBezTo>
                  <a:cubicBezTo>
                    <a:pt x="286" y="0"/>
                    <a:pt x="286" y="0"/>
                    <a:pt x="286" y="0"/>
                  </a:cubicBezTo>
                  <a:cubicBezTo>
                    <a:pt x="286" y="0"/>
                    <a:pt x="286" y="0"/>
                    <a:pt x="286" y="0"/>
                  </a:cubicBezTo>
                  <a:cubicBezTo>
                    <a:pt x="286" y="0"/>
                    <a:pt x="286" y="0"/>
                    <a:pt x="286" y="0"/>
                  </a:cubicBezTo>
                  <a:cubicBezTo>
                    <a:pt x="288" y="2"/>
                    <a:pt x="290" y="5"/>
                    <a:pt x="292" y="7"/>
                  </a:cubicBezTo>
                  <a:cubicBezTo>
                    <a:pt x="354" y="77"/>
                    <a:pt x="539" y="303"/>
                    <a:pt x="692" y="543"/>
                  </a:cubicBezTo>
                  <a:close/>
                </a:path>
              </a:pathLst>
            </a:custGeom>
            <a:gradFill>
              <a:gsLst>
                <a:gs pos="0">
                  <a:srgbClr val="0A2DDB"/>
                </a:gs>
                <a:gs pos="83000">
                  <a:srgbClr val="3E04A9"/>
                </a:gs>
              </a:gsLst>
              <a:lin ang="13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8" name="Freeform 35">
              <a:extLst>
                <a:ext uri="{FF2B5EF4-FFF2-40B4-BE49-F238E27FC236}">
                  <a16:creationId xmlns:a16="http://schemas.microsoft.com/office/drawing/2014/main" id="{3CEFFA90-EB51-41A6-8D88-DC1FC480C0E4}"/>
                </a:ext>
              </a:extLst>
            </p:cNvPr>
            <p:cNvSpPr>
              <a:spLocks/>
            </p:cNvSpPr>
            <p:nvPr/>
          </p:nvSpPr>
          <p:spPr bwMode="auto">
            <a:xfrm>
              <a:off x="9860664" y="3557306"/>
              <a:ext cx="1782999" cy="2922684"/>
            </a:xfrm>
            <a:custGeom>
              <a:avLst/>
              <a:gdLst>
                <a:gd name="T0" fmla="*/ 529 w 529"/>
                <a:gd name="T1" fmla="*/ 868 h 868"/>
                <a:gd name="T2" fmla="*/ 267 w 529"/>
                <a:gd name="T3" fmla="*/ 808 h 868"/>
                <a:gd name="T4" fmla="*/ 222 w 529"/>
                <a:gd name="T5" fmla="*/ 801 h 868"/>
                <a:gd name="T6" fmla="*/ 85 w 529"/>
                <a:gd name="T7" fmla="*/ 452 h 868"/>
                <a:gd name="T8" fmla="*/ 0 w 529"/>
                <a:gd name="T9" fmla="*/ 94 h 868"/>
                <a:gd name="T10" fmla="*/ 95 w 529"/>
                <a:gd name="T11" fmla="*/ 45 h 868"/>
                <a:gd name="T12" fmla="*/ 183 w 529"/>
                <a:gd name="T13" fmla="*/ 0 h 868"/>
                <a:gd name="T14" fmla="*/ 194 w 529"/>
                <a:gd name="T15" fmla="*/ 1 h 868"/>
                <a:gd name="T16" fmla="*/ 315 w 529"/>
                <a:gd name="T17" fmla="*/ 378 h 868"/>
                <a:gd name="T18" fmla="*/ 315 w 529"/>
                <a:gd name="T19" fmla="*/ 421 h 868"/>
                <a:gd name="T20" fmla="*/ 508 w 529"/>
                <a:gd name="T21" fmla="*/ 855 h 868"/>
                <a:gd name="T22" fmla="*/ 529 w 529"/>
                <a:gd name="T23" fmla="*/ 868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9" h="868">
                  <a:moveTo>
                    <a:pt x="529" y="868"/>
                  </a:moveTo>
                  <a:cubicBezTo>
                    <a:pt x="467" y="847"/>
                    <a:pt x="382" y="826"/>
                    <a:pt x="267" y="808"/>
                  </a:cubicBezTo>
                  <a:cubicBezTo>
                    <a:pt x="252" y="806"/>
                    <a:pt x="238" y="803"/>
                    <a:pt x="222" y="801"/>
                  </a:cubicBezTo>
                  <a:cubicBezTo>
                    <a:pt x="164" y="687"/>
                    <a:pt x="118" y="564"/>
                    <a:pt x="85" y="452"/>
                  </a:cubicBezTo>
                  <a:cubicBezTo>
                    <a:pt x="24" y="254"/>
                    <a:pt x="0" y="94"/>
                    <a:pt x="0" y="94"/>
                  </a:cubicBezTo>
                  <a:cubicBezTo>
                    <a:pt x="95" y="45"/>
                    <a:pt x="95" y="45"/>
                    <a:pt x="95" y="45"/>
                  </a:cubicBezTo>
                  <a:cubicBezTo>
                    <a:pt x="183" y="0"/>
                    <a:pt x="183" y="0"/>
                    <a:pt x="183" y="0"/>
                  </a:cubicBezTo>
                  <a:cubicBezTo>
                    <a:pt x="187" y="0"/>
                    <a:pt x="190" y="0"/>
                    <a:pt x="194" y="1"/>
                  </a:cubicBezTo>
                  <a:cubicBezTo>
                    <a:pt x="194" y="1"/>
                    <a:pt x="315" y="244"/>
                    <a:pt x="315" y="378"/>
                  </a:cubicBezTo>
                  <a:cubicBezTo>
                    <a:pt x="315" y="392"/>
                    <a:pt x="315" y="406"/>
                    <a:pt x="315" y="421"/>
                  </a:cubicBezTo>
                  <a:cubicBezTo>
                    <a:pt x="311" y="551"/>
                    <a:pt x="307" y="720"/>
                    <a:pt x="508" y="855"/>
                  </a:cubicBezTo>
                  <a:cubicBezTo>
                    <a:pt x="515" y="859"/>
                    <a:pt x="522" y="864"/>
                    <a:pt x="529" y="868"/>
                  </a:cubicBezTo>
                  <a:close/>
                </a:path>
              </a:pathLst>
            </a:custGeom>
            <a:gradFill>
              <a:gsLst>
                <a:gs pos="100000">
                  <a:srgbClr val="5936E0"/>
                </a:gs>
                <a:gs pos="44000">
                  <a:srgbClr val="371DBD"/>
                </a:gs>
              </a:gsLst>
              <a:lin ang="13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Shape 66">
              <a:extLst>
                <a:ext uri="{FF2B5EF4-FFF2-40B4-BE49-F238E27FC236}">
                  <a16:creationId xmlns:a16="http://schemas.microsoft.com/office/drawing/2014/main" id="{2ACAA286-8EC7-477A-B799-85B6B23E638D}"/>
                </a:ext>
              </a:extLst>
            </p:cNvPr>
            <p:cNvSpPr/>
            <p:nvPr/>
          </p:nvSpPr>
          <p:spPr>
            <a:xfrm rot="20923453">
              <a:off x="6655548" y="-439156"/>
              <a:ext cx="5488008" cy="1037277"/>
            </a:xfrm>
            <a:custGeom>
              <a:avLst/>
              <a:gdLst>
                <a:gd name="connsiteX0" fmla="*/ 584535 w 5488008"/>
                <a:gd name="connsiteY0" fmla="*/ 0 h 1037277"/>
                <a:gd name="connsiteX1" fmla="*/ 5488008 w 5488008"/>
                <a:gd name="connsiteY1" fmla="*/ 977656 h 1037277"/>
                <a:gd name="connsiteX2" fmla="*/ 5476121 w 5488008"/>
                <a:gd name="connsiteY2" fmla="*/ 1037276 h 1037277"/>
                <a:gd name="connsiteX3" fmla="*/ 0 w 5488008"/>
                <a:gd name="connsiteY3" fmla="*/ 1037277 h 1037277"/>
                <a:gd name="connsiteX4" fmla="*/ 35107 w 5488008"/>
                <a:gd name="connsiteY4" fmla="*/ 912868 h 1037277"/>
                <a:gd name="connsiteX5" fmla="*/ 584535 w 5488008"/>
                <a:gd name="connsiteY5" fmla="*/ 0 h 1037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8008" h="1037277">
                  <a:moveTo>
                    <a:pt x="584535" y="0"/>
                  </a:moveTo>
                  <a:lnTo>
                    <a:pt x="5488008" y="977656"/>
                  </a:lnTo>
                  <a:lnTo>
                    <a:pt x="5476121" y="1037276"/>
                  </a:lnTo>
                  <a:lnTo>
                    <a:pt x="0" y="1037277"/>
                  </a:lnTo>
                  <a:lnTo>
                    <a:pt x="35107" y="912868"/>
                  </a:lnTo>
                  <a:cubicBezTo>
                    <a:pt x="217952" y="337066"/>
                    <a:pt x="584535" y="0"/>
                    <a:pt x="584535" y="0"/>
                  </a:cubicBezTo>
                  <a:close/>
                </a:path>
              </a:pathLst>
            </a:custGeom>
            <a:gradFill>
              <a:gsLst>
                <a:gs pos="0">
                  <a:srgbClr val="7CEFD8"/>
                </a:gs>
                <a:gs pos="83000">
                  <a:srgbClr val="6672E4"/>
                </a:gs>
              </a:gsLst>
              <a:lin ang="24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sp>
        <p:nvSpPr>
          <p:cNvPr id="15" name="Title 14" hidden="1">
            <a:extLst>
              <a:ext uri="{FF2B5EF4-FFF2-40B4-BE49-F238E27FC236}">
                <a16:creationId xmlns:a16="http://schemas.microsoft.com/office/drawing/2014/main" id="{1B710331-53CB-4E4F-A9D3-D1E190EEAEE4}"/>
              </a:ext>
            </a:extLst>
          </p:cNvPr>
          <p:cNvSpPr>
            <a:spLocks noGrp="1"/>
          </p:cNvSpPr>
          <p:nvPr>
            <p:ph type="title"/>
          </p:nvPr>
        </p:nvSpPr>
        <p:spPr/>
        <p:txBody>
          <a:bodyPr/>
          <a:lstStyle/>
          <a:p>
            <a:r>
              <a:rPr lang="en-US" dirty="0"/>
              <a:t>Human resources slide 2</a:t>
            </a:r>
          </a:p>
        </p:txBody>
      </p:sp>
      <p:sp>
        <p:nvSpPr>
          <p:cNvPr id="5" name="TextBox 4">
            <a:extLst>
              <a:ext uri="{FF2B5EF4-FFF2-40B4-BE49-F238E27FC236}">
                <a16:creationId xmlns:a16="http://schemas.microsoft.com/office/drawing/2014/main" id="{4A343138-565B-183F-9217-4E8D069EA098}"/>
              </a:ext>
            </a:extLst>
          </p:cNvPr>
          <p:cNvSpPr txBox="1"/>
          <p:nvPr/>
        </p:nvSpPr>
        <p:spPr>
          <a:xfrm>
            <a:off x="1101164" y="3091909"/>
            <a:ext cx="6725279" cy="369332"/>
          </a:xfrm>
          <a:prstGeom prst="rect">
            <a:avLst/>
          </a:prstGeom>
          <a:noFill/>
        </p:spPr>
        <p:txBody>
          <a:bodyPr wrap="square">
            <a:spAutoFit/>
          </a:bodyPr>
          <a:lstStyle/>
          <a:p>
            <a:r>
              <a:rPr lang="en-US" sz="1800" b="1" dirty="0">
                <a:solidFill>
                  <a:srgbClr val="030553"/>
                </a:solidFill>
                <a:latin typeface="Segoe UI" panose="020B0502040204020203" pitchFamily="34" charset="0"/>
                <a:cs typeface="Segoe UI" panose="020B0502040204020203" pitchFamily="34" charset="0"/>
              </a:rPr>
              <a:t>Analyze data to gain insights and key patterns.</a:t>
            </a:r>
          </a:p>
        </p:txBody>
      </p:sp>
    </p:spTree>
    <p:extLst>
      <p:ext uri="{BB962C8B-B14F-4D97-AF65-F5344CB8AC3E}">
        <p14:creationId xmlns:p14="http://schemas.microsoft.com/office/powerpoint/2010/main" val="285523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itle 67" hidden="1">
            <a:extLst>
              <a:ext uri="{FF2B5EF4-FFF2-40B4-BE49-F238E27FC236}">
                <a16:creationId xmlns:a16="http://schemas.microsoft.com/office/drawing/2014/main" id="{3D46526D-118F-4F6F-BAE0-066F422EBD1E}"/>
              </a:ext>
            </a:extLst>
          </p:cNvPr>
          <p:cNvSpPr>
            <a:spLocks noGrp="1"/>
          </p:cNvSpPr>
          <p:nvPr>
            <p:ph type="title"/>
          </p:nvPr>
        </p:nvSpPr>
        <p:spPr/>
        <p:txBody>
          <a:bodyPr/>
          <a:lstStyle/>
          <a:p>
            <a:r>
              <a:rPr lang="en-US" dirty="0"/>
              <a:t>Human resources slide 3</a:t>
            </a:r>
          </a:p>
        </p:txBody>
      </p:sp>
      <p:pic>
        <p:nvPicPr>
          <p:cNvPr id="122" name="Picture 121">
            <a:extLst>
              <a:ext uri="{FF2B5EF4-FFF2-40B4-BE49-F238E27FC236}">
                <a16:creationId xmlns:a16="http://schemas.microsoft.com/office/drawing/2014/main" id="{470070FC-19D0-4354-9BC9-608A5DC44997}"/>
              </a:ext>
              <a:ext uri="{C183D7F6-B498-43B3-948B-1728B52AA6E4}">
                <adec:decorative xmlns:adec="http://schemas.microsoft.com/office/drawing/2017/decorative" val="1"/>
              </a:ext>
            </a:extLst>
          </p:cNvPr>
          <p:cNvPicPr>
            <a:picLocks noChangeAspect="1"/>
          </p:cNvPicPr>
          <p:nvPr/>
        </p:nvPicPr>
        <p:blipFill rotWithShape="1">
          <a:blip r:embed="rId3">
            <a:lum bright="70000" contrast="-70000"/>
            <a:extLst>
              <a:ext uri="{BEBA8EAE-BF5A-486C-A8C5-ECC9F3942E4B}">
                <a14:imgProps xmlns:a14="http://schemas.microsoft.com/office/drawing/2010/main">
                  <a14:imgLayer r:embed="rId4">
                    <a14:imgEffect>
                      <a14:colorTemperature colorTemp="5300"/>
                    </a14:imgEffect>
                    <a14:imgEffect>
                      <a14:saturation sat="0"/>
                    </a14:imgEffect>
                  </a14:imgLayer>
                </a14:imgProps>
              </a:ext>
              <a:ext uri="{28A0092B-C50C-407E-A947-70E740481C1C}">
                <a14:useLocalDpi xmlns:a14="http://schemas.microsoft.com/office/drawing/2010/main" val="0"/>
              </a:ext>
            </a:extLst>
          </a:blip>
          <a:srcRect/>
          <a:stretch/>
        </p:blipFill>
        <p:spPr>
          <a:xfrm>
            <a:off x="0" y="0"/>
            <a:ext cx="12192000" cy="6858000"/>
          </a:xfrm>
          <a:custGeom>
            <a:avLst/>
            <a:gdLst>
              <a:gd name="connsiteX0" fmla="*/ 0 w 12192000"/>
              <a:gd name="connsiteY0" fmla="*/ 0 h 2895600"/>
              <a:gd name="connsiteX1" fmla="*/ 12192000 w 12192000"/>
              <a:gd name="connsiteY1" fmla="*/ 0 h 2895600"/>
              <a:gd name="connsiteX2" fmla="*/ 12192000 w 12192000"/>
              <a:gd name="connsiteY2" fmla="*/ 2895600 h 2895600"/>
              <a:gd name="connsiteX3" fmla="*/ 0 w 12192000"/>
              <a:gd name="connsiteY3" fmla="*/ 2895600 h 2895600"/>
            </a:gdLst>
            <a:ahLst/>
            <a:cxnLst>
              <a:cxn ang="0">
                <a:pos x="connsiteX0" y="connsiteY0"/>
              </a:cxn>
              <a:cxn ang="0">
                <a:pos x="connsiteX1" y="connsiteY1"/>
              </a:cxn>
              <a:cxn ang="0">
                <a:pos x="connsiteX2" y="connsiteY2"/>
              </a:cxn>
              <a:cxn ang="0">
                <a:pos x="connsiteX3" y="connsiteY3"/>
              </a:cxn>
            </a:cxnLst>
            <a:rect l="l" t="t" r="r" b="b"/>
            <a:pathLst>
              <a:path w="12192000" h="2895600">
                <a:moveTo>
                  <a:pt x="0" y="0"/>
                </a:moveTo>
                <a:lnTo>
                  <a:pt x="12192000" y="0"/>
                </a:lnTo>
                <a:lnTo>
                  <a:pt x="12192000" y="2895600"/>
                </a:lnTo>
                <a:lnTo>
                  <a:pt x="0" y="2895600"/>
                </a:lnTo>
                <a:close/>
              </a:path>
            </a:pathLst>
          </a:custGeom>
        </p:spPr>
      </p:pic>
      <p:sp>
        <p:nvSpPr>
          <p:cNvPr id="123" name="Rectangle 122">
            <a:extLst>
              <a:ext uri="{FF2B5EF4-FFF2-40B4-BE49-F238E27FC236}">
                <a16:creationId xmlns:a16="http://schemas.microsoft.com/office/drawing/2014/main" id="{C9C2C56A-C4D4-4578-84E9-27FD62603EA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C8431200-8E45-4A0C-B12B-CFA1B2C53C47}"/>
              </a:ext>
              <a:ext uri="{C183D7F6-B498-43B3-948B-1728B52AA6E4}">
                <adec:decorative xmlns:adec="http://schemas.microsoft.com/office/drawing/2017/decorative" val="1"/>
              </a:ext>
            </a:extLst>
          </p:cNvPr>
          <p:cNvSpPr/>
          <p:nvPr/>
        </p:nvSpPr>
        <p:spPr>
          <a:xfrm>
            <a:off x="-221796" y="5502466"/>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AD3DD8E-0492-4A48-B06C-F87FA5CFE3C0}"/>
              </a:ext>
            </a:extLst>
          </p:cNvPr>
          <p:cNvSpPr txBox="1"/>
          <p:nvPr/>
        </p:nvSpPr>
        <p:spPr>
          <a:xfrm>
            <a:off x="997705" y="2285988"/>
            <a:ext cx="2378308" cy="1231106"/>
          </a:xfrm>
          <a:prstGeom prst="rect">
            <a:avLst/>
          </a:prstGeom>
          <a:noFill/>
        </p:spPr>
        <p:txBody>
          <a:bodyPr wrap="square" lIns="0" tIns="0" rIns="0" bIns="0" rtlCol="0">
            <a:spAutoFit/>
          </a:bodyPr>
          <a:lstStyle/>
          <a:p>
            <a:r>
              <a:rPr lang="en-US" sz="8000" dirty="0">
                <a:solidFill>
                  <a:srgbClr val="002060"/>
                </a:solidFill>
                <a:latin typeface="Segoe UI" panose="020B0502040204020203" pitchFamily="34" charset="0"/>
                <a:cs typeface="Segoe UI" panose="020B0502040204020203" pitchFamily="34" charset="0"/>
              </a:rPr>
              <a:t>81%</a:t>
            </a:r>
          </a:p>
        </p:txBody>
      </p:sp>
      <p:sp>
        <p:nvSpPr>
          <p:cNvPr id="2" name="TextBox 1">
            <a:extLst>
              <a:ext uri="{FF2B5EF4-FFF2-40B4-BE49-F238E27FC236}">
                <a16:creationId xmlns:a16="http://schemas.microsoft.com/office/drawing/2014/main" id="{62AEF5FE-6C45-4BF6-9676-571742C3CDD7}"/>
              </a:ext>
            </a:extLst>
          </p:cNvPr>
          <p:cNvSpPr txBox="1"/>
          <p:nvPr/>
        </p:nvSpPr>
        <p:spPr>
          <a:xfrm>
            <a:off x="78669" y="3673646"/>
            <a:ext cx="3603287" cy="1025922"/>
          </a:xfrm>
          <a:prstGeom prst="rect">
            <a:avLst/>
          </a:prstGeom>
          <a:noFill/>
        </p:spPr>
        <p:txBody>
          <a:bodyPr wrap="square" lIns="0" tIns="0" rIns="0" bIns="0" rtlCol="0">
            <a:spAutoFit/>
          </a:bodyPr>
          <a:lstStyle/>
          <a:p>
            <a:pPr algn="ctr">
              <a:lnSpc>
                <a:spcPts val="4000"/>
              </a:lnSpc>
            </a:pPr>
            <a:r>
              <a:rPr lang="en-US" sz="4400" b="1" dirty="0">
                <a:solidFill>
                  <a:srgbClr val="002060"/>
                </a:solidFill>
                <a:latin typeface="Segoe UI" panose="020B0502040204020203" pitchFamily="34" charset="0"/>
                <a:cs typeface="Segoe UI" panose="020B0502040204020203" pitchFamily="34" charset="0"/>
              </a:rPr>
              <a:t>Retention Rate</a:t>
            </a:r>
          </a:p>
        </p:txBody>
      </p:sp>
      <p:sp>
        <p:nvSpPr>
          <p:cNvPr id="3" name="Rectangle 2">
            <a:extLst>
              <a:ext uri="{FF2B5EF4-FFF2-40B4-BE49-F238E27FC236}">
                <a16:creationId xmlns:a16="http://schemas.microsoft.com/office/drawing/2014/main" id="{A74D15AA-4B45-41B5-A81C-97FCBF019951}"/>
              </a:ext>
            </a:extLst>
          </p:cNvPr>
          <p:cNvSpPr/>
          <p:nvPr/>
        </p:nvSpPr>
        <p:spPr>
          <a:xfrm>
            <a:off x="689985" y="5372393"/>
            <a:ext cx="2879127" cy="492443"/>
          </a:xfrm>
          <a:prstGeom prst="rect">
            <a:avLst/>
          </a:prstGeom>
        </p:spPr>
        <p:txBody>
          <a:bodyPr wrap="square" lIns="0" tIns="0" rIns="0" bIns="0">
            <a:spAutoFit/>
          </a:bodyPr>
          <a:lstStyle/>
          <a:p>
            <a:r>
              <a:rPr lang="en-US" sz="1600" dirty="0">
                <a:solidFill>
                  <a:srgbClr val="030553"/>
                </a:solidFill>
                <a:latin typeface="Segoe UI" panose="020B0502040204020203" pitchFamily="34" charset="0"/>
                <a:cs typeface="Segoe UI" panose="020B0502040204020203" pitchFamily="34" charset="0"/>
              </a:rPr>
              <a:t>Out of 28027 total user,  22745 users are repeated users.</a:t>
            </a:r>
          </a:p>
        </p:txBody>
      </p:sp>
      <p:sp>
        <p:nvSpPr>
          <p:cNvPr id="4" name="Parallelogram 3">
            <a:extLst>
              <a:ext uri="{FF2B5EF4-FFF2-40B4-BE49-F238E27FC236}">
                <a16:creationId xmlns:a16="http://schemas.microsoft.com/office/drawing/2014/main" id="{241C7FC4-FEFA-4A96-9749-9068C68611EF}"/>
              </a:ext>
              <a:ext uri="{C183D7F6-B498-43B3-948B-1728B52AA6E4}">
                <adec:decorative xmlns:adec="http://schemas.microsoft.com/office/drawing/2017/decorative" val="1"/>
              </a:ext>
            </a:extLst>
          </p:cNvPr>
          <p:cNvSpPr/>
          <p:nvPr/>
        </p:nvSpPr>
        <p:spPr>
          <a:xfrm>
            <a:off x="4115474" y="2"/>
            <a:ext cx="3961053" cy="6857998"/>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4" name="TextBox 13">
            <a:extLst>
              <a:ext uri="{FF2B5EF4-FFF2-40B4-BE49-F238E27FC236}">
                <a16:creationId xmlns:a16="http://schemas.microsoft.com/office/drawing/2014/main" id="{A5704BA3-593E-4519-9139-4E1D86366677}"/>
              </a:ext>
            </a:extLst>
          </p:cNvPr>
          <p:cNvSpPr txBox="1"/>
          <p:nvPr/>
        </p:nvSpPr>
        <p:spPr>
          <a:xfrm>
            <a:off x="4453458" y="1227906"/>
            <a:ext cx="2427971" cy="492443"/>
          </a:xfrm>
          <a:prstGeom prst="rect">
            <a:avLst/>
          </a:prstGeom>
          <a:noFill/>
        </p:spPr>
        <p:txBody>
          <a:bodyPr wrap="square" lIns="0" tIns="0" rIns="0" bIns="0" rtlCol="0">
            <a:spAutoFit/>
          </a:bodyPr>
          <a:lstStyle/>
          <a:p>
            <a:r>
              <a:rPr lang="en-US" sz="1600" b="1" dirty="0">
                <a:solidFill>
                  <a:srgbClr val="030553"/>
                </a:solidFill>
                <a:latin typeface="Segoe UI" panose="020B0502040204020203" pitchFamily="34" charset="0"/>
                <a:cs typeface="Segoe UI" panose="020B0502040204020203" pitchFamily="34" charset="0"/>
              </a:rPr>
              <a:t>DATA INFORMATION</a:t>
            </a:r>
          </a:p>
          <a:p>
            <a:r>
              <a:rPr lang="en-US" sz="1600" b="1" dirty="0">
                <a:solidFill>
                  <a:srgbClr val="030553"/>
                </a:solidFill>
                <a:latin typeface="Segoe UI" panose="020B0502040204020203" pitchFamily="34" charset="0"/>
                <a:cs typeface="Segoe UI" panose="020B0502040204020203" pitchFamily="34" charset="0"/>
              </a:rPr>
              <a:t>(KPI)</a:t>
            </a:r>
          </a:p>
        </p:txBody>
      </p:sp>
      <p:grpSp>
        <p:nvGrpSpPr>
          <p:cNvPr id="64" name="Group 63">
            <a:extLst>
              <a:ext uri="{FF2B5EF4-FFF2-40B4-BE49-F238E27FC236}">
                <a16:creationId xmlns:a16="http://schemas.microsoft.com/office/drawing/2014/main" id="{EBB415A0-39A4-4597-926D-819C33316679}"/>
              </a:ext>
              <a:ext uri="{C183D7F6-B498-43B3-948B-1728B52AA6E4}">
                <adec:decorative xmlns:adec="http://schemas.microsoft.com/office/drawing/2017/decorative" val="1"/>
              </a:ext>
            </a:extLst>
          </p:cNvPr>
          <p:cNvGrpSpPr/>
          <p:nvPr/>
        </p:nvGrpSpPr>
        <p:grpSpPr>
          <a:xfrm>
            <a:off x="4490387" y="2034832"/>
            <a:ext cx="3075334" cy="4320119"/>
            <a:chOff x="4711392" y="2125063"/>
            <a:chExt cx="3075333" cy="4320119"/>
          </a:xfrm>
        </p:grpSpPr>
        <p:grpSp>
          <p:nvGrpSpPr>
            <p:cNvPr id="99" name="Group 98">
              <a:extLst>
                <a:ext uri="{FF2B5EF4-FFF2-40B4-BE49-F238E27FC236}">
                  <a16:creationId xmlns:a16="http://schemas.microsoft.com/office/drawing/2014/main" id="{6E4AB604-CF34-4776-BFF1-9AD3477F593C}"/>
                </a:ext>
              </a:extLst>
            </p:cNvPr>
            <p:cNvGrpSpPr/>
            <p:nvPr/>
          </p:nvGrpSpPr>
          <p:grpSpPr>
            <a:xfrm>
              <a:off x="4719329" y="2125063"/>
              <a:ext cx="3067396" cy="419259"/>
              <a:chOff x="5063285" y="2128413"/>
              <a:chExt cx="3067396" cy="419259"/>
            </a:xfrm>
          </p:grpSpPr>
          <p:sp>
            <p:nvSpPr>
              <p:cNvPr id="12" name="Rectangle 11">
                <a:extLst>
                  <a:ext uri="{FF2B5EF4-FFF2-40B4-BE49-F238E27FC236}">
                    <a16:creationId xmlns:a16="http://schemas.microsoft.com/office/drawing/2014/main" id="{267E4A54-8A0F-43A0-AA7D-F508F05BB2EF}"/>
                  </a:ext>
                </a:extLst>
              </p:cNvPr>
              <p:cNvSpPr/>
              <p:nvPr/>
            </p:nvSpPr>
            <p:spPr>
              <a:xfrm>
                <a:off x="5642387" y="2128413"/>
                <a:ext cx="2488294" cy="246221"/>
              </a:xfrm>
              <a:prstGeom prst="rect">
                <a:avLst/>
              </a:prstGeom>
            </p:spPr>
            <p:txBody>
              <a:bodyPr wrap="square" lIns="0" tIns="0" rIns="0" bIns="0">
                <a:spAutoFit/>
              </a:bodyPr>
              <a:lstStyle/>
              <a:p>
                <a:r>
                  <a:rPr lang="en-US" sz="1600" dirty="0">
                    <a:solidFill>
                      <a:schemeClr val="bg1"/>
                    </a:solidFill>
                    <a:latin typeface="Segoe UI" panose="020B0502040204020203" pitchFamily="34" charset="0"/>
                    <a:cs typeface="Segoe UI" panose="020B0502040204020203" pitchFamily="34" charset="0"/>
                  </a:rPr>
                  <a:t>Operation</a:t>
                </a:r>
                <a:r>
                  <a:rPr lang="en-US" sz="1600" b="1" dirty="0">
                    <a:solidFill>
                      <a:srgbClr val="002060"/>
                    </a:solidFill>
                    <a:latin typeface="Segoe UI" panose="020B0502040204020203" pitchFamily="34" charset="0"/>
                    <a:cs typeface="Segoe UI" panose="020B0502040204020203" pitchFamily="34" charset="0"/>
                  </a:rPr>
                  <a:t> </a:t>
                </a:r>
                <a:r>
                  <a:rPr lang="en-US" sz="1600" dirty="0">
                    <a:solidFill>
                      <a:schemeClr val="bg1"/>
                    </a:solidFill>
                    <a:latin typeface="Segoe UI" panose="020B0502040204020203" pitchFamily="34" charset="0"/>
                    <a:cs typeface="Segoe UI" panose="020B0502040204020203" pitchFamily="34" charset="0"/>
                  </a:rPr>
                  <a:t>cost</a:t>
                </a:r>
                <a:r>
                  <a:rPr lang="en-US" sz="1600" dirty="0">
                    <a:solidFill>
                      <a:srgbClr val="002060"/>
                    </a:solidFill>
                    <a:latin typeface="Segoe UI" panose="020B0502040204020203" pitchFamily="34" charset="0"/>
                    <a:cs typeface="Segoe UI" panose="020B0502040204020203" pitchFamily="34" charset="0"/>
                  </a:rPr>
                  <a:t> </a:t>
                </a:r>
              </a:p>
            </p:txBody>
          </p:sp>
          <p:grpSp>
            <p:nvGrpSpPr>
              <p:cNvPr id="51" name="Group 50">
                <a:extLst>
                  <a:ext uri="{FF2B5EF4-FFF2-40B4-BE49-F238E27FC236}">
                    <a16:creationId xmlns:a16="http://schemas.microsoft.com/office/drawing/2014/main" id="{0B97B3C9-EBC6-4C92-9F0A-E28F4EF7A5EA}"/>
                  </a:ext>
                </a:extLst>
              </p:cNvPr>
              <p:cNvGrpSpPr/>
              <p:nvPr/>
            </p:nvGrpSpPr>
            <p:grpSpPr>
              <a:xfrm>
                <a:off x="5063285" y="2201597"/>
                <a:ext cx="330200" cy="346075"/>
                <a:chOff x="2686050" y="2895601"/>
                <a:chExt cx="330200" cy="346075"/>
              </a:xfrm>
            </p:grpSpPr>
            <p:sp>
              <p:nvSpPr>
                <p:cNvPr id="52" name="Oval 309">
                  <a:extLst>
                    <a:ext uri="{FF2B5EF4-FFF2-40B4-BE49-F238E27FC236}">
                      <a16:creationId xmlns:a16="http://schemas.microsoft.com/office/drawing/2014/main" id="{00D7C237-71FC-445A-9F26-101C7B72A66E}"/>
                    </a:ext>
                  </a:extLst>
                </p:cNvPr>
                <p:cNvSpPr>
                  <a:spLocks noChangeArrowheads="1"/>
                </p:cNvSpPr>
                <p:nvPr/>
              </p:nvSpPr>
              <p:spPr bwMode="auto">
                <a:xfrm>
                  <a:off x="2809875" y="2895601"/>
                  <a:ext cx="82550" cy="82550"/>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310">
                  <a:extLst>
                    <a:ext uri="{FF2B5EF4-FFF2-40B4-BE49-F238E27FC236}">
                      <a16:creationId xmlns:a16="http://schemas.microsoft.com/office/drawing/2014/main" id="{66875E49-12B2-4689-93D2-F6C3DFA57408}"/>
                    </a:ext>
                  </a:extLst>
                </p:cNvPr>
                <p:cNvSpPr>
                  <a:spLocks/>
                </p:cNvSpPr>
                <p:nvPr/>
              </p:nvSpPr>
              <p:spPr bwMode="auto">
                <a:xfrm>
                  <a:off x="2782888" y="2978151"/>
                  <a:ext cx="134938" cy="66675"/>
                </a:xfrm>
                <a:custGeom>
                  <a:avLst/>
                  <a:gdLst>
                    <a:gd name="T0" fmla="*/ 36 w 36"/>
                    <a:gd name="T1" fmla="*/ 18 h 18"/>
                    <a:gd name="T2" fmla="*/ 0 w 36"/>
                    <a:gd name="T3" fmla="*/ 18 h 18"/>
                    <a:gd name="T4" fmla="*/ 18 w 36"/>
                    <a:gd name="T5" fmla="*/ 0 h 18"/>
                    <a:gd name="T6" fmla="*/ 36 w 36"/>
                    <a:gd name="T7" fmla="*/ 18 h 18"/>
                  </a:gdLst>
                  <a:ahLst/>
                  <a:cxnLst>
                    <a:cxn ang="0">
                      <a:pos x="T0" y="T1"/>
                    </a:cxn>
                    <a:cxn ang="0">
                      <a:pos x="T2" y="T3"/>
                    </a:cxn>
                    <a:cxn ang="0">
                      <a:pos x="T4" y="T5"/>
                    </a:cxn>
                    <a:cxn ang="0">
                      <a:pos x="T6" y="T7"/>
                    </a:cxn>
                  </a:cxnLst>
                  <a:rect l="0" t="0" r="r" b="b"/>
                  <a:pathLst>
                    <a:path w="36" h="18">
                      <a:moveTo>
                        <a:pt x="36" y="18"/>
                      </a:moveTo>
                      <a:cubicBezTo>
                        <a:pt x="0" y="18"/>
                        <a:pt x="0" y="18"/>
                        <a:pt x="0" y="18"/>
                      </a:cubicBezTo>
                      <a:cubicBezTo>
                        <a:pt x="0" y="8"/>
                        <a:pt x="8" y="0"/>
                        <a:pt x="18" y="0"/>
                      </a:cubicBezTo>
                      <a:cubicBezTo>
                        <a:pt x="28" y="0"/>
                        <a:pt x="36" y="8"/>
                        <a:pt x="36" y="18"/>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 name="Oval 311">
                  <a:extLst>
                    <a:ext uri="{FF2B5EF4-FFF2-40B4-BE49-F238E27FC236}">
                      <a16:creationId xmlns:a16="http://schemas.microsoft.com/office/drawing/2014/main" id="{79E812C8-6A14-42FA-B983-56B6F7303417}"/>
                    </a:ext>
                  </a:extLst>
                </p:cNvPr>
                <p:cNvSpPr>
                  <a:spLocks noChangeArrowheads="1"/>
                </p:cNvSpPr>
                <p:nvPr/>
              </p:nvSpPr>
              <p:spPr bwMode="auto">
                <a:xfrm>
                  <a:off x="2708275" y="3128963"/>
                  <a:ext cx="60325" cy="58738"/>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 name="Freeform 312">
                  <a:extLst>
                    <a:ext uri="{FF2B5EF4-FFF2-40B4-BE49-F238E27FC236}">
                      <a16:creationId xmlns:a16="http://schemas.microsoft.com/office/drawing/2014/main" id="{6EE140AE-95E2-42D6-8343-EED0E01B8E8F}"/>
                    </a:ext>
                  </a:extLst>
                </p:cNvPr>
                <p:cNvSpPr>
                  <a:spLocks/>
                </p:cNvSpPr>
                <p:nvPr/>
              </p:nvSpPr>
              <p:spPr bwMode="auto">
                <a:xfrm>
                  <a:off x="2686050"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 name="Oval 313">
                  <a:extLst>
                    <a:ext uri="{FF2B5EF4-FFF2-40B4-BE49-F238E27FC236}">
                      <a16:creationId xmlns:a16="http://schemas.microsoft.com/office/drawing/2014/main" id="{A91A4C56-03CB-4D67-8CD8-FC29B3A2B6DE}"/>
                    </a:ext>
                  </a:extLst>
                </p:cNvPr>
                <p:cNvSpPr>
                  <a:spLocks noChangeArrowheads="1"/>
                </p:cNvSpPr>
                <p:nvPr/>
              </p:nvSpPr>
              <p:spPr bwMode="auto">
                <a:xfrm>
                  <a:off x="2933700" y="3128963"/>
                  <a:ext cx="60325" cy="58738"/>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314">
                  <a:extLst>
                    <a:ext uri="{FF2B5EF4-FFF2-40B4-BE49-F238E27FC236}">
                      <a16:creationId xmlns:a16="http://schemas.microsoft.com/office/drawing/2014/main" id="{4BF4DB61-E50C-4659-B315-21BF743FF7EC}"/>
                    </a:ext>
                  </a:extLst>
                </p:cNvPr>
                <p:cNvSpPr>
                  <a:spLocks/>
                </p:cNvSpPr>
                <p:nvPr/>
              </p:nvSpPr>
              <p:spPr bwMode="auto">
                <a:xfrm>
                  <a:off x="2911475"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 name="Oval 315">
                  <a:extLst>
                    <a:ext uri="{FF2B5EF4-FFF2-40B4-BE49-F238E27FC236}">
                      <a16:creationId xmlns:a16="http://schemas.microsoft.com/office/drawing/2014/main" id="{263D783B-3857-4E55-A551-6655D8DDA100}"/>
                    </a:ext>
                  </a:extLst>
                </p:cNvPr>
                <p:cNvSpPr>
                  <a:spLocks noChangeArrowheads="1"/>
                </p:cNvSpPr>
                <p:nvPr/>
              </p:nvSpPr>
              <p:spPr bwMode="auto">
                <a:xfrm>
                  <a:off x="2933700" y="3128963"/>
                  <a:ext cx="60325" cy="58738"/>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316">
                  <a:extLst>
                    <a:ext uri="{FF2B5EF4-FFF2-40B4-BE49-F238E27FC236}">
                      <a16:creationId xmlns:a16="http://schemas.microsoft.com/office/drawing/2014/main" id="{E46D5622-D664-481B-8902-70C961FAFD89}"/>
                    </a:ext>
                  </a:extLst>
                </p:cNvPr>
                <p:cNvSpPr>
                  <a:spLocks/>
                </p:cNvSpPr>
                <p:nvPr/>
              </p:nvSpPr>
              <p:spPr bwMode="auto">
                <a:xfrm>
                  <a:off x="2911475"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 name="Oval 317">
                  <a:extLst>
                    <a:ext uri="{FF2B5EF4-FFF2-40B4-BE49-F238E27FC236}">
                      <a16:creationId xmlns:a16="http://schemas.microsoft.com/office/drawing/2014/main" id="{5BDC2AA3-8653-47C6-9CF7-2579486BFFF4}"/>
                    </a:ext>
                  </a:extLst>
                </p:cNvPr>
                <p:cNvSpPr>
                  <a:spLocks noChangeArrowheads="1"/>
                </p:cNvSpPr>
                <p:nvPr/>
              </p:nvSpPr>
              <p:spPr bwMode="auto">
                <a:xfrm>
                  <a:off x="2820988" y="3128963"/>
                  <a:ext cx="60325" cy="58738"/>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318">
                  <a:extLst>
                    <a:ext uri="{FF2B5EF4-FFF2-40B4-BE49-F238E27FC236}">
                      <a16:creationId xmlns:a16="http://schemas.microsoft.com/office/drawing/2014/main" id="{3A66D3FE-E235-4203-A19F-BC38BF7A6C4D}"/>
                    </a:ext>
                  </a:extLst>
                </p:cNvPr>
                <p:cNvSpPr>
                  <a:spLocks/>
                </p:cNvSpPr>
                <p:nvPr/>
              </p:nvSpPr>
              <p:spPr bwMode="auto">
                <a:xfrm>
                  <a:off x="2798763"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319">
                  <a:extLst>
                    <a:ext uri="{FF2B5EF4-FFF2-40B4-BE49-F238E27FC236}">
                      <a16:creationId xmlns:a16="http://schemas.microsoft.com/office/drawing/2014/main" id="{6C51C0E5-2DAE-4DE1-BAE4-8E0D932D99E4}"/>
                    </a:ext>
                  </a:extLst>
                </p:cNvPr>
                <p:cNvSpPr>
                  <a:spLocks/>
                </p:cNvSpPr>
                <p:nvPr/>
              </p:nvSpPr>
              <p:spPr bwMode="auto">
                <a:xfrm>
                  <a:off x="2738438" y="3074988"/>
                  <a:ext cx="225425" cy="15875"/>
                </a:xfrm>
                <a:custGeom>
                  <a:avLst/>
                  <a:gdLst>
                    <a:gd name="T0" fmla="*/ 0 w 142"/>
                    <a:gd name="T1" fmla="*/ 10 h 10"/>
                    <a:gd name="T2" fmla="*/ 0 w 142"/>
                    <a:gd name="T3" fmla="*/ 0 h 10"/>
                    <a:gd name="T4" fmla="*/ 142 w 142"/>
                    <a:gd name="T5" fmla="*/ 0 h 10"/>
                    <a:gd name="T6" fmla="*/ 142 w 142"/>
                    <a:gd name="T7" fmla="*/ 10 h 10"/>
                  </a:gdLst>
                  <a:ahLst/>
                  <a:cxnLst>
                    <a:cxn ang="0">
                      <a:pos x="T0" y="T1"/>
                    </a:cxn>
                    <a:cxn ang="0">
                      <a:pos x="T2" y="T3"/>
                    </a:cxn>
                    <a:cxn ang="0">
                      <a:pos x="T4" y="T5"/>
                    </a:cxn>
                    <a:cxn ang="0">
                      <a:pos x="T6" y="T7"/>
                    </a:cxn>
                  </a:cxnLst>
                  <a:rect l="0" t="0" r="r" b="b"/>
                  <a:pathLst>
                    <a:path w="142" h="10">
                      <a:moveTo>
                        <a:pt x="0" y="10"/>
                      </a:moveTo>
                      <a:lnTo>
                        <a:pt x="0" y="0"/>
                      </a:lnTo>
                      <a:lnTo>
                        <a:pt x="142" y="0"/>
                      </a:lnTo>
                      <a:lnTo>
                        <a:pt x="142" y="10"/>
                      </a:ln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3" name="Line 320">
                  <a:extLst>
                    <a:ext uri="{FF2B5EF4-FFF2-40B4-BE49-F238E27FC236}">
                      <a16:creationId xmlns:a16="http://schemas.microsoft.com/office/drawing/2014/main" id="{FED6DFE8-0963-48D1-9BAA-53772F0EA839}"/>
                    </a:ext>
                  </a:extLst>
                </p:cNvPr>
                <p:cNvSpPr>
                  <a:spLocks noChangeShapeType="1"/>
                </p:cNvSpPr>
                <p:nvPr/>
              </p:nvSpPr>
              <p:spPr bwMode="auto">
                <a:xfrm>
                  <a:off x="2851150" y="3044826"/>
                  <a:ext cx="0" cy="46038"/>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8" name="Group 97">
              <a:extLst>
                <a:ext uri="{FF2B5EF4-FFF2-40B4-BE49-F238E27FC236}">
                  <a16:creationId xmlns:a16="http://schemas.microsoft.com/office/drawing/2014/main" id="{EF34A4EB-3F1D-46DA-8918-F39703249E85}"/>
                </a:ext>
              </a:extLst>
            </p:cNvPr>
            <p:cNvGrpSpPr/>
            <p:nvPr/>
          </p:nvGrpSpPr>
          <p:grpSpPr>
            <a:xfrm>
              <a:off x="4711392" y="3113161"/>
              <a:ext cx="3075333" cy="419259"/>
              <a:chOff x="5055348" y="2856123"/>
              <a:chExt cx="3075333" cy="419259"/>
            </a:xfrm>
          </p:grpSpPr>
          <p:grpSp>
            <p:nvGrpSpPr>
              <p:cNvPr id="15" name="Group 14">
                <a:extLst>
                  <a:ext uri="{FF2B5EF4-FFF2-40B4-BE49-F238E27FC236}">
                    <a16:creationId xmlns:a16="http://schemas.microsoft.com/office/drawing/2014/main" id="{E136D759-25F2-4CF2-9BE6-769681C37E48}"/>
                  </a:ext>
                </a:extLst>
              </p:cNvPr>
              <p:cNvGrpSpPr/>
              <p:nvPr/>
            </p:nvGrpSpPr>
            <p:grpSpPr>
              <a:xfrm>
                <a:off x="5055348" y="2929307"/>
                <a:ext cx="346075" cy="346075"/>
                <a:chOff x="3398838" y="2895601"/>
                <a:chExt cx="346075" cy="346075"/>
              </a:xfrm>
            </p:grpSpPr>
            <p:sp>
              <p:nvSpPr>
                <p:cNvPr id="16" name="Freeform 49">
                  <a:extLst>
                    <a:ext uri="{FF2B5EF4-FFF2-40B4-BE49-F238E27FC236}">
                      <a16:creationId xmlns:a16="http://schemas.microsoft.com/office/drawing/2014/main" id="{56CCB68B-57D2-49CC-B61F-363F0FF3AD9B}"/>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50">
                  <a:extLst>
                    <a:ext uri="{FF2B5EF4-FFF2-40B4-BE49-F238E27FC236}">
                      <a16:creationId xmlns:a16="http://schemas.microsoft.com/office/drawing/2014/main" id="{67F96EFD-DA55-4AD5-BA45-4313C3E9814D}"/>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8" name="Oval 51">
                  <a:extLst>
                    <a:ext uri="{FF2B5EF4-FFF2-40B4-BE49-F238E27FC236}">
                      <a16:creationId xmlns:a16="http://schemas.microsoft.com/office/drawing/2014/main" id="{F372C151-C001-4280-B771-9A239086CCF5}"/>
                    </a:ext>
                  </a:extLst>
                </p:cNvPr>
                <p:cNvSpPr>
                  <a:spLocks noChangeArrowheads="1"/>
                </p:cNvSpPr>
                <p:nvPr/>
              </p:nvSpPr>
              <p:spPr bwMode="auto">
                <a:xfrm>
                  <a:off x="3429001" y="2895601"/>
                  <a:ext cx="90488" cy="96838"/>
                </a:xfrm>
                <a:prstGeom prst="ellipse">
                  <a:avLst/>
                </a:pr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52">
                  <a:extLst>
                    <a:ext uri="{FF2B5EF4-FFF2-40B4-BE49-F238E27FC236}">
                      <a16:creationId xmlns:a16="http://schemas.microsoft.com/office/drawing/2014/main" id="{D3FA7893-F8A0-4F72-ACCF-CF4CE6E4B9E5}"/>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53">
                  <a:extLst>
                    <a:ext uri="{FF2B5EF4-FFF2-40B4-BE49-F238E27FC236}">
                      <a16:creationId xmlns:a16="http://schemas.microsoft.com/office/drawing/2014/main" id="{C017CF38-81FD-491D-9BA4-35D01D4D4210}"/>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54">
                  <a:extLst>
                    <a:ext uri="{FF2B5EF4-FFF2-40B4-BE49-F238E27FC236}">
                      <a16:creationId xmlns:a16="http://schemas.microsoft.com/office/drawing/2014/main" id="{99433936-BA1A-40A3-959B-047AFFF78F7C}"/>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2" name="Oval 55">
                  <a:extLst>
                    <a:ext uri="{FF2B5EF4-FFF2-40B4-BE49-F238E27FC236}">
                      <a16:creationId xmlns:a16="http://schemas.microsoft.com/office/drawing/2014/main" id="{BDA2F5A8-B23C-499E-9267-3DC7A37FA790}"/>
                    </a:ext>
                  </a:extLst>
                </p:cNvPr>
                <p:cNvSpPr>
                  <a:spLocks noChangeArrowheads="1"/>
                </p:cNvSpPr>
                <p:nvPr/>
              </p:nvSpPr>
              <p:spPr bwMode="auto">
                <a:xfrm>
                  <a:off x="3624263" y="2895601"/>
                  <a:ext cx="90488" cy="96838"/>
                </a:xfrm>
                <a:prstGeom prst="ellipse">
                  <a:avLst/>
                </a:pr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56">
                  <a:extLst>
                    <a:ext uri="{FF2B5EF4-FFF2-40B4-BE49-F238E27FC236}">
                      <a16:creationId xmlns:a16="http://schemas.microsoft.com/office/drawing/2014/main" id="{099EF59E-5EEF-46B5-962D-A5FD94EA515A}"/>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57">
                  <a:extLst>
                    <a:ext uri="{FF2B5EF4-FFF2-40B4-BE49-F238E27FC236}">
                      <a16:creationId xmlns:a16="http://schemas.microsoft.com/office/drawing/2014/main" id="{FCE54361-37E3-4F52-B33F-6FAA345B486E}"/>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58">
                  <a:extLst>
                    <a:ext uri="{FF2B5EF4-FFF2-40B4-BE49-F238E27FC236}">
                      <a16:creationId xmlns:a16="http://schemas.microsoft.com/office/drawing/2014/main" id="{78645E47-D178-4E95-8459-77D1D8FF6434}"/>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6" name="Oval 59">
                  <a:extLst>
                    <a:ext uri="{FF2B5EF4-FFF2-40B4-BE49-F238E27FC236}">
                      <a16:creationId xmlns:a16="http://schemas.microsoft.com/office/drawing/2014/main" id="{7854B272-51DE-4F9C-A5CA-3532EA082A42}"/>
                    </a:ext>
                  </a:extLst>
                </p:cNvPr>
                <p:cNvSpPr>
                  <a:spLocks noChangeArrowheads="1"/>
                </p:cNvSpPr>
                <p:nvPr/>
              </p:nvSpPr>
              <p:spPr bwMode="auto">
                <a:xfrm>
                  <a:off x="3527426" y="3090864"/>
                  <a:ext cx="88900" cy="96838"/>
                </a:xfrm>
                <a:prstGeom prst="ellipse">
                  <a:avLst/>
                </a:pr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60">
                  <a:extLst>
                    <a:ext uri="{FF2B5EF4-FFF2-40B4-BE49-F238E27FC236}">
                      <a16:creationId xmlns:a16="http://schemas.microsoft.com/office/drawing/2014/main" id="{814DA909-0D02-4070-A399-CC0263BE579C}"/>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8" name="Line 61">
                  <a:extLst>
                    <a:ext uri="{FF2B5EF4-FFF2-40B4-BE49-F238E27FC236}">
                      <a16:creationId xmlns:a16="http://schemas.microsoft.com/office/drawing/2014/main" id="{5899F489-EDA7-4EC2-826F-95D6DBC76562}"/>
                    </a:ext>
                  </a:extLst>
                </p:cNvPr>
                <p:cNvSpPr>
                  <a:spLocks noChangeShapeType="1"/>
                </p:cNvSpPr>
                <p:nvPr/>
              </p:nvSpPr>
              <p:spPr bwMode="auto">
                <a:xfrm>
                  <a:off x="3451226" y="3074989"/>
                  <a:ext cx="38100" cy="38100"/>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9" name="Line 62">
                  <a:extLst>
                    <a:ext uri="{FF2B5EF4-FFF2-40B4-BE49-F238E27FC236}">
                      <a16:creationId xmlns:a16="http://schemas.microsoft.com/office/drawing/2014/main" id="{83CCE497-C8F7-4970-AE29-490A81B267C2}"/>
                    </a:ext>
                  </a:extLst>
                </p:cNvPr>
                <p:cNvSpPr>
                  <a:spLocks noChangeShapeType="1"/>
                </p:cNvSpPr>
                <p:nvPr/>
              </p:nvSpPr>
              <p:spPr bwMode="auto">
                <a:xfrm flipH="1">
                  <a:off x="3654426" y="3074989"/>
                  <a:ext cx="38100" cy="38100"/>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sp>
            <p:nvSpPr>
              <p:cNvPr id="65" name="Rectangle 64">
                <a:extLst>
                  <a:ext uri="{FF2B5EF4-FFF2-40B4-BE49-F238E27FC236}">
                    <a16:creationId xmlns:a16="http://schemas.microsoft.com/office/drawing/2014/main" id="{D600301E-404F-4763-892B-EE1C3109F4D3}"/>
                  </a:ext>
                </a:extLst>
              </p:cNvPr>
              <p:cNvSpPr/>
              <p:nvPr/>
            </p:nvSpPr>
            <p:spPr>
              <a:xfrm>
                <a:off x="5642387" y="2856123"/>
                <a:ext cx="2488294" cy="246221"/>
              </a:xfrm>
              <a:prstGeom prst="rect">
                <a:avLst/>
              </a:prstGeom>
            </p:spPr>
            <p:txBody>
              <a:bodyPr wrap="square" lIns="0" tIns="0" rIns="0" bIns="0">
                <a:spAutoFit/>
              </a:bodyPr>
              <a:lstStyle/>
              <a:p>
                <a:r>
                  <a:rPr lang="en-US" sz="1600" dirty="0">
                    <a:solidFill>
                      <a:schemeClr val="bg1"/>
                    </a:solidFill>
                    <a:latin typeface="Segoe UI" panose="020B0502040204020203" pitchFamily="34" charset="0"/>
                    <a:cs typeface="Segoe UI" panose="020B0502040204020203" pitchFamily="34" charset="0"/>
                  </a:rPr>
                  <a:t>Unique</a:t>
                </a:r>
                <a:r>
                  <a:rPr lang="en-US" sz="1600" b="1" dirty="0">
                    <a:solidFill>
                      <a:srgbClr val="002060"/>
                    </a:solidFill>
                    <a:latin typeface="Segoe UI" panose="020B0502040204020203" pitchFamily="34" charset="0"/>
                    <a:cs typeface="Segoe UI" panose="020B0502040204020203" pitchFamily="34" charset="0"/>
                  </a:rPr>
                  <a:t> </a:t>
                </a:r>
                <a:r>
                  <a:rPr lang="en-US" sz="1600" dirty="0">
                    <a:solidFill>
                      <a:schemeClr val="bg1"/>
                    </a:solidFill>
                    <a:latin typeface="Segoe UI" panose="020B0502040204020203" pitchFamily="34" charset="0"/>
                    <a:cs typeface="Segoe UI" panose="020B0502040204020203" pitchFamily="34" charset="0"/>
                  </a:rPr>
                  <a:t>Users</a:t>
                </a:r>
                <a:r>
                  <a:rPr lang="en-US" sz="1600" b="1" dirty="0">
                    <a:solidFill>
                      <a:srgbClr val="002060"/>
                    </a:solidFill>
                    <a:latin typeface="Segoe UI" panose="020B0502040204020203" pitchFamily="34" charset="0"/>
                    <a:cs typeface="Segoe UI" panose="020B0502040204020203" pitchFamily="34" charset="0"/>
                  </a:rPr>
                  <a:t> </a:t>
                </a:r>
              </a:p>
            </p:txBody>
          </p:sp>
        </p:grpSp>
        <p:grpSp>
          <p:nvGrpSpPr>
            <p:cNvPr id="97" name="Group 96">
              <a:extLst>
                <a:ext uri="{FF2B5EF4-FFF2-40B4-BE49-F238E27FC236}">
                  <a16:creationId xmlns:a16="http://schemas.microsoft.com/office/drawing/2014/main" id="{7375CECE-C8C6-426B-9A8C-EB696D69F141}"/>
                </a:ext>
              </a:extLst>
            </p:cNvPr>
            <p:cNvGrpSpPr/>
            <p:nvPr/>
          </p:nvGrpSpPr>
          <p:grpSpPr>
            <a:xfrm>
              <a:off x="4719329" y="4101260"/>
              <a:ext cx="3067396" cy="404178"/>
              <a:chOff x="5063285" y="3639850"/>
              <a:chExt cx="3067396" cy="404178"/>
            </a:xfrm>
          </p:grpSpPr>
          <p:grpSp>
            <p:nvGrpSpPr>
              <p:cNvPr id="41" name="Group 40">
                <a:extLst>
                  <a:ext uri="{FF2B5EF4-FFF2-40B4-BE49-F238E27FC236}">
                    <a16:creationId xmlns:a16="http://schemas.microsoft.com/office/drawing/2014/main" id="{6974775F-B291-4B53-B461-88835C383ED5}"/>
                  </a:ext>
                </a:extLst>
              </p:cNvPr>
              <p:cNvGrpSpPr/>
              <p:nvPr/>
            </p:nvGrpSpPr>
            <p:grpSpPr>
              <a:xfrm>
                <a:off x="5063285" y="3728115"/>
                <a:ext cx="330200" cy="315913"/>
                <a:chOff x="4127500" y="2909888"/>
                <a:chExt cx="330200" cy="315913"/>
              </a:xfrm>
            </p:grpSpPr>
            <p:sp>
              <p:nvSpPr>
                <p:cNvPr id="42" name="Oval 268">
                  <a:extLst>
                    <a:ext uri="{FF2B5EF4-FFF2-40B4-BE49-F238E27FC236}">
                      <a16:creationId xmlns:a16="http://schemas.microsoft.com/office/drawing/2014/main" id="{FE9D5F51-D5BF-438E-8442-591451564E59}"/>
                    </a:ext>
                  </a:extLst>
                </p:cNvPr>
                <p:cNvSpPr>
                  <a:spLocks noChangeArrowheads="1"/>
                </p:cNvSpPr>
                <p:nvPr/>
              </p:nvSpPr>
              <p:spPr bwMode="auto">
                <a:xfrm>
                  <a:off x="4149725" y="3060701"/>
                  <a:ext cx="76200" cy="74613"/>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269">
                  <a:extLst>
                    <a:ext uri="{FF2B5EF4-FFF2-40B4-BE49-F238E27FC236}">
                      <a16:creationId xmlns:a16="http://schemas.microsoft.com/office/drawing/2014/main" id="{4514A40D-D6F0-4AD6-9605-37581D312EC8}"/>
                    </a:ext>
                  </a:extLst>
                </p:cNvPr>
                <p:cNvSpPr>
                  <a:spLocks/>
                </p:cNvSpPr>
                <p:nvPr/>
              </p:nvSpPr>
              <p:spPr bwMode="auto">
                <a:xfrm>
                  <a:off x="4127500" y="3135313"/>
                  <a:ext cx="109538" cy="60325"/>
                </a:xfrm>
                <a:custGeom>
                  <a:avLst/>
                  <a:gdLst>
                    <a:gd name="T0" fmla="*/ 22 w 29"/>
                    <a:gd name="T1" fmla="*/ 16 h 16"/>
                    <a:gd name="T2" fmla="*/ 0 w 29"/>
                    <a:gd name="T3" fmla="*/ 16 h 16"/>
                    <a:gd name="T4" fmla="*/ 16 w 29"/>
                    <a:gd name="T5" fmla="*/ 0 h 16"/>
                    <a:gd name="T6" fmla="*/ 29 w 29"/>
                    <a:gd name="T7" fmla="*/ 7 h 16"/>
                  </a:gdLst>
                  <a:ahLst/>
                  <a:cxnLst>
                    <a:cxn ang="0">
                      <a:pos x="T0" y="T1"/>
                    </a:cxn>
                    <a:cxn ang="0">
                      <a:pos x="T2" y="T3"/>
                    </a:cxn>
                    <a:cxn ang="0">
                      <a:pos x="T4" y="T5"/>
                    </a:cxn>
                    <a:cxn ang="0">
                      <a:pos x="T6" y="T7"/>
                    </a:cxn>
                  </a:cxnLst>
                  <a:rect l="0" t="0" r="r" b="b"/>
                  <a:pathLst>
                    <a:path w="29" h="16">
                      <a:moveTo>
                        <a:pt x="22" y="16"/>
                      </a:moveTo>
                      <a:cubicBezTo>
                        <a:pt x="0" y="16"/>
                        <a:pt x="0" y="16"/>
                        <a:pt x="0" y="16"/>
                      </a:cubicBezTo>
                      <a:cubicBezTo>
                        <a:pt x="0" y="7"/>
                        <a:pt x="7" y="0"/>
                        <a:pt x="16" y="0"/>
                      </a:cubicBezTo>
                      <a:cubicBezTo>
                        <a:pt x="21" y="0"/>
                        <a:pt x="26" y="3"/>
                        <a:pt x="29" y="7"/>
                      </a:cubicBez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4" name="Oval 270">
                  <a:extLst>
                    <a:ext uri="{FF2B5EF4-FFF2-40B4-BE49-F238E27FC236}">
                      <a16:creationId xmlns:a16="http://schemas.microsoft.com/office/drawing/2014/main" id="{B605F216-E7D2-42D4-8BCF-4B68365DD59A}"/>
                    </a:ext>
                  </a:extLst>
                </p:cNvPr>
                <p:cNvSpPr>
                  <a:spLocks noChangeArrowheads="1"/>
                </p:cNvSpPr>
                <p:nvPr/>
              </p:nvSpPr>
              <p:spPr bwMode="auto">
                <a:xfrm>
                  <a:off x="4360863" y="3060701"/>
                  <a:ext cx="74613" cy="74613"/>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271">
                  <a:extLst>
                    <a:ext uri="{FF2B5EF4-FFF2-40B4-BE49-F238E27FC236}">
                      <a16:creationId xmlns:a16="http://schemas.microsoft.com/office/drawing/2014/main" id="{7221B60C-9DC7-49BE-9845-B55F67481AED}"/>
                    </a:ext>
                  </a:extLst>
                </p:cNvPr>
                <p:cNvSpPr>
                  <a:spLocks/>
                </p:cNvSpPr>
                <p:nvPr/>
              </p:nvSpPr>
              <p:spPr bwMode="auto">
                <a:xfrm>
                  <a:off x="4349750" y="3135313"/>
                  <a:ext cx="107950" cy="60325"/>
                </a:xfrm>
                <a:custGeom>
                  <a:avLst/>
                  <a:gdLst>
                    <a:gd name="T0" fmla="*/ 0 w 29"/>
                    <a:gd name="T1" fmla="*/ 7 h 16"/>
                    <a:gd name="T2" fmla="*/ 13 w 29"/>
                    <a:gd name="T3" fmla="*/ 0 h 16"/>
                    <a:gd name="T4" fmla="*/ 29 w 29"/>
                    <a:gd name="T5" fmla="*/ 16 h 16"/>
                    <a:gd name="T6" fmla="*/ 7 w 29"/>
                    <a:gd name="T7" fmla="*/ 16 h 16"/>
                  </a:gdLst>
                  <a:ahLst/>
                  <a:cxnLst>
                    <a:cxn ang="0">
                      <a:pos x="T0" y="T1"/>
                    </a:cxn>
                    <a:cxn ang="0">
                      <a:pos x="T2" y="T3"/>
                    </a:cxn>
                    <a:cxn ang="0">
                      <a:pos x="T4" y="T5"/>
                    </a:cxn>
                    <a:cxn ang="0">
                      <a:pos x="T6" y="T7"/>
                    </a:cxn>
                  </a:cxnLst>
                  <a:rect l="0" t="0" r="r" b="b"/>
                  <a:pathLst>
                    <a:path w="29" h="16">
                      <a:moveTo>
                        <a:pt x="0" y="7"/>
                      </a:moveTo>
                      <a:cubicBezTo>
                        <a:pt x="3" y="3"/>
                        <a:pt x="8" y="0"/>
                        <a:pt x="13" y="0"/>
                      </a:cubicBezTo>
                      <a:cubicBezTo>
                        <a:pt x="22" y="0"/>
                        <a:pt x="29" y="7"/>
                        <a:pt x="29" y="16"/>
                      </a:cubicBezTo>
                      <a:cubicBezTo>
                        <a:pt x="7" y="16"/>
                        <a:pt x="7" y="16"/>
                        <a:pt x="7" y="16"/>
                      </a:cubicBez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6" name="Oval 272">
                  <a:extLst>
                    <a:ext uri="{FF2B5EF4-FFF2-40B4-BE49-F238E27FC236}">
                      <a16:creationId xmlns:a16="http://schemas.microsoft.com/office/drawing/2014/main" id="{F7CDF7AF-4200-420D-ACFE-5F2B36CC0F4B}"/>
                    </a:ext>
                  </a:extLst>
                </p:cNvPr>
                <p:cNvSpPr>
                  <a:spLocks noChangeArrowheads="1"/>
                </p:cNvSpPr>
                <p:nvPr/>
              </p:nvSpPr>
              <p:spPr bwMode="auto">
                <a:xfrm>
                  <a:off x="4240213" y="3030538"/>
                  <a:ext cx="104775" cy="109538"/>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273">
                  <a:extLst>
                    <a:ext uri="{FF2B5EF4-FFF2-40B4-BE49-F238E27FC236}">
                      <a16:creationId xmlns:a16="http://schemas.microsoft.com/office/drawing/2014/main" id="{1A3F4268-4FB7-4106-9CDA-E5DFAC4ABF05}"/>
                    </a:ext>
                  </a:extLst>
                </p:cNvPr>
                <p:cNvSpPr>
                  <a:spLocks/>
                </p:cNvSpPr>
                <p:nvPr/>
              </p:nvSpPr>
              <p:spPr bwMode="auto">
                <a:xfrm>
                  <a:off x="4214813" y="2986088"/>
                  <a:ext cx="157163" cy="36513"/>
                </a:xfrm>
                <a:custGeom>
                  <a:avLst/>
                  <a:gdLst>
                    <a:gd name="T0" fmla="*/ 0 w 42"/>
                    <a:gd name="T1" fmla="*/ 10 h 10"/>
                    <a:gd name="T2" fmla="*/ 21 w 42"/>
                    <a:gd name="T3" fmla="*/ 0 h 10"/>
                    <a:gd name="T4" fmla="*/ 42 w 42"/>
                    <a:gd name="T5" fmla="*/ 10 h 10"/>
                  </a:gdLst>
                  <a:ahLst/>
                  <a:cxnLst>
                    <a:cxn ang="0">
                      <a:pos x="T0" y="T1"/>
                    </a:cxn>
                    <a:cxn ang="0">
                      <a:pos x="T2" y="T3"/>
                    </a:cxn>
                    <a:cxn ang="0">
                      <a:pos x="T4" y="T5"/>
                    </a:cxn>
                  </a:cxnLst>
                  <a:rect l="0" t="0" r="r" b="b"/>
                  <a:pathLst>
                    <a:path w="42" h="10">
                      <a:moveTo>
                        <a:pt x="0" y="10"/>
                      </a:moveTo>
                      <a:cubicBezTo>
                        <a:pt x="5" y="4"/>
                        <a:pt x="13" y="0"/>
                        <a:pt x="21" y="0"/>
                      </a:cubicBezTo>
                      <a:cubicBezTo>
                        <a:pt x="29" y="0"/>
                        <a:pt x="37" y="4"/>
                        <a:pt x="42" y="10"/>
                      </a:cubicBez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274">
                  <a:extLst>
                    <a:ext uri="{FF2B5EF4-FFF2-40B4-BE49-F238E27FC236}">
                      <a16:creationId xmlns:a16="http://schemas.microsoft.com/office/drawing/2014/main" id="{090011F9-93DA-4E08-8197-0237F3720B94}"/>
                    </a:ext>
                  </a:extLst>
                </p:cNvPr>
                <p:cNvSpPr>
                  <a:spLocks/>
                </p:cNvSpPr>
                <p:nvPr/>
              </p:nvSpPr>
              <p:spPr bwMode="auto">
                <a:xfrm>
                  <a:off x="4187825" y="2947988"/>
                  <a:ext cx="211138" cy="49213"/>
                </a:xfrm>
                <a:custGeom>
                  <a:avLst/>
                  <a:gdLst>
                    <a:gd name="T0" fmla="*/ 0 w 56"/>
                    <a:gd name="T1" fmla="*/ 13 h 13"/>
                    <a:gd name="T2" fmla="*/ 28 w 56"/>
                    <a:gd name="T3" fmla="*/ 0 h 13"/>
                    <a:gd name="T4" fmla="*/ 56 w 56"/>
                    <a:gd name="T5" fmla="*/ 13 h 13"/>
                  </a:gdLst>
                  <a:ahLst/>
                  <a:cxnLst>
                    <a:cxn ang="0">
                      <a:pos x="T0" y="T1"/>
                    </a:cxn>
                    <a:cxn ang="0">
                      <a:pos x="T2" y="T3"/>
                    </a:cxn>
                    <a:cxn ang="0">
                      <a:pos x="T4" y="T5"/>
                    </a:cxn>
                  </a:cxnLst>
                  <a:rect l="0" t="0" r="r" b="b"/>
                  <a:pathLst>
                    <a:path w="56" h="13">
                      <a:moveTo>
                        <a:pt x="0" y="13"/>
                      </a:moveTo>
                      <a:cubicBezTo>
                        <a:pt x="7" y="5"/>
                        <a:pt x="17" y="0"/>
                        <a:pt x="28" y="0"/>
                      </a:cubicBezTo>
                      <a:cubicBezTo>
                        <a:pt x="39" y="0"/>
                        <a:pt x="49" y="5"/>
                        <a:pt x="56" y="13"/>
                      </a:cubicBez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75">
                  <a:extLst>
                    <a:ext uri="{FF2B5EF4-FFF2-40B4-BE49-F238E27FC236}">
                      <a16:creationId xmlns:a16="http://schemas.microsoft.com/office/drawing/2014/main" id="{832AB0A3-F36E-4927-8E0D-E0C36586B75D}"/>
                    </a:ext>
                  </a:extLst>
                </p:cNvPr>
                <p:cNvSpPr>
                  <a:spLocks/>
                </p:cNvSpPr>
                <p:nvPr/>
              </p:nvSpPr>
              <p:spPr bwMode="auto">
                <a:xfrm>
                  <a:off x="4157663" y="2909888"/>
                  <a:ext cx="269875" cy="63500"/>
                </a:xfrm>
                <a:custGeom>
                  <a:avLst/>
                  <a:gdLst>
                    <a:gd name="T0" fmla="*/ 0 w 72"/>
                    <a:gd name="T1" fmla="*/ 17 h 17"/>
                    <a:gd name="T2" fmla="*/ 36 w 72"/>
                    <a:gd name="T3" fmla="*/ 0 h 17"/>
                    <a:gd name="T4" fmla="*/ 72 w 72"/>
                    <a:gd name="T5" fmla="*/ 17 h 17"/>
                  </a:gdLst>
                  <a:ahLst/>
                  <a:cxnLst>
                    <a:cxn ang="0">
                      <a:pos x="T0" y="T1"/>
                    </a:cxn>
                    <a:cxn ang="0">
                      <a:pos x="T2" y="T3"/>
                    </a:cxn>
                    <a:cxn ang="0">
                      <a:pos x="T4" y="T5"/>
                    </a:cxn>
                  </a:cxnLst>
                  <a:rect l="0" t="0" r="r" b="b"/>
                  <a:pathLst>
                    <a:path w="72" h="17">
                      <a:moveTo>
                        <a:pt x="0" y="17"/>
                      </a:moveTo>
                      <a:cubicBezTo>
                        <a:pt x="8" y="7"/>
                        <a:pt x="21" y="0"/>
                        <a:pt x="36" y="0"/>
                      </a:cubicBezTo>
                      <a:cubicBezTo>
                        <a:pt x="51" y="0"/>
                        <a:pt x="64" y="7"/>
                        <a:pt x="72" y="17"/>
                      </a:cubicBez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276">
                  <a:extLst>
                    <a:ext uri="{FF2B5EF4-FFF2-40B4-BE49-F238E27FC236}">
                      <a16:creationId xmlns:a16="http://schemas.microsoft.com/office/drawing/2014/main" id="{69185BBE-8B01-4042-9127-5E91F9AA4D0C}"/>
                    </a:ext>
                  </a:extLst>
                </p:cNvPr>
                <p:cNvSpPr>
                  <a:spLocks/>
                </p:cNvSpPr>
                <p:nvPr/>
              </p:nvSpPr>
              <p:spPr bwMode="auto">
                <a:xfrm>
                  <a:off x="4206875" y="3140076"/>
                  <a:ext cx="173038" cy="85725"/>
                </a:xfrm>
                <a:custGeom>
                  <a:avLst/>
                  <a:gdLst>
                    <a:gd name="T0" fmla="*/ 46 w 46"/>
                    <a:gd name="T1" fmla="*/ 23 h 23"/>
                    <a:gd name="T2" fmla="*/ 0 w 46"/>
                    <a:gd name="T3" fmla="*/ 23 h 23"/>
                    <a:gd name="T4" fmla="*/ 23 w 46"/>
                    <a:gd name="T5" fmla="*/ 0 h 23"/>
                    <a:gd name="T6" fmla="*/ 46 w 46"/>
                    <a:gd name="T7" fmla="*/ 23 h 23"/>
                  </a:gdLst>
                  <a:ahLst/>
                  <a:cxnLst>
                    <a:cxn ang="0">
                      <a:pos x="T0" y="T1"/>
                    </a:cxn>
                    <a:cxn ang="0">
                      <a:pos x="T2" y="T3"/>
                    </a:cxn>
                    <a:cxn ang="0">
                      <a:pos x="T4" y="T5"/>
                    </a:cxn>
                    <a:cxn ang="0">
                      <a:pos x="T6" y="T7"/>
                    </a:cxn>
                  </a:cxnLst>
                  <a:rect l="0" t="0" r="r" b="b"/>
                  <a:pathLst>
                    <a:path w="46" h="23">
                      <a:moveTo>
                        <a:pt x="46" y="23"/>
                      </a:moveTo>
                      <a:cubicBezTo>
                        <a:pt x="0" y="23"/>
                        <a:pt x="0" y="23"/>
                        <a:pt x="0" y="23"/>
                      </a:cubicBezTo>
                      <a:cubicBezTo>
                        <a:pt x="0" y="10"/>
                        <a:pt x="10" y="0"/>
                        <a:pt x="23" y="0"/>
                      </a:cubicBezTo>
                      <a:cubicBezTo>
                        <a:pt x="36" y="0"/>
                        <a:pt x="46" y="10"/>
                        <a:pt x="46" y="23"/>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sp>
            <p:nvSpPr>
              <p:cNvPr id="81" name="Rectangle 80">
                <a:extLst>
                  <a:ext uri="{FF2B5EF4-FFF2-40B4-BE49-F238E27FC236}">
                    <a16:creationId xmlns:a16="http://schemas.microsoft.com/office/drawing/2014/main" id="{E7E16F25-9A73-4F49-8593-4DDEE2A8AB5D}"/>
                  </a:ext>
                </a:extLst>
              </p:cNvPr>
              <p:cNvSpPr/>
              <p:nvPr/>
            </p:nvSpPr>
            <p:spPr>
              <a:xfrm>
                <a:off x="5642387" y="3639850"/>
                <a:ext cx="2488294" cy="246221"/>
              </a:xfrm>
              <a:prstGeom prst="rect">
                <a:avLst/>
              </a:prstGeom>
            </p:spPr>
            <p:txBody>
              <a:bodyPr wrap="square" lIns="0" tIns="0" rIns="0" bIns="0">
                <a:spAutoFit/>
              </a:bodyPr>
              <a:lstStyle/>
              <a:p>
                <a:r>
                  <a:rPr lang="en-US" sz="1600" dirty="0">
                    <a:solidFill>
                      <a:schemeClr val="bg1"/>
                    </a:solidFill>
                    <a:latin typeface="Segoe UI" panose="020B0502040204020203" pitchFamily="34" charset="0"/>
                    <a:cs typeface="Segoe UI" panose="020B0502040204020203" pitchFamily="34" charset="0"/>
                  </a:rPr>
                  <a:t>Repeated callers </a:t>
                </a:r>
              </a:p>
            </p:txBody>
          </p:sp>
        </p:grpSp>
        <p:grpSp>
          <p:nvGrpSpPr>
            <p:cNvPr id="96" name="Group 95">
              <a:extLst>
                <a:ext uri="{FF2B5EF4-FFF2-40B4-BE49-F238E27FC236}">
                  <a16:creationId xmlns:a16="http://schemas.microsoft.com/office/drawing/2014/main" id="{B7DB03EE-BB00-488A-B451-6DF7DA5AC981}"/>
                </a:ext>
              </a:extLst>
            </p:cNvPr>
            <p:cNvGrpSpPr/>
            <p:nvPr/>
          </p:nvGrpSpPr>
          <p:grpSpPr>
            <a:xfrm>
              <a:off x="4712185" y="5089358"/>
              <a:ext cx="3074540" cy="419259"/>
              <a:chOff x="5056141" y="4560242"/>
              <a:chExt cx="3074540" cy="419259"/>
            </a:xfrm>
          </p:grpSpPr>
          <p:grpSp>
            <p:nvGrpSpPr>
              <p:cNvPr id="30" name="Group 29">
                <a:extLst>
                  <a:ext uri="{FF2B5EF4-FFF2-40B4-BE49-F238E27FC236}">
                    <a16:creationId xmlns:a16="http://schemas.microsoft.com/office/drawing/2014/main" id="{2FED15E3-F2A7-469C-B628-611921767E34}"/>
                  </a:ext>
                </a:extLst>
              </p:cNvPr>
              <p:cNvGrpSpPr/>
              <p:nvPr/>
            </p:nvGrpSpPr>
            <p:grpSpPr>
              <a:xfrm>
                <a:off x="5056141" y="4633426"/>
                <a:ext cx="344488" cy="346075"/>
                <a:chOff x="4841875" y="2895601"/>
                <a:chExt cx="344488" cy="346075"/>
              </a:xfrm>
            </p:grpSpPr>
            <p:sp>
              <p:nvSpPr>
                <p:cNvPr id="31" name="Freeform 258">
                  <a:extLst>
                    <a:ext uri="{FF2B5EF4-FFF2-40B4-BE49-F238E27FC236}">
                      <a16:creationId xmlns:a16="http://schemas.microsoft.com/office/drawing/2014/main" id="{66F1D3E8-8C01-4B14-8A55-CA0D336560C8}"/>
                    </a:ext>
                  </a:extLst>
                </p:cNvPr>
                <p:cNvSpPr>
                  <a:spLocks/>
                </p:cNvSpPr>
                <p:nvPr/>
              </p:nvSpPr>
              <p:spPr bwMode="auto">
                <a:xfrm>
                  <a:off x="4916488" y="2895601"/>
                  <a:ext cx="195263" cy="195263"/>
                </a:xfrm>
                <a:custGeom>
                  <a:avLst/>
                  <a:gdLst>
                    <a:gd name="T0" fmla="*/ 52 w 52"/>
                    <a:gd name="T1" fmla="*/ 26 h 52"/>
                    <a:gd name="T2" fmla="*/ 26 w 52"/>
                    <a:gd name="T3" fmla="*/ 52 h 52"/>
                    <a:gd name="T4" fmla="*/ 0 w 52"/>
                    <a:gd name="T5" fmla="*/ 25 h 52"/>
                    <a:gd name="T6" fmla="*/ 25 w 52"/>
                    <a:gd name="T7" fmla="*/ 0 h 52"/>
                    <a:gd name="T8" fmla="*/ 26 w 52"/>
                    <a:gd name="T9" fmla="*/ 0 h 52"/>
                    <a:gd name="T10" fmla="*/ 52 w 52"/>
                    <a:gd name="T11" fmla="*/ 26 h 52"/>
                  </a:gdLst>
                  <a:ahLst/>
                  <a:cxnLst>
                    <a:cxn ang="0">
                      <a:pos x="T0" y="T1"/>
                    </a:cxn>
                    <a:cxn ang="0">
                      <a:pos x="T2" y="T3"/>
                    </a:cxn>
                    <a:cxn ang="0">
                      <a:pos x="T4" y="T5"/>
                    </a:cxn>
                    <a:cxn ang="0">
                      <a:pos x="T6" y="T7"/>
                    </a:cxn>
                    <a:cxn ang="0">
                      <a:pos x="T8" y="T9"/>
                    </a:cxn>
                    <a:cxn ang="0">
                      <a:pos x="T10" y="T11"/>
                    </a:cxn>
                  </a:cxnLst>
                  <a:rect l="0" t="0" r="r" b="b"/>
                  <a:pathLst>
                    <a:path w="52" h="52">
                      <a:moveTo>
                        <a:pt x="52" y="26"/>
                      </a:moveTo>
                      <a:cubicBezTo>
                        <a:pt x="52" y="40"/>
                        <a:pt x="40" y="52"/>
                        <a:pt x="26" y="52"/>
                      </a:cubicBezTo>
                      <a:cubicBezTo>
                        <a:pt x="12" y="52"/>
                        <a:pt x="0" y="40"/>
                        <a:pt x="0" y="25"/>
                      </a:cubicBezTo>
                      <a:cubicBezTo>
                        <a:pt x="0" y="11"/>
                        <a:pt x="11" y="1"/>
                        <a:pt x="25" y="0"/>
                      </a:cubicBezTo>
                      <a:cubicBezTo>
                        <a:pt x="25" y="0"/>
                        <a:pt x="26" y="0"/>
                        <a:pt x="26" y="0"/>
                      </a:cubicBezTo>
                      <a:cubicBezTo>
                        <a:pt x="40" y="0"/>
                        <a:pt x="52" y="11"/>
                        <a:pt x="52" y="26"/>
                      </a:cubicBezTo>
                      <a:close/>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2" name="Freeform 259">
                  <a:extLst>
                    <a:ext uri="{FF2B5EF4-FFF2-40B4-BE49-F238E27FC236}">
                      <a16:creationId xmlns:a16="http://schemas.microsoft.com/office/drawing/2014/main" id="{C7E4337D-67E8-477B-8284-B0579D016001}"/>
                    </a:ext>
                  </a:extLst>
                </p:cNvPr>
                <p:cNvSpPr>
                  <a:spLocks/>
                </p:cNvSpPr>
                <p:nvPr/>
              </p:nvSpPr>
              <p:spPr bwMode="auto">
                <a:xfrm>
                  <a:off x="4957763" y="2895601"/>
                  <a:ext cx="52388" cy="195263"/>
                </a:xfrm>
                <a:custGeom>
                  <a:avLst/>
                  <a:gdLst>
                    <a:gd name="T0" fmla="*/ 14 w 14"/>
                    <a:gd name="T1" fmla="*/ 0 h 52"/>
                    <a:gd name="T2" fmla="*/ 14 w 14"/>
                    <a:gd name="T3" fmla="*/ 52 h 52"/>
                  </a:gdLst>
                  <a:ahLst/>
                  <a:cxnLst>
                    <a:cxn ang="0">
                      <a:pos x="T0" y="T1"/>
                    </a:cxn>
                    <a:cxn ang="0">
                      <a:pos x="T2" y="T3"/>
                    </a:cxn>
                  </a:cxnLst>
                  <a:rect l="0" t="0" r="r" b="b"/>
                  <a:pathLst>
                    <a:path w="14" h="52">
                      <a:moveTo>
                        <a:pt x="14" y="0"/>
                      </a:moveTo>
                      <a:cubicBezTo>
                        <a:pt x="0" y="15"/>
                        <a:pt x="0" y="34"/>
                        <a:pt x="14" y="52"/>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260">
                  <a:extLst>
                    <a:ext uri="{FF2B5EF4-FFF2-40B4-BE49-F238E27FC236}">
                      <a16:creationId xmlns:a16="http://schemas.microsoft.com/office/drawing/2014/main" id="{C2AF1AB5-D96A-4C19-BE80-2C8A0736E9B3}"/>
                    </a:ext>
                  </a:extLst>
                </p:cNvPr>
                <p:cNvSpPr>
                  <a:spLocks/>
                </p:cNvSpPr>
                <p:nvPr/>
              </p:nvSpPr>
              <p:spPr bwMode="auto">
                <a:xfrm>
                  <a:off x="5018088" y="2895601"/>
                  <a:ext cx="52388" cy="195263"/>
                </a:xfrm>
                <a:custGeom>
                  <a:avLst/>
                  <a:gdLst>
                    <a:gd name="T0" fmla="*/ 0 w 14"/>
                    <a:gd name="T1" fmla="*/ 0 h 52"/>
                    <a:gd name="T2" fmla="*/ 0 w 14"/>
                    <a:gd name="T3" fmla="*/ 52 h 52"/>
                  </a:gdLst>
                  <a:ahLst/>
                  <a:cxnLst>
                    <a:cxn ang="0">
                      <a:pos x="T0" y="T1"/>
                    </a:cxn>
                    <a:cxn ang="0">
                      <a:pos x="T2" y="T3"/>
                    </a:cxn>
                  </a:cxnLst>
                  <a:rect l="0" t="0" r="r" b="b"/>
                  <a:pathLst>
                    <a:path w="14" h="52">
                      <a:moveTo>
                        <a:pt x="0" y="0"/>
                      </a:moveTo>
                      <a:cubicBezTo>
                        <a:pt x="14" y="15"/>
                        <a:pt x="14" y="34"/>
                        <a:pt x="0" y="52"/>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4" name="Line 261">
                  <a:extLst>
                    <a:ext uri="{FF2B5EF4-FFF2-40B4-BE49-F238E27FC236}">
                      <a16:creationId xmlns:a16="http://schemas.microsoft.com/office/drawing/2014/main" id="{FF7B7042-5F74-4182-89DF-79E95F074837}"/>
                    </a:ext>
                  </a:extLst>
                </p:cNvPr>
                <p:cNvSpPr>
                  <a:spLocks noChangeShapeType="1"/>
                </p:cNvSpPr>
                <p:nvPr/>
              </p:nvSpPr>
              <p:spPr bwMode="auto">
                <a:xfrm>
                  <a:off x="4932363" y="3044826"/>
                  <a:ext cx="165100" cy="0"/>
                </a:xfrm>
                <a:prstGeom prst="line">
                  <a:avLst/>
                </a:prstGeom>
                <a:noFill/>
                <a:ln w="14288"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5" name="Line 262">
                  <a:extLst>
                    <a:ext uri="{FF2B5EF4-FFF2-40B4-BE49-F238E27FC236}">
                      <a16:creationId xmlns:a16="http://schemas.microsoft.com/office/drawing/2014/main" id="{6D40A249-C0DF-492C-98A0-5563396CEDA3}"/>
                    </a:ext>
                  </a:extLst>
                </p:cNvPr>
                <p:cNvSpPr>
                  <a:spLocks noChangeShapeType="1"/>
                </p:cNvSpPr>
                <p:nvPr/>
              </p:nvSpPr>
              <p:spPr bwMode="auto">
                <a:xfrm>
                  <a:off x="4932363" y="2940051"/>
                  <a:ext cx="165100" cy="0"/>
                </a:xfrm>
                <a:prstGeom prst="line">
                  <a:avLst/>
                </a:prstGeom>
                <a:noFill/>
                <a:ln w="14288"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6" name="Line 263">
                  <a:extLst>
                    <a:ext uri="{FF2B5EF4-FFF2-40B4-BE49-F238E27FC236}">
                      <a16:creationId xmlns:a16="http://schemas.microsoft.com/office/drawing/2014/main" id="{0424966D-2E93-463D-925D-8EC1314AA4C8}"/>
                    </a:ext>
                  </a:extLst>
                </p:cNvPr>
                <p:cNvSpPr>
                  <a:spLocks noChangeShapeType="1"/>
                </p:cNvSpPr>
                <p:nvPr/>
              </p:nvSpPr>
              <p:spPr bwMode="auto">
                <a:xfrm>
                  <a:off x="4916488" y="2992438"/>
                  <a:ext cx="195263" cy="0"/>
                </a:xfrm>
                <a:prstGeom prst="line">
                  <a:avLst/>
                </a:prstGeom>
                <a:noFill/>
                <a:ln w="14288"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7" name="Oval 264">
                  <a:extLst>
                    <a:ext uri="{FF2B5EF4-FFF2-40B4-BE49-F238E27FC236}">
                      <a16:creationId xmlns:a16="http://schemas.microsoft.com/office/drawing/2014/main" id="{A2027076-84C0-41AA-ABE6-E182664DD1A7}"/>
                    </a:ext>
                  </a:extLst>
                </p:cNvPr>
                <p:cNvSpPr>
                  <a:spLocks noChangeArrowheads="1"/>
                </p:cNvSpPr>
                <p:nvPr/>
              </p:nvSpPr>
              <p:spPr bwMode="auto">
                <a:xfrm>
                  <a:off x="4864100" y="3105151"/>
                  <a:ext cx="74613" cy="76200"/>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8" name="Oval 265">
                  <a:extLst>
                    <a:ext uri="{FF2B5EF4-FFF2-40B4-BE49-F238E27FC236}">
                      <a16:creationId xmlns:a16="http://schemas.microsoft.com/office/drawing/2014/main" id="{34911030-E1C4-47C6-B878-AB9504619ECD}"/>
                    </a:ext>
                  </a:extLst>
                </p:cNvPr>
                <p:cNvSpPr>
                  <a:spLocks noChangeArrowheads="1"/>
                </p:cNvSpPr>
                <p:nvPr/>
              </p:nvSpPr>
              <p:spPr bwMode="auto">
                <a:xfrm>
                  <a:off x="4976813" y="3105151"/>
                  <a:ext cx="74613" cy="76200"/>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9" name="Oval 266">
                  <a:extLst>
                    <a:ext uri="{FF2B5EF4-FFF2-40B4-BE49-F238E27FC236}">
                      <a16:creationId xmlns:a16="http://schemas.microsoft.com/office/drawing/2014/main" id="{872A828C-C960-409B-BA85-F3FA58C5877B}"/>
                    </a:ext>
                  </a:extLst>
                </p:cNvPr>
                <p:cNvSpPr>
                  <a:spLocks noChangeArrowheads="1"/>
                </p:cNvSpPr>
                <p:nvPr/>
              </p:nvSpPr>
              <p:spPr bwMode="auto">
                <a:xfrm>
                  <a:off x="5089525" y="3105151"/>
                  <a:ext cx="74613" cy="76200"/>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0" name="Freeform 267">
                  <a:extLst>
                    <a:ext uri="{FF2B5EF4-FFF2-40B4-BE49-F238E27FC236}">
                      <a16:creationId xmlns:a16="http://schemas.microsoft.com/office/drawing/2014/main" id="{111031BF-F147-4673-B7D2-BAB9FDE01341}"/>
                    </a:ext>
                  </a:extLst>
                </p:cNvPr>
                <p:cNvSpPr>
                  <a:spLocks/>
                </p:cNvSpPr>
                <p:nvPr/>
              </p:nvSpPr>
              <p:spPr bwMode="auto">
                <a:xfrm>
                  <a:off x="4841875" y="3181351"/>
                  <a:ext cx="344488" cy="60325"/>
                </a:xfrm>
                <a:custGeom>
                  <a:avLst/>
                  <a:gdLst>
                    <a:gd name="T0" fmla="*/ 76 w 92"/>
                    <a:gd name="T1" fmla="*/ 0 h 16"/>
                    <a:gd name="T2" fmla="*/ 61 w 92"/>
                    <a:gd name="T3" fmla="*/ 11 h 16"/>
                    <a:gd name="T4" fmla="*/ 46 w 92"/>
                    <a:gd name="T5" fmla="*/ 0 h 16"/>
                    <a:gd name="T6" fmla="*/ 31 w 92"/>
                    <a:gd name="T7" fmla="*/ 11 h 16"/>
                    <a:gd name="T8" fmla="*/ 16 w 92"/>
                    <a:gd name="T9" fmla="*/ 0 h 16"/>
                    <a:gd name="T10" fmla="*/ 0 w 92"/>
                    <a:gd name="T11" fmla="*/ 16 h 16"/>
                    <a:gd name="T12" fmla="*/ 92 w 92"/>
                    <a:gd name="T13" fmla="*/ 16 h 16"/>
                    <a:gd name="T14" fmla="*/ 76 w 92"/>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16">
                      <a:moveTo>
                        <a:pt x="76" y="0"/>
                      </a:moveTo>
                      <a:cubicBezTo>
                        <a:pt x="69" y="0"/>
                        <a:pt x="63" y="4"/>
                        <a:pt x="61" y="11"/>
                      </a:cubicBezTo>
                      <a:cubicBezTo>
                        <a:pt x="59" y="4"/>
                        <a:pt x="53" y="0"/>
                        <a:pt x="46" y="0"/>
                      </a:cubicBezTo>
                      <a:cubicBezTo>
                        <a:pt x="39" y="0"/>
                        <a:pt x="33" y="4"/>
                        <a:pt x="31" y="11"/>
                      </a:cubicBezTo>
                      <a:cubicBezTo>
                        <a:pt x="29" y="4"/>
                        <a:pt x="23" y="0"/>
                        <a:pt x="16" y="0"/>
                      </a:cubicBezTo>
                      <a:cubicBezTo>
                        <a:pt x="7" y="0"/>
                        <a:pt x="0" y="8"/>
                        <a:pt x="0" y="16"/>
                      </a:cubicBezTo>
                      <a:cubicBezTo>
                        <a:pt x="92" y="16"/>
                        <a:pt x="92" y="16"/>
                        <a:pt x="92" y="16"/>
                      </a:cubicBezTo>
                      <a:cubicBezTo>
                        <a:pt x="92" y="8"/>
                        <a:pt x="85" y="0"/>
                        <a:pt x="76" y="0"/>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sp>
            <p:nvSpPr>
              <p:cNvPr id="94" name="Rectangle 93">
                <a:extLst>
                  <a:ext uri="{FF2B5EF4-FFF2-40B4-BE49-F238E27FC236}">
                    <a16:creationId xmlns:a16="http://schemas.microsoft.com/office/drawing/2014/main" id="{9482C2C4-A83F-481A-A4DA-8A5D9AD7A680}"/>
                  </a:ext>
                </a:extLst>
              </p:cNvPr>
              <p:cNvSpPr/>
              <p:nvPr/>
            </p:nvSpPr>
            <p:spPr>
              <a:xfrm>
                <a:off x="5642387" y="4560242"/>
                <a:ext cx="2488294" cy="246221"/>
              </a:xfrm>
              <a:prstGeom prst="rect">
                <a:avLst/>
              </a:prstGeom>
            </p:spPr>
            <p:txBody>
              <a:bodyPr wrap="square" lIns="0" tIns="0" rIns="0" bIns="0">
                <a:spAutoFit/>
              </a:bodyPr>
              <a:lstStyle/>
              <a:p>
                <a:r>
                  <a:rPr lang="en-US" sz="1600" dirty="0">
                    <a:solidFill>
                      <a:schemeClr val="bg1"/>
                    </a:solidFill>
                    <a:latin typeface="Segoe UI" panose="020B0502040204020203" pitchFamily="34" charset="0"/>
                    <a:cs typeface="Segoe UI" panose="020B0502040204020203" pitchFamily="34" charset="0"/>
                  </a:rPr>
                  <a:t>Average call duration</a:t>
                </a:r>
              </a:p>
            </p:txBody>
          </p:sp>
        </p:grpSp>
        <p:grpSp>
          <p:nvGrpSpPr>
            <p:cNvPr id="13" name="Group 12">
              <a:extLst>
                <a:ext uri="{FF2B5EF4-FFF2-40B4-BE49-F238E27FC236}">
                  <a16:creationId xmlns:a16="http://schemas.microsoft.com/office/drawing/2014/main" id="{DFB86711-61B6-4E9F-94FC-7E4E4C2AFDBB}"/>
                </a:ext>
              </a:extLst>
            </p:cNvPr>
            <p:cNvGrpSpPr/>
            <p:nvPr/>
          </p:nvGrpSpPr>
          <p:grpSpPr>
            <a:xfrm>
              <a:off x="4721542" y="2742223"/>
              <a:ext cx="2998053" cy="246221"/>
              <a:chOff x="4721542" y="2734320"/>
              <a:chExt cx="2998053" cy="246221"/>
            </a:xfrm>
          </p:grpSpPr>
          <p:grpSp>
            <p:nvGrpSpPr>
              <p:cNvPr id="8" name="Group 7">
                <a:extLst>
                  <a:ext uri="{FF2B5EF4-FFF2-40B4-BE49-F238E27FC236}">
                    <a16:creationId xmlns:a16="http://schemas.microsoft.com/office/drawing/2014/main" id="{4AF81162-F8E5-4429-8E39-AF70CBB53233}"/>
                  </a:ext>
                </a:extLst>
              </p:cNvPr>
              <p:cNvGrpSpPr/>
              <p:nvPr/>
            </p:nvGrpSpPr>
            <p:grpSpPr>
              <a:xfrm>
                <a:off x="5298431" y="2813132"/>
                <a:ext cx="2421164" cy="88596"/>
                <a:chOff x="4674462" y="2940354"/>
                <a:chExt cx="3045133" cy="81030"/>
              </a:xfrm>
            </p:grpSpPr>
            <p:sp>
              <p:nvSpPr>
                <p:cNvPr id="7" name="Rectangle: Rounded Corners 6">
                  <a:extLst>
                    <a:ext uri="{FF2B5EF4-FFF2-40B4-BE49-F238E27FC236}">
                      <a16:creationId xmlns:a16="http://schemas.microsoft.com/office/drawing/2014/main" id="{946F7D42-7783-4AA6-ADD6-AB6D2DF05CAF}"/>
                    </a:ext>
                  </a:extLst>
                </p:cNvPr>
                <p:cNvSpPr/>
                <p:nvPr/>
              </p:nvSpPr>
              <p:spPr>
                <a:xfrm>
                  <a:off x="4674462" y="2940367"/>
                  <a:ext cx="3045133" cy="81017"/>
                </a:xfrm>
                <a:prstGeom prst="roundRect">
                  <a:avLst>
                    <a:gd name="adj" fmla="val 50000"/>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Rounded Corners 70">
                  <a:extLst>
                    <a:ext uri="{FF2B5EF4-FFF2-40B4-BE49-F238E27FC236}">
                      <a16:creationId xmlns:a16="http://schemas.microsoft.com/office/drawing/2014/main" id="{0A78528F-E9CB-4B99-BD4F-A6AE016C76C8}"/>
                    </a:ext>
                  </a:extLst>
                </p:cNvPr>
                <p:cNvSpPr/>
                <p:nvPr/>
              </p:nvSpPr>
              <p:spPr>
                <a:xfrm>
                  <a:off x="4674463" y="2940354"/>
                  <a:ext cx="1834287" cy="81017"/>
                </a:xfrm>
                <a:prstGeom prst="roundRect">
                  <a:avLst>
                    <a:gd name="adj" fmla="val 50000"/>
                  </a:avLst>
                </a:prstGeom>
                <a:solidFill>
                  <a:schemeClr val="bg1">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3" name="Rectangle 72">
                <a:extLst>
                  <a:ext uri="{FF2B5EF4-FFF2-40B4-BE49-F238E27FC236}">
                    <a16:creationId xmlns:a16="http://schemas.microsoft.com/office/drawing/2014/main" id="{CBE1CF42-34AD-45F7-9BB7-06D7FDE081B7}"/>
                  </a:ext>
                </a:extLst>
              </p:cNvPr>
              <p:cNvSpPr/>
              <p:nvPr/>
            </p:nvSpPr>
            <p:spPr>
              <a:xfrm>
                <a:off x="4721542" y="2734320"/>
                <a:ext cx="446424" cy="246221"/>
              </a:xfrm>
              <a:prstGeom prst="rect">
                <a:avLst/>
              </a:prstGeom>
            </p:spPr>
            <p:txBody>
              <a:bodyPr wrap="square" lIns="0" tIns="0" rIns="0" bIns="0">
                <a:spAutoFit/>
              </a:bodyPr>
              <a:lstStyle/>
              <a:p>
                <a:r>
                  <a:rPr lang="en-US" sz="1600" i="1" dirty="0">
                    <a:solidFill>
                      <a:schemeClr val="bg1"/>
                    </a:solidFill>
                    <a:latin typeface="+mj-lt"/>
                    <a:cs typeface="Segoe UI" panose="020B0502040204020203" pitchFamily="34" charset="0"/>
                  </a:rPr>
                  <a:t>54%</a:t>
                </a:r>
              </a:p>
            </p:txBody>
          </p:sp>
        </p:grpSp>
        <p:grpSp>
          <p:nvGrpSpPr>
            <p:cNvPr id="11" name="Group 10">
              <a:extLst>
                <a:ext uri="{FF2B5EF4-FFF2-40B4-BE49-F238E27FC236}">
                  <a16:creationId xmlns:a16="http://schemas.microsoft.com/office/drawing/2014/main" id="{02F17230-3C6B-4C60-8575-90C979038AC0}"/>
                </a:ext>
              </a:extLst>
            </p:cNvPr>
            <p:cNvGrpSpPr/>
            <p:nvPr/>
          </p:nvGrpSpPr>
          <p:grpSpPr>
            <a:xfrm>
              <a:off x="4721542" y="3730321"/>
              <a:ext cx="2998053" cy="246221"/>
              <a:chOff x="4721542" y="3848257"/>
              <a:chExt cx="2998053" cy="246221"/>
            </a:xfrm>
          </p:grpSpPr>
          <p:grpSp>
            <p:nvGrpSpPr>
              <p:cNvPr id="78" name="Group 77">
                <a:extLst>
                  <a:ext uri="{FF2B5EF4-FFF2-40B4-BE49-F238E27FC236}">
                    <a16:creationId xmlns:a16="http://schemas.microsoft.com/office/drawing/2014/main" id="{19E0996D-AF4A-4FFB-A88F-2FEE0A9EDCD2}"/>
                  </a:ext>
                </a:extLst>
              </p:cNvPr>
              <p:cNvGrpSpPr/>
              <p:nvPr/>
            </p:nvGrpSpPr>
            <p:grpSpPr>
              <a:xfrm>
                <a:off x="5298431" y="3927069"/>
                <a:ext cx="2421164" cy="88596"/>
                <a:chOff x="4674462" y="2940354"/>
                <a:chExt cx="3045133" cy="81030"/>
              </a:xfrm>
            </p:grpSpPr>
            <p:sp>
              <p:nvSpPr>
                <p:cNvPr id="79" name="Rectangle: Rounded Corners 78">
                  <a:extLst>
                    <a:ext uri="{FF2B5EF4-FFF2-40B4-BE49-F238E27FC236}">
                      <a16:creationId xmlns:a16="http://schemas.microsoft.com/office/drawing/2014/main" id="{214774FE-1FFD-4D64-8A37-76CB44EB021C}"/>
                    </a:ext>
                  </a:extLst>
                </p:cNvPr>
                <p:cNvSpPr/>
                <p:nvPr/>
              </p:nvSpPr>
              <p:spPr>
                <a:xfrm>
                  <a:off x="4674462" y="2940367"/>
                  <a:ext cx="3045133" cy="81017"/>
                </a:xfrm>
                <a:prstGeom prst="roundRect">
                  <a:avLst>
                    <a:gd name="adj" fmla="val 50000"/>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Rounded Corners 79">
                  <a:extLst>
                    <a:ext uri="{FF2B5EF4-FFF2-40B4-BE49-F238E27FC236}">
                      <a16:creationId xmlns:a16="http://schemas.microsoft.com/office/drawing/2014/main" id="{CCFD5BBD-3EB8-4D70-947E-F5AFBFF96EC0}"/>
                    </a:ext>
                  </a:extLst>
                </p:cNvPr>
                <p:cNvSpPr/>
                <p:nvPr/>
              </p:nvSpPr>
              <p:spPr>
                <a:xfrm>
                  <a:off x="4674465" y="2940354"/>
                  <a:ext cx="1569155" cy="81017"/>
                </a:xfrm>
                <a:prstGeom prst="roundRect">
                  <a:avLst>
                    <a:gd name="adj" fmla="val 50000"/>
                  </a:avLst>
                </a:prstGeom>
                <a:solidFill>
                  <a:schemeClr val="bg1">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2" name="Rectangle 81">
                <a:extLst>
                  <a:ext uri="{FF2B5EF4-FFF2-40B4-BE49-F238E27FC236}">
                    <a16:creationId xmlns:a16="http://schemas.microsoft.com/office/drawing/2014/main" id="{CC76473C-D689-4828-A3C2-DBFA64DB3596}"/>
                  </a:ext>
                </a:extLst>
              </p:cNvPr>
              <p:cNvSpPr/>
              <p:nvPr/>
            </p:nvSpPr>
            <p:spPr>
              <a:xfrm>
                <a:off x="4721542" y="3848257"/>
                <a:ext cx="446424" cy="246221"/>
              </a:xfrm>
              <a:prstGeom prst="rect">
                <a:avLst/>
              </a:prstGeom>
            </p:spPr>
            <p:txBody>
              <a:bodyPr wrap="square" lIns="0" tIns="0" rIns="0" bIns="0">
                <a:spAutoFit/>
              </a:bodyPr>
              <a:lstStyle/>
              <a:p>
                <a:r>
                  <a:rPr lang="en-US" sz="1600" b="1" i="1" dirty="0">
                    <a:solidFill>
                      <a:schemeClr val="bg1"/>
                    </a:solidFill>
                    <a:latin typeface="+mj-lt"/>
                    <a:cs typeface="Segoe UI" panose="020B0502040204020203" pitchFamily="34" charset="0"/>
                  </a:rPr>
                  <a:t>37%</a:t>
                </a:r>
              </a:p>
            </p:txBody>
          </p:sp>
        </p:grpSp>
        <p:grpSp>
          <p:nvGrpSpPr>
            <p:cNvPr id="10" name="Group 9">
              <a:extLst>
                <a:ext uri="{FF2B5EF4-FFF2-40B4-BE49-F238E27FC236}">
                  <a16:creationId xmlns:a16="http://schemas.microsoft.com/office/drawing/2014/main" id="{B604189C-E133-4D62-9D02-29130FCCC123}"/>
                </a:ext>
              </a:extLst>
            </p:cNvPr>
            <p:cNvGrpSpPr/>
            <p:nvPr/>
          </p:nvGrpSpPr>
          <p:grpSpPr>
            <a:xfrm>
              <a:off x="4721542" y="4718420"/>
              <a:ext cx="2998053" cy="246221"/>
              <a:chOff x="4721542" y="4753566"/>
              <a:chExt cx="2998053" cy="246221"/>
            </a:xfrm>
          </p:grpSpPr>
          <p:grpSp>
            <p:nvGrpSpPr>
              <p:cNvPr id="83" name="Group 82">
                <a:extLst>
                  <a:ext uri="{FF2B5EF4-FFF2-40B4-BE49-F238E27FC236}">
                    <a16:creationId xmlns:a16="http://schemas.microsoft.com/office/drawing/2014/main" id="{FBA54A74-91C7-4A8E-8256-29CECA65EBE5}"/>
                  </a:ext>
                </a:extLst>
              </p:cNvPr>
              <p:cNvGrpSpPr/>
              <p:nvPr/>
            </p:nvGrpSpPr>
            <p:grpSpPr>
              <a:xfrm>
                <a:off x="5298431" y="4832378"/>
                <a:ext cx="2421164" cy="88596"/>
                <a:chOff x="4674462" y="2940354"/>
                <a:chExt cx="3045133" cy="81030"/>
              </a:xfrm>
            </p:grpSpPr>
            <p:sp>
              <p:nvSpPr>
                <p:cNvPr id="84" name="Rectangle: Rounded Corners 83">
                  <a:extLst>
                    <a:ext uri="{FF2B5EF4-FFF2-40B4-BE49-F238E27FC236}">
                      <a16:creationId xmlns:a16="http://schemas.microsoft.com/office/drawing/2014/main" id="{BAF05105-E146-4A76-80BC-D132339D80CC}"/>
                    </a:ext>
                  </a:extLst>
                </p:cNvPr>
                <p:cNvSpPr/>
                <p:nvPr/>
              </p:nvSpPr>
              <p:spPr>
                <a:xfrm>
                  <a:off x="4674462" y="2940367"/>
                  <a:ext cx="3045133" cy="81017"/>
                </a:xfrm>
                <a:prstGeom prst="roundRect">
                  <a:avLst>
                    <a:gd name="adj" fmla="val 50000"/>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Rounded Corners 84">
                  <a:extLst>
                    <a:ext uri="{FF2B5EF4-FFF2-40B4-BE49-F238E27FC236}">
                      <a16:creationId xmlns:a16="http://schemas.microsoft.com/office/drawing/2014/main" id="{C85F8D48-F497-4FF4-86A4-A306F3F0ED91}"/>
                    </a:ext>
                  </a:extLst>
                </p:cNvPr>
                <p:cNvSpPr/>
                <p:nvPr/>
              </p:nvSpPr>
              <p:spPr>
                <a:xfrm>
                  <a:off x="4674463" y="2940354"/>
                  <a:ext cx="2392762" cy="81017"/>
                </a:xfrm>
                <a:prstGeom prst="roundRect">
                  <a:avLst>
                    <a:gd name="adj" fmla="val 50000"/>
                  </a:avLst>
                </a:prstGeom>
                <a:solidFill>
                  <a:schemeClr val="bg1">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6" name="Rectangle 85">
                <a:extLst>
                  <a:ext uri="{FF2B5EF4-FFF2-40B4-BE49-F238E27FC236}">
                    <a16:creationId xmlns:a16="http://schemas.microsoft.com/office/drawing/2014/main" id="{AC35B425-E17C-46A6-BC1C-89C34E2B336C}"/>
                  </a:ext>
                </a:extLst>
              </p:cNvPr>
              <p:cNvSpPr/>
              <p:nvPr/>
            </p:nvSpPr>
            <p:spPr>
              <a:xfrm>
                <a:off x="4721542" y="4753566"/>
                <a:ext cx="446424" cy="246221"/>
              </a:xfrm>
              <a:prstGeom prst="rect">
                <a:avLst/>
              </a:prstGeom>
            </p:spPr>
            <p:txBody>
              <a:bodyPr wrap="square" lIns="0" tIns="0" rIns="0" bIns="0">
                <a:spAutoFit/>
              </a:bodyPr>
              <a:lstStyle/>
              <a:p>
                <a:r>
                  <a:rPr lang="en-US" sz="1600" i="1" dirty="0">
                    <a:solidFill>
                      <a:schemeClr val="bg1"/>
                    </a:solidFill>
                    <a:latin typeface="+mj-lt"/>
                    <a:cs typeface="Segoe UI" panose="020B0502040204020203" pitchFamily="34" charset="0"/>
                  </a:rPr>
                  <a:t>35%</a:t>
                </a:r>
              </a:p>
            </p:txBody>
          </p:sp>
        </p:grpSp>
        <p:grpSp>
          <p:nvGrpSpPr>
            <p:cNvPr id="9" name="Group 8">
              <a:extLst>
                <a:ext uri="{FF2B5EF4-FFF2-40B4-BE49-F238E27FC236}">
                  <a16:creationId xmlns:a16="http://schemas.microsoft.com/office/drawing/2014/main" id="{66413DCC-904B-4563-90F1-A5A71C657368}"/>
                </a:ext>
              </a:extLst>
            </p:cNvPr>
            <p:cNvGrpSpPr/>
            <p:nvPr/>
          </p:nvGrpSpPr>
          <p:grpSpPr>
            <a:xfrm>
              <a:off x="4721542" y="5706518"/>
              <a:ext cx="2998053" cy="738664"/>
              <a:chOff x="4721542" y="5706518"/>
              <a:chExt cx="2998053" cy="738664"/>
            </a:xfrm>
          </p:grpSpPr>
          <p:grpSp>
            <p:nvGrpSpPr>
              <p:cNvPr id="87" name="Group 86">
                <a:extLst>
                  <a:ext uri="{FF2B5EF4-FFF2-40B4-BE49-F238E27FC236}">
                    <a16:creationId xmlns:a16="http://schemas.microsoft.com/office/drawing/2014/main" id="{C7ADDD0C-4947-4DFD-8604-1C7FC185D6F1}"/>
                  </a:ext>
                </a:extLst>
              </p:cNvPr>
              <p:cNvGrpSpPr/>
              <p:nvPr/>
            </p:nvGrpSpPr>
            <p:grpSpPr>
              <a:xfrm>
                <a:off x="5298431" y="5785330"/>
                <a:ext cx="2421164" cy="88596"/>
                <a:chOff x="4674462" y="2940354"/>
                <a:chExt cx="3045133" cy="81030"/>
              </a:xfrm>
            </p:grpSpPr>
            <p:sp>
              <p:nvSpPr>
                <p:cNvPr id="88" name="Rectangle: Rounded Corners 87">
                  <a:extLst>
                    <a:ext uri="{FF2B5EF4-FFF2-40B4-BE49-F238E27FC236}">
                      <a16:creationId xmlns:a16="http://schemas.microsoft.com/office/drawing/2014/main" id="{3EE0ED0C-1321-4AB3-B03A-B7AD85571E6C}"/>
                    </a:ext>
                  </a:extLst>
                </p:cNvPr>
                <p:cNvSpPr/>
                <p:nvPr/>
              </p:nvSpPr>
              <p:spPr>
                <a:xfrm>
                  <a:off x="4674462" y="2940367"/>
                  <a:ext cx="3045133" cy="81017"/>
                </a:xfrm>
                <a:prstGeom prst="roundRect">
                  <a:avLst>
                    <a:gd name="adj" fmla="val 50000"/>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Rounded Corners 88">
                  <a:extLst>
                    <a:ext uri="{FF2B5EF4-FFF2-40B4-BE49-F238E27FC236}">
                      <a16:creationId xmlns:a16="http://schemas.microsoft.com/office/drawing/2014/main" id="{4409F7EA-DE17-4C15-80F3-78361F8366BE}"/>
                    </a:ext>
                  </a:extLst>
                </p:cNvPr>
                <p:cNvSpPr/>
                <p:nvPr/>
              </p:nvSpPr>
              <p:spPr>
                <a:xfrm>
                  <a:off x="4674465" y="2940354"/>
                  <a:ext cx="949205" cy="81017"/>
                </a:xfrm>
                <a:prstGeom prst="roundRect">
                  <a:avLst>
                    <a:gd name="adj" fmla="val 50000"/>
                  </a:avLst>
                </a:prstGeom>
                <a:solidFill>
                  <a:schemeClr val="bg1">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0" name="Rectangle 89">
                <a:extLst>
                  <a:ext uri="{FF2B5EF4-FFF2-40B4-BE49-F238E27FC236}">
                    <a16:creationId xmlns:a16="http://schemas.microsoft.com/office/drawing/2014/main" id="{A101B8DB-BADB-4084-8CD6-6CEEA620099A}"/>
                  </a:ext>
                </a:extLst>
              </p:cNvPr>
              <p:cNvSpPr/>
              <p:nvPr/>
            </p:nvSpPr>
            <p:spPr>
              <a:xfrm>
                <a:off x="4721542" y="5706518"/>
                <a:ext cx="446424" cy="738664"/>
              </a:xfrm>
              <a:prstGeom prst="rect">
                <a:avLst/>
              </a:prstGeom>
            </p:spPr>
            <p:txBody>
              <a:bodyPr wrap="square" lIns="0" tIns="0" rIns="0" bIns="0">
                <a:spAutoFit/>
              </a:bodyPr>
              <a:lstStyle/>
              <a:p>
                <a:r>
                  <a:rPr lang="en-US" sz="1600" i="1" dirty="0">
                    <a:solidFill>
                      <a:schemeClr val="bg1"/>
                    </a:solidFill>
                    <a:latin typeface="+mj-lt"/>
                    <a:cs typeface="Segoe UI" panose="020B0502040204020203" pitchFamily="34" charset="0"/>
                  </a:rPr>
                  <a:t>119 sec</a:t>
                </a:r>
              </a:p>
              <a:p>
                <a:endParaRPr lang="en-US" sz="1600" i="1" dirty="0">
                  <a:solidFill>
                    <a:schemeClr val="bg1"/>
                  </a:solidFill>
                  <a:latin typeface="+mj-lt"/>
                  <a:cs typeface="Segoe UI" panose="020B0502040204020203" pitchFamily="34" charset="0"/>
                </a:endParaRPr>
              </a:p>
            </p:txBody>
          </p:sp>
        </p:grpSp>
      </p:grpSp>
      <p:grpSp>
        <p:nvGrpSpPr>
          <p:cNvPr id="93" name="Group 92">
            <a:extLst>
              <a:ext uri="{FF2B5EF4-FFF2-40B4-BE49-F238E27FC236}">
                <a16:creationId xmlns:a16="http://schemas.microsoft.com/office/drawing/2014/main" id="{294AEDC0-6B1D-4A3D-860D-83756CC387D3}"/>
              </a:ext>
              <a:ext uri="{C183D7F6-B498-43B3-948B-1728B52AA6E4}">
                <adec:decorative xmlns:adec="http://schemas.microsoft.com/office/drawing/2017/decorative" val="1"/>
              </a:ext>
            </a:extLst>
          </p:cNvPr>
          <p:cNvGrpSpPr/>
          <p:nvPr/>
        </p:nvGrpSpPr>
        <p:grpSpPr>
          <a:xfrm>
            <a:off x="8446733" y="1300476"/>
            <a:ext cx="3047138" cy="4487242"/>
            <a:chOff x="8462691" y="1300476"/>
            <a:chExt cx="3047138" cy="4487242"/>
          </a:xfrm>
        </p:grpSpPr>
        <p:sp>
          <p:nvSpPr>
            <p:cNvPr id="101" name="TextBox 100">
              <a:extLst>
                <a:ext uri="{FF2B5EF4-FFF2-40B4-BE49-F238E27FC236}">
                  <a16:creationId xmlns:a16="http://schemas.microsoft.com/office/drawing/2014/main" id="{CAECCF3F-B2FA-4F0A-96EE-B54207D66547}"/>
                </a:ext>
              </a:extLst>
            </p:cNvPr>
            <p:cNvSpPr txBox="1"/>
            <p:nvPr/>
          </p:nvSpPr>
          <p:spPr>
            <a:xfrm>
              <a:off x="8462691" y="1300476"/>
              <a:ext cx="3047138" cy="246221"/>
            </a:xfrm>
            <a:prstGeom prst="rect">
              <a:avLst/>
            </a:prstGeom>
            <a:noFill/>
          </p:spPr>
          <p:txBody>
            <a:bodyPr wrap="square" lIns="0" tIns="0" rIns="0" bIns="0" rtlCol="0">
              <a:spAutoFit/>
            </a:bodyPr>
            <a:lstStyle/>
            <a:p>
              <a:r>
                <a:rPr lang="en-US" sz="1600" b="1" dirty="0">
                  <a:solidFill>
                    <a:srgbClr val="002060"/>
                  </a:solidFill>
                  <a:latin typeface="Segoe UI" panose="020B0502040204020203" pitchFamily="34" charset="0"/>
                  <a:cs typeface="Segoe UI" panose="020B0502040204020203" pitchFamily="34" charset="0"/>
                </a:rPr>
                <a:t>DAILY ACTIVE USERS :</a:t>
              </a:r>
            </a:p>
          </p:txBody>
        </p:sp>
        <p:sp>
          <p:nvSpPr>
            <p:cNvPr id="103" name="Rectangle 102">
              <a:extLst>
                <a:ext uri="{FF2B5EF4-FFF2-40B4-BE49-F238E27FC236}">
                  <a16:creationId xmlns:a16="http://schemas.microsoft.com/office/drawing/2014/main" id="{CDAD2E5F-3DBB-47BA-B90E-DDB45972B6AF}"/>
                </a:ext>
              </a:extLst>
            </p:cNvPr>
            <p:cNvSpPr/>
            <p:nvPr/>
          </p:nvSpPr>
          <p:spPr>
            <a:xfrm>
              <a:off x="8475335" y="1725109"/>
              <a:ext cx="2975669" cy="738664"/>
            </a:xfrm>
            <a:prstGeom prst="rect">
              <a:avLst/>
            </a:prstGeom>
          </p:spPr>
          <p:txBody>
            <a:bodyPr wrap="square" lIns="0" tIns="0" rIns="0" bIns="0">
              <a:spAutoFit/>
            </a:bodyPr>
            <a:lstStyle/>
            <a:p>
              <a:r>
                <a:rPr lang="en-US" sz="1600" dirty="0">
                  <a:solidFill>
                    <a:srgbClr val="030553"/>
                  </a:solidFill>
                  <a:latin typeface="Segoe UI" panose="020B0502040204020203" pitchFamily="34" charset="0"/>
                  <a:cs typeface="Segoe UI" panose="020B0502040204020203" pitchFamily="34" charset="0"/>
                </a:rPr>
                <a:t>Date vs count of user.</a:t>
              </a:r>
            </a:p>
            <a:p>
              <a:r>
                <a:rPr lang="en-US" sz="1600" dirty="0">
                  <a:solidFill>
                    <a:srgbClr val="030553"/>
                  </a:solidFill>
                  <a:latin typeface="Segoe UI" panose="020B0502040204020203" pitchFamily="34" charset="0"/>
                  <a:cs typeface="Segoe UI" panose="020B0502040204020203" pitchFamily="34" charset="0"/>
                </a:rPr>
                <a:t>This will show the number of user at specific date.</a:t>
              </a:r>
            </a:p>
          </p:txBody>
        </p:sp>
        <p:sp>
          <p:nvSpPr>
            <p:cNvPr id="104" name="TextBox 103">
              <a:extLst>
                <a:ext uri="{FF2B5EF4-FFF2-40B4-BE49-F238E27FC236}">
                  <a16:creationId xmlns:a16="http://schemas.microsoft.com/office/drawing/2014/main" id="{36650A66-75C3-4933-AFC0-6AB58DFE89D9}"/>
                </a:ext>
              </a:extLst>
            </p:cNvPr>
            <p:cNvSpPr txBox="1"/>
            <p:nvPr/>
          </p:nvSpPr>
          <p:spPr>
            <a:xfrm>
              <a:off x="8462691" y="2899706"/>
              <a:ext cx="3047138" cy="246221"/>
            </a:xfrm>
            <a:prstGeom prst="rect">
              <a:avLst/>
            </a:prstGeom>
            <a:noFill/>
          </p:spPr>
          <p:txBody>
            <a:bodyPr wrap="square" lIns="0" tIns="0" rIns="0" bIns="0" rtlCol="0">
              <a:spAutoFit/>
            </a:bodyPr>
            <a:lstStyle/>
            <a:p>
              <a:r>
                <a:rPr lang="en-US" sz="1600" b="1" dirty="0">
                  <a:solidFill>
                    <a:srgbClr val="002060"/>
                  </a:solidFill>
                  <a:latin typeface="Segoe UI" panose="020B0502040204020203" pitchFamily="34" charset="0"/>
                  <a:cs typeface="Segoe UI" panose="020B0502040204020203" pitchFamily="34" charset="0"/>
                </a:rPr>
                <a:t>CHANGE IN CALL VOLUME :</a:t>
              </a:r>
            </a:p>
          </p:txBody>
        </p:sp>
        <p:sp>
          <p:nvSpPr>
            <p:cNvPr id="105" name="Rectangle 104">
              <a:extLst>
                <a:ext uri="{FF2B5EF4-FFF2-40B4-BE49-F238E27FC236}">
                  <a16:creationId xmlns:a16="http://schemas.microsoft.com/office/drawing/2014/main" id="{AD1F5E0B-9D11-43FF-9946-9B61EF9D6E88}"/>
                </a:ext>
              </a:extLst>
            </p:cNvPr>
            <p:cNvSpPr/>
            <p:nvPr/>
          </p:nvSpPr>
          <p:spPr>
            <a:xfrm>
              <a:off x="8490166" y="3302528"/>
              <a:ext cx="2975669" cy="984885"/>
            </a:xfrm>
            <a:prstGeom prst="rect">
              <a:avLst/>
            </a:prstGeom>
          </p:spPr>
          <p:txBody>
            <a:bodyPr wrap="square" lIns="0" tIns="0" rIns="0" bIns="0">
              <a:spAutoFit/>
            </a:bodyPr>
            <a:lstStyle/>
            <a:p>
              <a:r>
                <a:rPr lang="en-US" sz="1600" dirty="0">
                  <a:solidFill>
                    <a:srgbClr val="030553"/>
                  </a:solidFill>
                  <a:latin typeface="Segoe UI" panose="020B0502040204020203" pitchFamily="34" charset="0"/>
                  <a:cs typeface="Segoe UI" panose="020B0502040204020203" pitchFamily="34" charset="0"/>
                </a:rPr>
                <a:t>Call volume vs date.</a:t>
              </a:r>
            </a:p>
            <a:p>
              <a:r>
                <a:rPr lang="en-US" sz="1600" dirty="0">
                  <a:solidFill>
                    <a:srgbClr val="030553"/>
                  </a:solidFill>
                  <a:latin typeface="Segoe UI" panose="020B0502040204020203" pitchFamily="34" charset="0"/>
                  <a:cs typeface="Segoe UI" panose="020B0502040204020203" pitchFamily="34" charset="0"/>
                </a:rPr>
                <a:t>This metric will help us to know the change in average call volume day by day</a:t>
              </a:r>
            </a:p>
          </p:txBody>
        </p:sp>
        <p:sp>
          <p:nvSpPr>
            <p:cNvPr id="106" name="TextBox 105">
              <a:extLst>
                <a:ext uri="{FF2B5EF4-FFF2-40B4-BE49-F238E27FC236}">
                  <a16:creationId xmlns:a16="http://schemas.microsoft.com/office/drawing/2014/main" id="{2BACDD99-66AF-423B-B714-10B1BD09EBE4}"/>
                </a:ext>
              </a:extLst>
            </p:cNvPr>
            <p:cNvSpPr txBox="1"/>
            <p:nvPr/>
          </p:nvSpPr>
          <p:spPr>
            <a:xfrm>
              <a:off x="8462691" y="4638831"/>
              <a:ext cx="3047138" cy="246221"/>
            </a:xfrm>
            <a:prstGeom prst="rect">
              <a:avLst/>
            </a:prstGeom>
            <a:noFill/>
          </p:spPr>
          <p:txBody>
            <a:bodyPr wrap="square" lIns="0" tIns="0" rIns="0" bIns="0" rtlCol="0">
              <a:spAutoFit/>
            </a:bodyPr>
            <a:lstStyle/>
            <a:p>
              <a:r>
                <a:rPr lang="en-US" sz="1600" b="1" dirty="0">
                  <a:solidFill>
                    <a:srgbClr val="002060"/>
                  </a:solidFill>
                  <a:latin typeface="Segoe UI" panose="020B0502040204020203" pitchFamily="34" charset="0"/>
                  <a:cs typeface="Segoe UI" panose="020B0502040204020203" pitchFamily="34" charset="0"/>
                </a:rPr>
                <a:t>SATISFACTION SCORE :</a:t>
              </a:r>
            </a:p>
          </p:txBody>
        </p:sp>
        <p:sp>
          <p:nvSpPr>
            <p:cNvPr id="107" name="Rectangle 106">
              <a:extLst>
                <a:ext uri="{FF2B5EF4-FFF2-40B4-BE49-F238E27FC236}">
                  <a16:creationId xmlns:a16="http://schemas.microsoft.com/office/drawing/2014/main" id="{D6D9691D-4606-4981-97A5-3BEAC7F0804E}"/>
                </a:ext>
              </a:extLst>
            </p:cNvPr>
            <p:cNvSpPr/>
            <p:nvPr/>
          </p:nvSpPr>
          <p:spPr>
            <a:xfrm>
              <a:off x="8462691" y="5049054"/>
              <a:ext cx="2975669" cy="738664"/>
            </a:xfrm>
            <a:prstGeom prst="rect">
              <a:avLst/>
            </a:prstGeom>
          </p:spPr>
          <p:txBody>
            <a:bodyPr wrap="square" lIns="0" tIns="0" rIns="0" bIns="0">
              <a:spAutoFit/>
            </a:bodyPr>
            <a:lstStyle/>
            <a:p>
              <a:r>
                <a:rPr lang="en-US" sz="1600" dirty="0">
                  <a:solidFill>
                    <a:srgbClr val="030553"/>
                  </a:solidFill>
                  <a:latin typeface="Segoe UI" panose="020B0502040204020203" pitchFamily="34" charset="0"/>
                  <a:cs typeface="Segoe UI" panose="020B0502040204020203" pitchFamily="34" charset="0"/>
                </a:rPr>
                <a:t>Rating vs count of users.</a:t>
              </a:r>
            </a:p>
            <a:p>
              <a:r>
                <a:rPr lang="en-US" sz="1600" dirty="0">
                  <a:solidFill>
                    <a:srgbClr val="030553"/>
                  </a:solidFill>
                  <a:latin typeface="Segoe UI" panose="020B0502040204020203" pitchFamily="34" charset="0"/>
                  <a:cs typeface="Segoe UI" panose="020B0502040204020203" pitchFamily="34" charset="0"/>
                </a:rPr>
                <a:t>This will help to know about the satisfaction of the users. </a:t>
              </a:r>
            </a:p>
          </p:txBody>
        </p:sp>
        <p:cxnSp>
          <p:nvCxnSpPr>
            <p:cNvPr id="72" name="Straight Connector 71">
              <a:extLst>
                <a:ext uri="{FF2B5EF4-FFF2-40B4-BE49-F238E27FC236}">
                  <a16:creationId xmlns:a16="http://schemas.microsoft.com/office/drawing/2014/main" id="{281FF210-334C-43FA-80C2-0E1E9F3F51C4}"/>
                </a:ext>
              </a:extLst>
            </p:cNvPr>
            <p:cNvCxnSpPr>
              <a:cxnSpLocks/>
            </p:cNvCxnSpPr>
            <p:nvPr/>
          </p:nvCxnSpPr>
          <p:spPr>
            <a:xfrm>
              <a:off x="8462691" y="4385043"/>
              <a:ext cx="299611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8F599308-2B51-4D9D-9F9B-2C2E81CA918F}"/>
                </a:ext>
              </a:extLst>
            </p:cNvPr>
            <p:cNvCxnSpPr>
              <a:cxnSpLocks/>
            </p:cNvCxnSpPr>
            <p:nvPr/>
          </p:nvCxnSpPr>
          <p:spPr>
            <a:xfrm>
              <a:off x="8462691" y="2651992"/>
              <a:ext cx="299611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60944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hidden="1">
            <a:extLst>
              <a:ext uri="{FF2B5EF4-FFF2-40B4-BE49-F238E27FC236}">
                <a16:creationId xmlns:a16="http://schemas.microsoft.com/office/drawing/2014/main" id="{6FF5F564-0C08-4A3C-8BAC-1FADF459417F}"/>
              </a:ext>
            </a:extLst>
          </p:cNvPr>
          <p:cNvSpPr>
            <a:spLocks noGrp="1"/>
          </p:cNvSpPr>
          <p:nvPr>
            <p:ph type="title"/>
          </p:nvPr>
        </p:nvSpPr>
        <p:spPr/>
        <p:txBody>
          <a:bodyPr/>
          <a:lstStyle/>
          <a:p>
            <a:r>
              <a:rPr lang="en-US" dirty="0"/>
              <a:t>Human resources slide 4</a:t>
            </a:r>
          </a:p>
        </p:txBody>
      </p:sp>
      <p:grpSp>
        <p:nvGrpSpPr>
          <p:cNvPr id="345" name="Group 344">
            <a:extLst>
              <a:ext uri="{FF2B5EF4-FFF2-40B4-BE49-F238E27FC236}">
                <a16:creationId xmlns:a16="http://schemas.microsoft.com/office/drawing/2014/main" id="{E6D6E19C-DE46-4402-8CBF-17BB95458532}"/>
              </a:ext>
              <a:ext uri="{C183D7F6-B498-43B3-948B-1728B52AA6E4}">
                <adec:decorative xmlns:adec="http://schemas.microsoft.com/office/drawing/2017/decorative" val="1"/>
              </a:ext>
            </a:extLst>
          </p:cNvPr>
          <p:cNvGrpSpPr/>
          <p:nvPr/>
        </p:nvGrpSpPr>
        <p:grpSpPr>
          <a:xfrm>
            <a:off x="3953987" y="537999"/>
            <a:ext cx="4284026" cy="517853"/>
            <a:chOff x="9379627" y="4410753"/>
            <a:chExt cx="2371352" cy="517853"/>
          </a:xfrm>
        </p:grpSpPr>
        <p:sp>
          <p:nvSpPr>
            <p:cNvPr id="346" name="TextBox 345">
              <a:extLst>
                <a:ext uri="{FF2B5EF4-FFF2-40B4-BE49-F238E27FC236}">
                  <a16:creationId xmlns:a16="http://schemas.microsoft.com/office/drawing/2014/main" id="{3DF722C9-361F-401E-AD34-54132A8436B3}"/>
                </a:ext>
              </a:extLst>
            </p:cNvPr>
            <p:cNvSpPr txBox="1"/>
            <p:nvPr/>
          </p:nvSpPr>
          <p:spPr>
            <a:xfrm>
              <a:off x="9379627" y="4410753"/>
              <a:ext cx="2371352" cy="369332"/>
            </a:xfrm>
            <a:prstGeom prst="rect">
              <a:avLst/>
            </a:prstGeom>
            <a:noFill/>
          </p:spPr>
          <p:txBody>
            <a:bodyPr wrap="square" lIns="0" tIns="0" rIns="0" bIns="0" rtlCol="0">
              <a:spAutoFit/>
            </a:bodyPr>
            <a:lstStyle/>
            <a:p>
              <a:pPr algn="ctr"/>
              <a:r>
                <a:rPr lang="en-US" sz="2400" b="1" dirty="0">
                  <a:solidFill>
                    <a:srgbClr val="002060"/>
                  </a:solidFill>
                  <a:latin typeface="Segoe UI" panose="020B0502040204020203" pitchFamily="34" charset="0"/>
                  <a:cs typeface="Segoe UI" panose="020B0502040204020203" pitchFamily="34" charset="0"/>
                </a:rPr>
                <a:t>METHODOLOGY :</a:t>
              </a:r>
              <a:r>
                <a:rPr lang="en-US" sz="1600" b="1" dirty="0">
                  <a:solidFill>
                    <a:srgbClr val="002060"/>
                  </a:solidFill>
                  <a:latin typeface="Segoe UI" panose="020B0502040204020203" pitchFamily="34" charset="0"/>
                  <a:cs typeface="Segoe UI" panose="020B0502040204020203" pitchFamily="34" charset="0"/>
                </a:rPr>
                <a:t>	</a:t>
              </a:r>
            </a:p>
          </p:txBody>
        </p:sp>
        <p:sp>
          <p:nvSpPr>
            <p:cNvPr id="347" name="Rectangle 346">
              <a:extLst>
                <a:ext uri="{FF2B5EF4-FFF2-40B4-BE49-F238E27FC236}">
                  <a16:creationId xmlns:a16="http://schemas.microsoft.com/office/drawing/2014/main" id="{49C08362-5A73-4AB7-8811-DC216428D42D}"/>
                </a:ext>
              </a:extLst>
            </p:cNvPr>
            <p:cNvSpPr/>
            <p:nvPr/>
          </p:nvSpPr>
          <p:spPr>
            <a:xfrm>
              <a:off x="9695998" y="4682385"/>
              <a:ext cx="1729394" cy="246221"/>
            </a:xfrm>
            <a:prstGeom prst="rect">
              <a:avLst/>
            </a:prstGeom>
          </p:spPr>
          <p:txBody>
            <a:bodyPr wrap="square" lIns="0" tIns="0" rIns="0" bIns="0">
              <a:spAutoFit/>
            </a:bodyPr>
            <a:lstStyle/>
            <a:p>
              <a:pPr algn="ctr"/>
              <a:endParaRPr lang="en-US" sz="1600" i="1" dirty="0">
                <a:solidFill>
                  <a:srgbClr val="002060"/>
                </a:solidFill>
                <a:latin typeface="+mj-lt"/>
                <a:cs typeface="Segoe UI" panose="020B0502040204020203" pitchFamily="34" charset="0"/>
              </a:endParaRPr>
            </a:p>
          </p:txBody>
        </p:sp>
      </p:grpSp>
      <p:grpSp>
        <p:nvGrpSpPr>
          <p:cNvPr id="45" name="Group 44">
            <a:extLst>
              <a:ext uri="{FF2B5EF4-FFF2-40B4-BE49-F238E27FC236}">
                <a16:creationId xmlns:a16="http://schemas.microsoft.com/office/drawing/2014/main" id="{99CDDA2C-6FA4-497B-A320-3ED782990E8C}"/>
              </a:ext>
              <a:ext uri="{C183D7F6-B498-43B3-948B-1728B52AA6E4}">
                <adec:decorative xmlns:adec="http://schemas.microsoft.com/office/drawing/2017/decorative" val="1"/>
              </a:ext>
            </a:extLst>
          </p:cNvPr>
          <p:cNvGrpSpPr/>
          <p:nvPr/>
        </p:nvGrpSpPr>
        <p:grpSpPr>
          <a:xfrm>
            <a:off x="1427303" y="2164807"/>
            <a:ext cx="1611428" cy="1293801"/>
            <a:chOff x="1427303" y="2203556"/>
            <a:chExt cx="1611428" cy="1293801"/>
          </a:xfrm>
        </p:grpSpPr>
        <p:sp>
          <p:nvSpPr>
            <p:cNvPr id="340" name="TextBox 339">
              <a:extLst>
                <a:ext uri="{FF2B5EF4-FFF2-40B4-BE49-F238E27FC236}">
                  <a16:creationId xmlns:a16="http://schemas.microsoft.com/office/drawing/2014/main" id="{246A1BD9-59BD-467C-9A84-D6A5E4382773}"/>
                </a:ext>
              </a:extLst>
            </p:cNvPr>
            <p:cNvSpPr txBox="1"/>
            <p:nvPr/>
          </p:nvSpPr>
          <p:spPr>
            <a:xfrm>
              <a:off x="1427303" y="2203556"/>
              <a:ext cx="1594605" cy="492443"/>
            </a:xfrm>
            <a:prstGeom prst="rect">
              <a:avLst/>
            </a:prstGeom>
            <a:noFill/>
          </p:spPr>
          <p:txBody>
            <a:bodyPr wrap="square" lIns="0" tIns="0" rIns="0" bIns="0" rtlCol="0">
              <a:spAutoFit/>
            </a:bodyPr>
            <a:lstStyle/>
            <a:p>
              <a:pPr algn="ctr"/>
              <a:r>
                <a:rPr lang="en-US" sz="1600" b="1" dirty="0">
                  <a:solidFill>
                    <a:srgbClr val="030553"/>
                  </a:solidFill>
                  <a:latin typeface="Segoe UI" panose="020B0502040204020203" pitchFamily="34" charset="0"/>
                  <a:cs typeface="Segoe UI" panose="020B0502040204020203" pitchFamily="34" charset="0"/>
                </a:rPr>
                <a:t>ANALYSIS OF DATA :</a:t>
              </a:r>
            </a:p>
          </p:txBody>
        </p:sp>
        <p:sp>
          <p:nvSpPr>
            <p:cNvPr id="341" name="Rectangle 340">
              <a:extLst>
                <a:ext uri="{FF2B5EF4-FFF2-40B4-BE49-F238E27FC236}">
                  <a16:creationId xmlns:a16="http://schemas.microsoft.com/office/drawing/2014/main" id="{594EDD4C-FB3C-4D67-A0E0-448BE5307678}"/>
                </a:ext>
              </a:extLst>
            </p:cNvPr>
            <p:cNvSpPr/>
            <p:nvPr/>
          </p:nvSpPr>
          <p:spPr>
            <a:xfrm>
              <a:off x="1444127" y="2851026"/>
              <a:ext cx="1594604" cy="646331"/>
            </a:xfrm>
            <a:prstGeom prst="rect">
              <a:avLst/>
            </a:prstGeom>
          </p:spPr>
          <p:txBody>
            <a:bodyPr wrap="square" lIns="0" tIns="0" rIns="0" bIns="0">
              <a:spAutoFit/>
            </a:bodyPr>
            <a:lstStyle/>
            <a:p>
              <a:pPr algn="ctr"/>
              <a:r>
                <a:rPr lang="en-US" sz="1400" dirty="0">
                  <a:solidFill>
                    <a:srgbClr val="030553"/>
                  </a:solidFill>
                  <a:latin typeface="Segoe UI" panose="020B0502040204020203" pitchFamily="34" charset="0"/>
                  <a:cs typeface="Segoe UI" panose="020B0502040204020203" pitchFamily="34" charset="0"/>
                </a:rPr>
                <a:t>Data is analyzed for KPI’s and other important metrics.</a:t>
              </a:r>
            </a:p>
          </p:txBody>
        </p:sp>
      </p:grpSp>
      <p:grpSp>
        <p:nvGrpSpPr>
          <p:cNvPr id="41" name="Group 40" descr="This image is an icon of three people interacting. ">
            <a:extLst>
              <a:ext uri="{FF2B5EF4-FFF2-40B4-BE49-F238E27FC236}">
                <a16:creationId xmlns:a16="http://schemas.microsoft.com/office/drawing/2014/main" id="{7095B44D-041E-4DC3-A3B8-C4DBA721F0CF}"/>
              </a:ext>
            </a:extLst>
          </p:cNvPr>
          <p:cNvGrpSpPr/>
          <p:nvPr/>
        </p:nvGrpSpPr>
        <p:grpSpPr>
          <a:xfrm>
            <a:off x="3489325" y="2143125"/>
            <a:ext cx="1397000" cy="1397000"/>
            <a:chOff x="3438525" y="2143125"/>
            <a:chExt cx="1397000" cy="1397000"/>
          </a:xfrm>
        </p:grpSpPr>
        <p:sp>
          <p:nvSpPr>
            <p:cNvPr id="33" name="Freeform 25">
              <a:extLst>
                <a:ext uri="{FF2B5EF4-FFF2-40B4-BE49-F238E27FC236}">
                  <a16:creationId xmlns:a16="http://schemas.microsoft.com/office/drawing/2014/main" id="{82A9CD09-E5BD-4051-A55B-752BE1EA490F}"/>
                </a:ext>
              </a:extLst>
            </p:cNvPr>
            <p:cNvSpPr>
              <a:spLocks/>
            </p:cNvSpPr>
            <p:nvPr/>
          </p:nvSpPr>
          <p:spPr bwMode="auto">
            <a:xfrm>
              <a:off x="3438525" y="2143125"/>
              <a:ext cx="1397000" cy="1397000"/>
            </a:xfrm>
            <a:custGeom>
              <a:avLst/>
              <a:gdLst>
                <a:gd name="T0" fmla="*/ 276 w 336"/>
                <a:gd name="T1" fmla="*/ 276 h 336"/>
                <a:gd name="T2" fmla="*/ 60 w 336"/>
                <a:gd name="T3" fmla="*/ 276 h 336"/>
                <a:gd name="T4" fmla="*/ 60 w 336"/>
                <a:gd name="T5" fmla="*/ 60 h 336"/>
                <a:gd name="T6" fmla="*/ 276 w 336"/>
                <a:gd name="T7" fmla="*/ 60 h 336"/>
                <a:gd name="T8" fmla="*/ 276 w 336"/>
                <a:gd name="T9" fmla="*/ 276 h 336"/>
              </a:gdLst>
              <a:ahLst/>
              <a:cxnLst>
                <a:cxn ang="0">
                  <a:pos x="T0" y="T1"/>
                </a:cxn>
                <a:cxn ang="0">
                  <a:pos x="T2" y="T3"/>
                </a:cxn>
                <a:cxn ang="0">
                  <a:pos x="T4" y="T5"/>
                </a:cxn>
                <a:cxn ang="0">
                  <a:pos x="T6" y="T7"/>
                </a:cxn>
                <a:cxn ang="0">
                  <a:pos x="T8" y="T9"/>
                </a:cxn>
              </a:cxnLst>
              <a:rect l="0" t="0" r="r" b="b"/>
              <a:pathLst>
                <a:path w="336" h="336">
                  <a:moveTo>
                    <a:pt x="276" y="276"/>
                  </a:moveTo>
                  <a:cubicBezTo>
                    <a:pt x="217" y="336"/>
                    <a:pt x="120" y="336"/>
                    <a:pt x="60" y="276"/>
                  </a:cubicBezTo>
                  <a:cubicBezTo>
                    <a:pt x="0" y="217"/>
                    <a:pt x="0" y="120"/>
                    <a:pt x="60" y="60"/>
                  </a:cubicBezTo>
                  <a:cubicBezTo>
                    <a:pt x="120" y="0"/>
                    <a:pt x="217" y="0"/>
                    <a:pt x="276" y="60"/>
                  </a:cubicBezTo>
                  <a:cubicBezTo>
                    <a:pt x="336" y="120"/>
                    <a:pt x="336" y="217"/>
                    <a:pt x="276" y="276"/>
                  </a:cubicBezTo>
                  <a:close/>
                </a:path>
              </a:pathLst>
            </a:custGeom>
            <a:gradFill>
              <a:gsLst>
                <a:gs pos="0">
                  <a:srgbClr val="7CEFD8"/>
                </a:gs>
                <a:gs pos="50000">
                  <a:srgbClr val="6672E4"/>
                </a:gs>
                <a:gs pos="100000">
                  <a:srgbClr val="882BE5"/>
                </a:gs>
              </a:gsLst>
              <a:lin ang="78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nvGrpSpPr>
            <p:cNvPr id="166" name="Group 165">
              <a:extLst>
                <a:ext uri="{FF2B5EF4-FFF2-40B4-BE49-F238E27FC236}">
                  <a16:creationId xmlns:a16="http://schemas.microsoft.com/office/drawing/2014/main" id="{F3A32F3A-3EA3-4F6F-905C-AE7E326402EF}"/>
                </a:ext>
              </a:extLst>
            </p:cNvPr>
            <p:cNvGrpSpPr/>
            <p:nvPr/>
          </p:nvGrpSpPr>
          <p:grpSpPr>
            <a:xfrm>
              <a:off x="3810316" y="2465099"/>
              <a:ext cx="613094" cy="674403"/>
              <a:chOff x="3398838" y="2895601"/>
              <a:chExt cx="346075" cy="346075"/>
            </a:xfrm>
          </p:grpSpPr>
          <p:sp>
            <p:nvSpPr>
              <p:cNvPr id="167" name="Freeform 49">
                <a:extLst>
                  <a:ext uri="{FF2B5EF4-FFF2-40B4-BE49-F238E27FC236}">
                    <a16:creationId xmlns:a16="http://schemas.microsoft.com/office/drawing/2014/main" id="{740B54FD-C512-4C4B-90F2-B8FE96027793}"/>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68" name="Freeform 50">
                <a:extLst>
                  <a:ext uri="{FF2B5EF4-FFF2-40B4-BE49-F238E27FC236}">
                    <a16:creationId xmlns:a16="http://schemas.microsoft.com/office/drawing/2014/main" id="{4FDC5A8D-821C-42CD-8C45-FB309BF76A4B}"/>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69" name="Oval 51">
                <a:extLst>
                  <a:ext uri="{FF2B5EF4-FFF2-40B4-BE49-F238E27FC236}">
                    <a16:creationId xmlns:a16="http://schemas.microsoft.com/office/drawing/2014/main" id="{627888DD-F7D4-4895-B336-F188BAF1D77E}"/>
                  </a:ext>
                </a:extLst>
              </p:cNvPr>
              <p:cNvSpPr>
                <a:spLocks noChangeArrowheads="1"/>
              </p:cNvSpPr>
              <p:nvPr/>
            </p:nvSpPr>
            <p:spPr bwMode="auto">
              <a:xfrm>
                <a:off x="3429001" y="2895601"/>
                <a:ext cx="90488" cy="96838"/>
              </a:xfrm>
              <a:prstGeom prst="ellipse">
                <a:avLst/>
              </a:pr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0" name="Freeform 52">
                <a:extLst>
                  <a:ext uri="{FF2B5EF4-FFF2-40B4-BE49-F238E27FC236}">
                    <a16:creationId xmlns:a16="http://schemas.microsoft.com/office/drawing/2014/main" id="{21C53BAF-A1BD-4D9D-8C56-C5A5E2964569}"/>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1" name="Freeform 53">
                <a:extLst>
                  <a:ext uri="{FF2B5EF4-FFF2-40B4-BE49-F238E27FC236}">
                    <a16:creationId xmlns:a16="http://schemas.microsoft.com/office/drawing/2014/main" id="{B30A39F9-E915-4B71-94A4-3436CE4B9810}"/>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2" name="Freeform 54">
                <a:extLst>
                  <a:ext uri="{FF2B5EF4-FFF2-40B4-BE49-F238E27FC236}">
                    <a16:creationId xmlns:a16="http://schemas.microsoft.com/office/drawing/2014/main" id="{92A91763-2FE9-4F49-81B3-F46A31888210}"/>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3" name="Oval 55">
                <a:extLst>
                  <a:ext uri="{FF2B5EF4-FFF2-40B4-BE49-F238E27FC236}">
                    <a16:creationId xmlns:a16="http://schemas.microsoft.com/office/drawing/2014/main" id="{5D56157D-44A4-414B-A115-780567411345}"/>
                  </a:ext>
                </a:extLst>
              </p:cNvPr>
              <p:cNvSpPr>
                <a:spLocks noChangeArrowheads="1"/>
              </p:cNvSpPr>
              <p:nvPr/>
            </p:nvSpPr>
            <p:spPr bwMode="auto">
              <a:xfrm>
                <a:off x="3624263" y="2895601"/>
                <a:ext cx="90488" cy="96838"/>
              </a:xfrm>
              <a:prstGeom prst="ellipse">
                <a:avLst/>
              </a:pr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4" name="Freeform 56">
                <a:extLst>
                  <a:ext uri="{FF2B5EF4-FFF2-40B4-BE49-F238E27FC236}">
                    <a16:creationId xmlns:a16="http://schemas.microsoft.com/office/drawing/2014/main" id="{62DA9A80-F152-45F5-94C2-BB31EDA3C093}"/>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5" name="Freeform 57">
                <a:extLst>
                  <a:ext uri="{FF2B5EF4-FFF2-40B4-BE49-F238E27FC236}">
                    <a16:creationId xmlns:a16="http://schemas.microsoft.com/office/drawing/2014/main" id="{003EFD2E-CF90-4AC0-BEC7-7BC68564812B}"/>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6" name="Freeform 58">
                <a:extLst>
                  <a:ext uri="{FF2B5EF4-FFF2-40B4-BE49-F238E27FC236}">
                    <a16:creationId xmlns:a16="http://schemas.microsoft.com/office/drawing/2014/main" id="{17D242C7-DED5-4760-974B-1C0C2CEDE00F}"/>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7" name="Oval 59">
                <a:extLst>
                  <a:ext uri="{FF2B5EF4-FFF2-40B4-BE49-F238E27FC236}">
                    <a16:creationId xmlns:a16="http://schemas.microsoft.com/office/drawing/2014/main" id="{4029ED17-8FD3-4AF2-A688-F0EE0CED0B1E}"/>
                  </a:ext>
                </a:extLst>
              </p:cNvPr>
              <p:cNvSpPr>
                <a:spLocks noChangeArrowheads="1"/>
              </p:cNvSpPr>
              <p:nvPr/>
            </p:nvSpPr>
            <p:spPr bwMode="auto">
              <a:xfrm>
                <a:off x="3527426" y="3090864"/>
                <a:ext cx="88900" cy="96838"/>
              </a:xfrm>
              <a:prstGeom prst="ellipse">
                <a:avLst/>
              </a:pr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8" name="Freeform 60">
                <a:extLst>
                  <a:ext uri="{FF2B5EF4-FFF2-40B4-BE49-F238E27FC236}">
                    <a16:creationId xmlns:a16="http://schemas.microsoft.com/office/drawing/2014/main" id="{635ABD1D-573A-4AEB-BA17-43168A9B888A}"/>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9" name="Line 61">
                <a:extLst>
                  <a:ext uri="{FF2B5EF4-FFF2-40B4-BE49-F238E27FC236}">
                    <a16:creationId xmlns:a16="http://schemas.microsoft.com/office/drawing/2014/main" id="{5DC54740-A0D8-4879-95BC-57FB1ACC3E3D}"/>
                  </a:ext>
                </a:extLst>
              </p:cNvPr>
              <p:cNvSpPr>
                <a:spLocks noChangeShapeType="1"/>
              </p:cNvSpPr>
              <p:nvPr/>
            </p:nvSpPr>
            <p:spPr bwMode="auto">
              <a:xfrm>
                <a:off x="3451226" y="3074989"/>
                <a:ext cx="38100" cy="38100"/>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80" name="Line 62">
                <a:extLst>
                  <a:ext uri="{FF2B5EF4-FFF2-40B4-BE49-F238E27FC236}">
                    <a16:creationId xmlns:a16="http://schemas.microsoft.com/office/drawing/2014/main" id="{E3DB3D49-FAF6-4080-AE40-81CF5899A3E2}"/>
                  </a:ext>
                </a:extLst>
              </p:cNvPr>
              <p:cNvSpPr>
                <a:spLocks noChangeShapeType="1"/>
              </p:cNvSpPr>
              <p:nvPr/>
            </p:nvSpPr>
            <p:spPr bwMode="auto">
              <a:xfrm flipH="1">
                <a:off x="3654426" y="3074989"/>
                <a:ext cx="38100" cy="38100"/>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39" name="Group 38" descr="This image is an icon of three people interacting. ">
            <a:extLst>
              <a:ext uri="{FF2B5EF4-FFF2-40B4-BE49-F238E27FC236}">
                <a16:creationId xmlns:a16="http://schemas.microsoft.com/office/drawing/2014/main" id="{D7F5E6C2-3449-4D64-AEF0-8F9AE58743E4}"/>
              </a:ext>
            </a:extLst>
          </p:cNvPr>
          <p:cNvGrpSpPr/>
          <p:nvPr/>
        </p:nvGrpSpPr>
        <p:grpSpPr>
          <a:xfrm>
            <a:off x="7305675" y="2143125"/>
            <a:ext cx="1397000" cy="1397000"/>
            <a:chOff x="7356475" y="2143125"/>
            <a:chExt cx="1397000" cy="1397000"/>
          </a:xfrm>
        </p:grpSpPr>
        <p:sp>
          <p:nvSpPr>
            <p:cNvPr id="35" name="Freeform 27">
              <a:extLst>
                <a:ext uri="{FF2B5EF4-FFF2-40B4-BE49-F238E27FC236}">
                  <a16:creationId xmlns:a16="http://schemas.microsoft.com/office/drawing/2014/main" id="{AAE4382C-A236-4EFC-A5CF-301D418C624F}"/>
                </a:ext>
              </a:extLst>
            </p:cNvPr>
            <p:cNvSpPr>
              <a:spLocks/>
            </p:cNvSpPr>
            <p:nvPr/>
          </p:nvSpPr>
          <p:spPr bwMode="auto">
            <a:xfrm>
              <a:off x="7356475" y="2143125"/>
              <a:ext cx="1397000" cy="1397000"/>
            </a:xfrm>
            <a:custGeom>
              <a:avLst/>
              <a:gdLst>
                <a:gd name="T0" fmla="*/ 60 w 336"/>
                <a:gd name="T1" fmla="*/ 276 h 336"/>
                <a:gd name="T2" fmla="*/ 60 w 336"/>
                <a:gd name="T3" fmla="*/ 60 h 336"/>
                <a:gd name="T4" fmla="*/ 276 w 336"/>
                <a:gd name="T5" fmla="*/ 60 h 336"/>
                <a:gd name="T6" fmla="*/ 276 w 336"/>
                <a:gd name="T7" fmla="*/ 276 h 336"/>
                <a:gd name="T8" fmla="*/ 60 w 336"/>
                <a:gd name="T9" fmla="*/ 276 h 336"/>
              </a:gdLst>
              <a:ahLst/>
              <a:cxnLst>
                <a:cxn ang="0">
                  <a:pos x="T0" y="T1"/>
                </a:cxn>
                <a:cxn ang="0">
                  <a:pos x="T2" y="T3"/>
                </a:cxn>
                <a:cxn ang="0">
                  <a:pos x="T4" y="T5"/>
                </a:cxn>
                <a:cxn ang="0">
                  <a:pos x="T6" y="T7"/>
                </a:cxn>
                <a:cxn ang="0">
                  <a:pos x="T8" y="T9"/>
                </a:cxn>
              </a:cxnLst>
              <a:rect l="0" t="0" r="r" b="b"/>
              <a:pathLst>
                <a:path w="336" h="336">
                  <a:moveTo>
                    <a:pt x="60" y="276"/>
                  </a:moveTo>
                  <a:cubicBezTo>
                    <a:pt x="0" y="217"/>
                    <a:pt x="0" y="120"/>
                    <a:pt x="60" y="60"/>
                  </a:cubicBezTo>
                  <a:cubicBezTo>
                    <a:pt x="120" y="0"/>
                    <a:pt x="217" y="0"/>
                    <a:pt x="276" y="60"/>
                  </a:cubicBezTo>
                  <a:cubicBezTo>
                    <a:pt x="336" y="120"/>
                    <a:pt x="336" y="217"/>
                    <a:pt x="276" y="276"/>
                  </a:cubicBezTo>
                  <a:cubicBezTo>
                    <a:pt x="217" y="336"/>
                    <a:pt x="120" y="336"/>
                    <a:pt x="60" y="276"/>
                  </a:cubicBezTo>
                  <a:close/>
                </a:path>
              </a:pathLst>
            </a:custGeom>
            <a:gradFill>
              <a:gsLst>
                <a:gs pos="0">
                  <a:srgbClr val="7CEFD8"/>
                </a:gs>
                <a:gs pos="50000">
                  <a:srgbClr val="6672E4"/>
                </a:gs>
                <a:gs pos="100000">
                  <a:srgbClr val="882BE5"/>
                </a:gs>
              </a:gsLst>
              <a:lin ang="78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nvGrpSpPr>
            <p:cNvPr id="213" name="Group 212">
              <a:extLst>
                <a:ext uri="{FF2B5EF4-FFF2-40B4-BE49-F238E27FC236}">
                  <a16:creationId xmlns:a16="http://schemas.microsoft.com/office/drawing/2014/main" id="{84CDD73D-3AA4-4625-B9F5-1852145FC880}"/>
                </a:ext>
              </a:extLst>
            </p:cNvPr>
            <p:cNvGrpSpPr/>
            <p:nvPr/>
          </p:nvGrpSpPr>
          <p:grpSpPr>
            <a:xfrm>
              <a:off x="7748428" y="2465099"/>
              <a:ext cx="613094" cy="674403"/>
              <a:chOff x="3398838" y="2895601"/>
              <a:chExt cx="346075" cy="346075"/>
            </a:xfrm>
          </p:grpSpPr>
          <p:sp>
            <p:nvSpPr>
              <p:cNvPr id="214" name="Freeform 49">
                <a:extLst>
                  <a:ext uri="{FF2B5EF4-FFF2-40B4-BE49-F238E27FC236}">
                    <a16:creationId xmlns:a16="http://schemas.microsoft.com/office/drawing/2014/main" id="{ABF2711F-75A7-4B4A-BF02-2652927EB6DB}"/>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15" name="Freeform 50">
                <a:extLst>
                  <a:ext uri="{FF2B5EF4-FFF2-40B4-BE49-F238E27FC236}">
                    <a16:creationId xmlns:a16="http://schemas.microsoft.com/office/drawing/2014/main" id="{82DE05A5-FAEC-4B16-BF1A-19901B942D35}"/>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16" name="Oval 51">
                <a:extLst>
                  <a:ext uri="{FF2B5EF4-FFF2-40B4-BE49-F238E27FC236}">
                    <a16:creationId xmlns:a16="http://schemas.microsoft.com/office/drawing/2014/main" id="{0E0CD678-477B-451D-9104-A48469B3943C}"/>
                  </a:ext>
                </a:extLst>
              </p:cNvPr>
              <p:cNvSpPr>
                <a:spLocks noChangeArrowheads="1"/>
              </p:cNvSpPr>
              <p:nvPr/>
            </p:nvSpPr>
            <p:spPr bwMode="auto">
              <a:xfrm>
                <a:off x="3429001" y="2895601"/>
                <a:ext cx="90488" cy="96838"/>
              </a:xfrm>
              <a:prstGeom prst="ellipse">
                <a:avLst/>
              </a:pr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17" name="Freeform 52">
                <a:extLst>
                  <a:ext uri="{FF2B5EF4-FFF2-40B4-BE49-F238E27FC236}">
                    <a16:creationId xmlns:a16="http://schemas.microsoft.com/office/drawing/2014/main" id="{26FA0A70-D241-45F0-830E-0A67FE310BAF}"/>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18" name="Freeform 53">
                <a:extLst>
                  <a:ext uri="{FF2B5EF4-FFF2-40B4-BE49-F238E27FC236}">
                    <a16:creationId xmlns:a16="http://schemas.microsoft.com/office/drawing/2014/main" id="{A59E8B52-245F-4ACF-8281-9CF552059B59}"/>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19" name="Freeform 54">
                <a:extLst>
                  <a:ext uri="{FF2B5EF4-FFF2-40B4-BE49-F238E27FC236}">
                    <a16:creationId xmlns:a16="http://schemas.microsoft.com/office/drawing/2014/main" id="{899BF9CE-E77F-4F48-9450-66E3BECCB68B}"/>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20" name="Oval 55">
                <a:extLst>
                  <a:ext uri="{FF2B5EF4-FFF2-40B4-BE49-F238E27FC236}">
                    <a16:creationId xmlns:a16="http://schemas.microsoft.com/office/drawing/2014/main" id="{4BEF1ED3-5C78-40B2-8A93-4068B9D51806}"/>
                  </a:ext>
                </a:extLst>
              </p:cNvPr>
              <p:cNvSpPr>
                <a:spLocks noChangeArrowheads="1"/>
              </p:cNvSpPr>
              <p:nvPr/>
            </p:nvSpPr>
            <p:spPr bwMode="auto">
              <a:xfrm>
                <a:off x="3624263" y="2895601"/>
                <a:ext cx="90488" cy="96838"/>
              </a:xfrm>
              <a:prstGeom prst="ellipse">
                <a:avLst/>
              </a:pr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21" name="Freeform 56">
                <a:extLst>
                  <a:ext uri="{FF2B5EF4-FFF2-40B4-BE49-F238E27FC236}">
                    <a16:creationId xmlns:a16="http://schemas.microsoft.com/office/drawing/2014/main" id="{A2AAED8D-F9E0-4ECB-9AB3-CBBAFB83B1AF}"/>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22" name="Freeform 57">
                <a:extLst>
                  <a:ext uri="{FF2B5EF4-FFF2-40B4-BE49-F238E27FC236}">
                    <a16:creationId xmlns:a16="http://schemas.microsoft.com/office/drawing/2014/main" id="{6002DB15-DE43-4C77-9619-8D419321F2E7}"/>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23" name="Freeform 58">
                <a:extLst>
                  <a:ext uri="{FF2B5EF4-FFF2-40B4-BE49-F238E27FC236}">
                    <a16:creationId xmlns:a16="http://schemas.microsoft.com/office/drawing/2014/main" id="{96593802-B775-42A3-AF14-F045D7024BCC}"/>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24" name="Oval 59">
                <a:extLst>
                  <a:ext uri="{FF2B5EF4-FFF2-40B4-BE49-F238E27FC236}">
                    <a16:creationId xmlns:a16="http://schemas.microsoft.com/office/drawing/2014/main" id="{E9093A9B-C057-4965-9778-D32C3435BAC3}"/>
                  </a:ext>
                </a:extLst>
              </p:cNvPr>
              <p:cNvSpPr>
                <a:spLocks noChangeArrowheads="1"/>
              </p:cNvSpPr>
              <p:nvPr/>
            </p:nvSpPr>
            <p:spPr bwMode="auto">
              <a:xfrm>
                <a:off x="3527426" y="3090864"/>
                <a:ext cx="88900" cy="96838"/>
              </a:xfrm>
              <a:prstGeom prst="ellipse">
                <a:avLst/>
              </a:pr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25" name="Freeform 60">
                <a:extLst>
                  <a:ext uri="{FF2B5EF4-FFF2-40B4-BE49-F238E27FC236}">
                    <a16:creationId xmlns:a16="http://schemas.microsoft.com/office/drawing/2014/main" id="{25E38B6F-D336-4A2F-AB1E-5483A67114A8}"/>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26" name="Line 61">
                <a:extLst>
                  <a:ext uri="{FF2B5EF4-FFF2-40B4-BE49-F238E27FC236}">
                    <a16:creationId xmlns:a16="http://schemas.microsoft.com/office/drawing/2014/main" id="{C97F06C5-8609-4F4A-94C8-8D52F4857B8C}"/>
                  </a:ext>
                </a:extLst>
              </p:cNvPr>
              <p:cNvSpPr>
                <a:spLocks noChangeShapeType="1"/>
              </p:cNvSpPr>
              <p:nvPr/>
            </p:nvSpPr>
            <p:spPr bwMode="auto">
              <a:xfrm>
                <a:off x="3451226" y="3074989"/>
                <a:ext cx="38100" cy="38100"/>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27" name="Line 62">
                <a:extLst>
                  <a:ext uri="{FF2B5EF4-FFF2-40B4-BE49-F238E27FC236}">
                    <a16:creationId xmlns:a16="http://schemas.microsoft.com/office/drawing/2014/main" id="{7A7E2673-DEC0-43F1-9033-64A7A4DA55B2}"/>
                  </a:ext>
                </a:extLst>
              </p:cNvPr>
              <p:cNvSpPr>
                <a:spLocks noChangeShapeType="1"/>
              </p:cNvSpPr>
              <p:nvPr/>
            </p:nvSpPr>
            <p:spPr bwMode="auto">
              <a:xfrm flipH="1">
                <a:off x="3654426" y="3074989"/>
                <a:ext cx="38100" cy="38100"/>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336" name="Group 335">
            <a:extLst>
              <a:ext uri="{FF2B5EF4-FFF2-40B4-BE49-F238E27FC236}">
                <a16:creationId xmlns:a16="http://schemas.microsoft.com/office/drawing/2014/main" id="{28F9A76E-D468-407E-9575-CEACF4453F35}"/>
              </a:ext>
              <a:ext uri="{C183D7F6-B498-43B3-948B-1728B52AA6E4}">
                <adec:decorative xmlns:adec="http://schemas.microsoft.com/office/drawing/2017/decorative" val="1"/>
              </a:ext>
            </a:extLst>
          </p:cNvPr>
          <p:cNvGrpSpPr/>
          <p:nvPr/>
        </p:nvGrpSpPr>
        <p:grpSpPr>
          <a:xfrm>
            <a:off x="9050882" y="2203556"/>
            <a:ext cx="1642597" cy="986761"/>
            <a:chOff x="9648556" y="4157408"/>
            <a:chExt cx="1781444" cy="986761"/>
          </a:xfrm>
        </p:grpSpPr>
        <p:sp>
          <p:nvSpPr>
            <p:cNvPr id="337" name="TextBox 336">
              <a:extLst>
                <a:ext uri="{FF2B5EF4-FFF2-40B4-BE49-F238E27FC236}">
                  <a16:creationId xmlns:a16="http://schemas.microsoft.com/office/drawing/2014/main" id="{3380BC47-47FB-44F3-9E0B-80B83E426031}"/>
                </a:ext>
              </a:extLst>
            </p:cNvPr>
            <p:cNvSpPr txBox="1"/>
            <p:nvPr/>
          </p:nvSpPr>
          <p:spPr>
            <a:xfrm>
              <a:off x="9700605" y="4157408"/>
              <a:ext cx="1729395" cy="246221"/>
            </a:xfrm>
            <a:prstGeom prst="rect">
              <a:avLst/>
            </a:prstGeom>
            <a:noFill/>
          </p:spPr>
          <p:txBody>
            <a:bodyPr wrap="square" lIns="0" tIns="0" rIns="0" bIns="0" rtlCol="0">
              <a:spAutoFit/>
            </a:bodyPr>
            <a:lstStyle/>
            <a:p>
              <a:r>
                <a:rPr lang="en-US" sz="1600" b="1" dirty="0">
                  <a:solidFill>
                    <a:srgbClr val="002060"/>
                  </a:solidFill>
                  <a:latin typeface="Segoe UI" panose="020B0502040204020203" pitchFamily="34" charset="0"/>
                  <a:cs typeface="Segoe UI" panose="020B0502040204020203" pitchFamily="34" charset="0"/>
                </a:rPr>
                <a:t>DASHBOARD:</a:t>
              </a:r>
            </a:p>
          </p:txBody>
        </p:sp>
        <p:sp>
          <p:nvSpPr>
            <p:cNvPr id="338" name="Rectangle 337">
              <a:extLst>
                <a:ext uri="{FF2B5EF4-FFF2-40B4-BE49-F238E27FC236}">
                  <a16:creationId xmlns:a16="http://schemas.microsoft.com/office/drawing/2014/main" id="{9DE6A47E-C4CC-416D-9C28-3273394521C8}"/>
                </a:ext>
              </a:extLst>
            </p:cNvPr>
            <p:cNvSpPr/>
            <p:nvPr/>
          </p:nvSpPr>
          <p:spPr>
            <a:xfrm>
              <a:off x="9648556" y="4497838"/>
              <a:ext cx="1729394" cy="646331"/>
            </a:xfrm>
            <a:prstGeom prst="rect">
              <a:avLst/>
            </a:prstGeom>
          </p:spPr>
          <p:txBody>
            <a:bodyPr wrap="square" lIns="0" tIns="0" rIns="0" bIns="0">
              <a:spAutoFit/>
            </a:bodyPr>
            <a:lstStyle/>
            <a:p>
              <a:pPr algn="ctr"/>
              <a:r>
                <a:rPr lang="en-US" sz="1400" i="1" dirty="0">
                  <a:solidFill>
                    <a:srgbClr val="030553"/>
                  </a:solidFill>
                  <a:latin typeface="Segoe UI" panose="020B0502040204020203" pitchFamily="34" charset="0"/>
                  <a:cs typeface="Segoe UI" panose="020B0502040204020203" pitchFamily="34" charset="0"/>
                </a:rPr>
                <a:t>Whole data is summarized in the form of dashboard.</a:t>
              </a:r>
            </a:p>
          </p:txBody>
        </p:sp>
      </p:grpSp>
      <p:grpSp>
        <p:nvGrpSpPr>
          <p:cNvPr id="342" name="Group 341">
            <a:extLst>
              <a:ext uri="{FF2B5EF4-FFF2-40B4-BE49-F238E27FC236}">
                <a16:creationId xmlns:a16="http://schemas.microsoft.com/office/drawing/2014/main" id="{6ADA542D-B2D5-4962-8376-A598260BA8B9}"/>
              </a:ext>
              <a:ext uri="{C183D7F6-B498-43B3-948B-1728B52AA6E4}">
                <adec:decorative xmlns:adec="http://schemas.microsoft.com/office/drawing/2017/decorative" val="1"/>
              </a:ext>
            </a:extLst>
          </p:cNvPr>
          <p:cNvGrpSpPr/>
          <p:nvPr/>
        </p:nvGrpSpPr>
        <p:grpSpPr>
          <a:xfrm>
            <a:off x="790653" y="4157408"/>
            <a:ext cx="1607784" cy="1939911"/>
            <a:chOff x="9700605" y="4157408"/>
            <a:chExt cx="1743688" cy="1939911"/>
          </a:xfrm>
        </p:grpSpPr>
        <p:sp>
          <p:nvSpPr>
            <p:cNvPr id="343" name="TextBox 342">
              <a:extLst>
                <a:ext uri="{FF2B5EF4-FFF2-40B4-BE49-F238E27FC236}">
                  <a16:creationId xmlns:a16="http://schemas.microsoft.com/office/drawing/2014/main" id="{36571B2F-0463-48D1-8CC7-EA6BC8F3FB67}"/>
                </a:ext>
              </a:extLst>
            </p:cNvPr>
            <p:cNvSpPr txBox="1"/>
            <p:nvPr/>
          </p:nvSpPr>
          <p:spPr>
            <a:xfrm>
              <a:off x="9700605" y="4157408"/>
              <a:ext cx="1729395" cy="492443"/>
            </a:xfrm>
            <a:prstGeom prst="rect">
              <a:avLst/>
            </a:prstGeom>
            <a:noFill/>
          </p:spPr>
          <p:txBody>
            <a:bodyPr wrap="square" lIns="0" tIns="0" rIns="0" bIns="0" rtlCol="0">
              <a:spAutoFit/>
            </a:bodyPr>
            <a:lstStyle/>
            <a:p>
              <a:pPr algn="ctr"/>
              <a:r>
                <a:rPr lang="en-US" sz="1600" b="1" dirty="0">
                  <a:solidFill>
                    <a:srgbClr val="030553"/>
                  </a:solidFill>
                  <a:latin typeface="Segoe UI" panose="020B0502040204020203" pitchFamily="34" charset="0"/>
                  <a:cs typeface="Segoe UI" panose="020B0502040204020203" pitchFamily="34" charset="0"/>
                </a:rPr>
                <a:t> DATA CLEANING:</a:t>
              </a:r>
            </a:p>
          </p:txBody>
        </p:sp>
        <p:sp>
          <p:nvSpPr>
            <p:cNvPr id="344" name="Rectangle 343">
              <a:extLst>
                <a:ext uri="{FF2B5EF4-FFF2-40B4-BE49-F238E27FC236}">
                  <a16:creationId xmlns:a16="http://schemas.microsoft.com/office/drawing/2014/main" id="{2BA0C149-973C-4722-BF48-FF9DE9B8BC55}"/>
                </a:ext>
              </a:extLst>
            </p:cNvPr>
            <p:cNvSpPr/>
            <p:nvPr/>
          </p:nvSpPr>
          <p:spPr>
            <a:xfrm>
              <a:off x="9714899" y="4773880"/>
              <a:ext cx="1729394" cy="1323439"/>
            </a:xfrm>
            <a:prstGeom prst="rect">
              <a:avLst/>
            </a:prstGeom>
          </p:spPr>
          <p:txBody>
            <a:bodyPr wrap="square" lIns="0" tIns="0" rIns="0" bIns="0">
              <a:spAutoFit/>
            </a:bodyPr>
            <a:lstStyle/>
            <a:p>
              <a:pPr algn="ctr"/>
              <a:r>
                <a:rPr lang="en-US" sz="1400" dirty="0">
                  <a:solidFill>
                    <a:srgbClr val="030553"/>
                  </a:solidFill>
                  <a:latin typeface="Segoe UI" panose="020B0502040204020203" pitchFamily="34" charset="0"/>
                  <a:cs typeface="Segoe UI" panose="020B0502040204020203" pitchFamily="34" charset="0"/>
                </a:rPr>
                <a:t>The raw data is cleaned by different excel  functions. Missing values are been filled and formatting is done</a:t>
              </a:r>
              <a:r>
                <a:rPr lang="en-US" sz="1600" dirty="0">
                  <a:solidFill>
                    <a:srgbClr val="030553"/>
                  </a:solidFill>
                  <a:latin typeface="Segoe UI" panose="020B0502040204020203" pitchFamily="34" charset="0"/>
                  <a:cs typeface="Segoe UI" panose="020B0502040204020203" pitchFamily="34" charset="0"/>
                </a:rPr>
                <a:t>. </a:t>
              </a:r>
            </a:p>
          </p:txBody>
        </p:sp>
      </p:grpSp>
      <p:grpSp>
        <p:nvGrpSpPr>
          <p:cNvPr id="42" name="Group 41" descr="This image is an icon of three people and a globe. ">
            <a:extLst>
              <a:ext uri="{FF2B5EF4-FFF2-40B4-BE49-F238E27FC236}">
                <a16:creationId xmlns:a16="http://schemas.microsoft.com/office/drawing/2014/main" id="{0F9B9E83-7B40-4A58-B9B6-072ADD8AF2AD}"/>
              </a:ext>
            </a:extLst>
          </p:cNvPr>
          <p:cNvGrpSpPr/>
          <p:nvPr/>
        </p:nvGrpSpPr>
        <p:grpSpPr>
          <a:xfrm>
            <a:off x="2741612" y="4162425"/>
            <a:ext cx="1271588" cy="1273175"/>
            <a:chOff x="2690812" y="4162425"/>
            <a:chExt cx="1271588" cy="1273175"/>
          </a:xfrm>
        </p:grpSpPr>
        <p:sp>
          <p:nvSpPr>
            <p:cNvPr id="32" name="Oval 24">
              <a:extLst>
                <a:ext uri="{FF2B5EF4-FFF2-40B4-BE49-F238E27FC236}">
                  <a16:creationId xmlns:a16="http://schemas.microsoft.com/office/drawing/2014/main" id="{16A34343-0998-42BB-80E4-28FB10F8BF29}"/>
                </a:ext>
              </a:extLst>
            </p:cNvPr>
            <p:cNvSpPr>
              <a:spLocks noChangeArrowheads="1"/>
            </p:cNvSpPr>
            <p:nvPr/>
          </p:nvSpPr>
          <p:spPr bwMode="auto">
            <a:xfrm>
              <a:off x="2690812" y="4162425"/>
              <a:ext cx="1271588" cy="1273175"/>
            </a:xfrm>
            <a:prstGeom prst="ellipse">
              <a:avLst/>
            </a:prstGeom>
            <a:gradFill>
              <a:gsLst>
                <a:gs pos="0">
                  <a:srgbClr val="7CEFD8"/>
                </a:gs>
                <a:gs pos="50000">
                  <a:srgbClr val="6672E4"/>
                </a:gs>
                <a:gs pos="100000">
                  <a:srgbClr val="882BE5"/>
                </a:gs>
              </a:gsLst>
              <a:lin ang="78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nvGrpSpPr>
            <p:cNvPr id="191" name="Group 190">
              <a:extLst>
                <a:ext uri="{FF2B5EF4-FFF2-40B4-BE49-F238E27FC236}">
                  <a16:creationId xmlns:a16="http://schemas.microsoft.com/office/drawing/2014/main" id="{6EF0E095-962C-4FF0-89AE-50E91D8B01BD}"/>
                </a:ext>
              </a:extLst>
            </p:cNvPr>
            <p:cNvGrpSpPr/>
            <p:nvPr/>
          </p:nvGrpSpPr>
          <p:grpSpPr>
            <a:xfrm>
              <a:off x="3011359" y="4426329"/>
              <a:ext cx="610282" cy="674403"/>
              <a:chOff x="4841875" y="2895601"/>
              <a:chExt cx="344488" cy="346075"/>
            </a:xfrm>
          </p:grpSpPr>
          <p:sp>
            <p:nvSpPr>
              <p:cNvPr id="192" name="Freeform 258">
                <a:extLst>
                  <a:ext uri="{FF2B5EF4-FFF2-40B4-BE49-F238E27FC236}">
                    <a16:creationId xmlns:a16="http://schemas.microsoft.com/office/drawing/2014/main" id="{6406E6B6-1167-46C8-948E-C5EF17DA0E44}"/>
                  </a:ext>
                </a:extLst>
              </p:cNvPr>
              <p:cNvSpPr>
                <a:spLocks/>
              </p:cNvSpPr>
              <p:nvPr/>
            </p:nvSpPr>
            <p:spPr bwMode="auto">
              <a:xfrm>
                <a:off x="4916488" y="2895601"/>
                <a:ext cx="195263" cy="195263"/>
              </a:xfrm>
              <a:custGeom>
                <a:avLst/>
                <a:gdLst>
                  <a:gd name="T0" fmla="*/ 52 w 52"/>
                  <a:gd name="T1" fmla="*/ 26 h 52"/>
                  <a:gd name="T2" fmla="*/ 26 w 52"/>
                  <a:gd name="T3" fmla="*/ 52 h 52"/>
                  <a:gd name="T4" fmla="*/ 0 w 52"/>
                  <a:gd name="T5" fmla="*/ 25 h 52"/>
                  <a:gd name="T6" fmla="*/ 25 w 52"/>
                  <a:gd name="T7" fmla="*/ 0 h 52"/>
                  <a:gd name="T8" fmla="*/ 26 w 52"/>
                  <a:gd name="T9" fmla="*/ 0 h 52"/>
                  <a:gd name="T10" fmla="*/ 52 w 52"/>
                  <a:gd name="T11" fmla="*/ 26 h 52"/>
                </a:gdLst>
                <a:ahLst/>
                <a:cxnLst>
                  <a:cxn ang="0">
                    <a:pos x="T0" y="T1"/>
                  </a:cxn>
                  <a:cxn ang="0">
                    <a:pos x="T2" y="T3"/>
                  </a:cxn>
                  <a:cxn ang="0">
                    <a:pos x="T4" y="T5"/>
                  </a:cxn>
                  <a:cxn ang="0">
                    <a:pos x="T6" y="T7"/>
                  </a:cxn>
                  <a:cxn ang="0">
                    <a:pos x="T8" y="T9"/>
                  </a:cxn>
                  <a:cxn ang="0">
                    <a:pos x="T10" y="T11"/>
                  </a:cxn>
                </a:cxnLst>
                <a:rect l="0" t="0" r="r" b="b"/>
                <a:pathLst>
                  <a:path w="52" h="52">
                    <a:moveTo>
                      <a:pt x="52" y="26"/>
                    </a:moveTo>
                    <a:cubicBezTo>
                      <a:pt x="52" y="40"/>
                      <a:pt x="40" y="52"/>
                      <a:pt x="26" y="52"/>
                    </a:cubicBezTo>
                    <a:cubicBezTo>
                      <a:pt x="12" y="52"/>
                      <a:pt x="0" y="40"/>
                      <a:pt x="0" y="25"/>
                    </a:cubicBezTo>
                    <a:cubicBezTo>
                      <a:pt x="0" y="11"/>
                      <a:pt x="11" y="1"/>
                      <a:pt x="25" y="0"/>
                    </a:cubicBezTo>
                    <a:cubicBezTo>
                      <a:pt x="25" y="0"/>
                      <a:pt x="26" y="0"/>
                      <a:pt x="26" y="0"/>
                    </a:cubicBezTo>
                    <a:cubicBezTo>
                      <a:pt x="40" y="0"/>
                      <a:pt x="52" y="11"/>
                      <a:pt x="52" y="26"/>
                    </a:cubicBezTo>
                    <a:close/>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3" name="Freeform 259">
                <a:extLst>
                  <a:ext uri="{FF2B5EF4-FFF2-40B4-BE49-F238E27FC236}">
                    <a16:creationId xmlns:a16="http://schemas.microsoft.com/office/drawing/2014/main" id="{72ECCE91-FE4E-4D18-8094-A898EA086327}"/>
                  </a:ext>
                </a:extLst>
              </p:cNvPr>
              <p:cNvSpPr>
                <a:spLocks/>
              </p:cNvSpPr>
              <p:nvPr/>
            </p:nvSpPr>
            <p:spPr bwMode="auto">
              <a:xfrm>
                <a:off x="4957763" y="2895601"/>
                <a:ext cx="52388" cy="195263"/>
              </a:xfrm>
              <a:custGeom>
                <a:avLst/>
                <a:gdLst>
                  <a:gd name="T0" fmla="*/ 14 w 14"/>
                  <a:gd name="T1" fmla="*/ 0 h 52"/>
                  <a:gd name="T2" fmla="*/ 14 w 14"/>
                  <a:gd name="T3" fmla="*/ 52 h 52"/>
                </a:gdLst>
                <a:ahLst/>
                <a:cxnLst>
                  <a:cxn ang="0">
                    <a:pos x="T0" y="T1"/>
                  </a:cxn>
                  <a:cxn ang="0">
                    <a:pos x="T2" y="T3"/>
                  </a:cxn>
                </a:cxnLst>
                <a:rect l="0" t="0" r="r" b="b"/>
                <a:pathLst>
                  <a:path w="14" h="52">
                    <a:moveTo>
                      <a:pt x="14" y="0"/>
                    </a:moveTo>
                    <a:cubicBezTo>
                      <a:pt x="0" y="15"/>
                      <a:pt x="0" y="34"/>
                      <a:pt x="14" y="52"/>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4" name="Freeform 260">
                <a:extLst>
                  <a:ext uri="{FF2B5EF4-FFF2-40B4-BE49-F238E27FC236}">
                    <a16:creationId xmlns:a16="http://schemas.microsoft.com/office/drawing/2014/main" id="{3548F75A-EA11-4316-A1F6-0CAEB67876FF}"/>
                  </a:ext>
                </a:extLst>
              </p:cNvPr>
              <p:cNvSpPr>
                <a:spLocks/>
              </p:cNvSpPr>
              <p:nvPr/>
            </p:nvSpPr>
            <p:spPr bwMode="auto">
              <a:xfrm>
                <a:off x="5018088" y="2895601"/>
                <a:ext cx="52388" cy="195263"/>
              </a:xfrm>
              <a:custGeom>
                <a:avLst/>
                <a:gdLst>
                  <a:gd name="T0" fmla="*/ 0 w 14"/>
                  <a:gd name="T1" fmla="*/ 0 h 52"/>
                  <a:gd name="T2" fmla="*/ 0 w 14"/>
                  <a:gd name="T3" fmla="*/ 52 h 52"/>
                </a:gdLst>
                <a:ahLst/>
                <a:cxnLst>
                  <a:cxn ang="0">
                    <a:pos x="T0" y="T1"/>
                  </a:cxn>
                  <a:cxn ang="0">
                    <a:pos x="T2" y="T3"/>
                  </a:cxn>
                </a:cxnLst>
                <a:rect l="0" t="0" r="r" b="b"/>
                <a:pathLst>
                  <a:path w="14" h="52">
                    <a:moveTo>
                      <a:pt x="0" y="0"/>
                    </a:moveTo>
                    <a:cubicBezTo>
                      <a:pt x="14" y="15"/>
                      <a:pt x="14" y="34"/>
                      <a:pt x="0" y="52"/>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5" name="Line 261">
                <a:extLst>
                  <a:ext uri="{FF2B5EF4-FFF2-40B4-BE49-F238E27FC236}">
                    <a16:creationId xmlns:a16="http://schemas.microsoft.com/office/drawing/2014/main" id="{5124F4E9-141F-499A-8EEC-1241D51B25CD}"/>
                  </a:ext>
                </a:extLst>
              </p:cNvPr>
              <p:cNvSpPr>
                <a:spLocks noChangeShapeType="1"/>
              </p:cNvSpPr>
              <p:nvPr/>
            </p:nvSpPr>
            <p:spPr bwMode="auto">
              <a:xfrm>
                <a:off x="4932363" y="3044826"/>
                <a:ext cx="165100" cy="0"/>
              </a:xfrm>
              <a:prstGeom prst="line">
                <a:avLst/>
              </a:prstGeom>
              <a:noFill/>
              <a:ln w="14288"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6" name="Line 262">
                <a:extLst>
                  <a:ext uri="{FF2B5EF4-FFF2-40B4-BE49-F238E27FC236}">
                    <a16:creationId xmlns:a16="http://schemas.microsoft.com/office/drawing/2014/main" id="{F8299F61-1975-4EE9-BAB2-3CE9A446F738}"/>
                  </a:ext>
                </a:extLst>
              </p:cNvPr>
              <p:cNvSpPr>
                <a:spLocks noChangeShapeType="1"/>
              </p:cNvSpPr>
              <p:nvPr/>
            </p:nvSpPr>
            <p:spPr bwMode="auto">
              <a:xfrm>
                <a:off x="4932363" y="2940051"/>
                <a:ext cx="165100" cy="0"/>
              </a:xfrm>
              <a:prstGeom prst="line">
                <a:avLst/>
              </a:prstGeom>
              <a:noFill/>
              <a:ln w="14288"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7" name="Line 263">
                <a:extLst>
                  <a:ext uri="{FF2B5EF4-FFF2-40B4-BE49-F238E27FC236}">
                    <a16:creationId xmlns:a16="http://schemas.microsoft.com/office/drawing/2014/main" id="{21DCC590-EB7E-4BE9-BE74-8FD7163D4D78}"/>
                  </a:ext>
                </a:extLst>
              </p:cNvPr>
              <p:cNvSpPr>
                <a:spLocks noChangeShapeType="1"/>
              </p:cNvSpPr>
              <p:nvPr/>
            </p:nvSpPr>
            <p:spPr bwMode="auto">
              <a:xfrm>
                <a:off x="4916488" y="2992438"/>
                <a:ext cx="195263" cy="0"/>
              </a:xfrm>
              <a:prstGeom prst="line">
                <a:avLst/>
              </a:prstGeom>
              <a:noFill/>
              <a:ln w="14288"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8" name="Oval 264">
                <a:extLst>
                  <a:ext uri="{FF2B5EF4-FFF2-40B4-BE49-F238E27FC236}">
                    <a16:creationId xmlns:a16="http://schemas.microsoft.com/office/drawing/2014/main" id="{9DD4333D-6A4C-43A4-873D-73945A8A372F}"/>
                  </a:ext>
                </a:extLst>
              </p:cNvPr>
              <p:cNvSpPr>
                <a:spLocks noChangeArrowheads="1"/>
              </p:cNvSpPr>
              <p:nvPr/>
            </p:nvSpPr>
            <p:spPr bwMode="auto">
              <a:xfrm>
                <a:off x="4864100" y="3105151"/>
                <a:ext cx="74613" cy="76200"/>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9" name="Oval 265">
                <a:extLst>
                  <a:ext uri="{FF2B5EF4-FFF2-40B4-BE49-F238E27FC236}">
                    <a16:creationId xmlns:a16="http://schemas.microsoft.com/office/drawing/2014/main" id="{4BE9E84A-E911-4211-BBA2-3D0BE587575E}"/>
                  </a:ext>
                </a:extLst>
              </p:cNvPr>
              <p:cNvSpPr>
                <a:spLocks noChangeArrowheads="1"/>
              </p:cNvSpPr>
              <p:nvPr/>
            </p:nvSpPr>
            <p:spPr bwMode="auto">
              <a:xfrm>
                <a:off x="4976813" y="3105151"/>
                <a:ext cx="74613" cy="76200"/>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0" name="Oval 266">
                <a:extLst>
                  <a:ext uri="{FF2B5EF4-FFF2-40B4-BE49-F238E27FC236}">
                    <a16:creationId xmlns:a16="http://schemas.microsoft.com/office/drawing/2014/main" id="{0ECA1A96-AB7F-46A0-88B5-FCD88859225E}"/>
                  </a:ext>
                </a:extLst>
              </p:cNvPr>
              <p:cNvSpPr>
                <a:spLocks noChangeArrowheads="1"/>
              </p:cNvSpPr>
              <p:nvPr/>
            </p:nvSpPr>
            <p:spPr bwMode="auto">
              <a:xfrm>
                <a:off x="5089525" y="3105151"/>
                <a:ext cx="74613" cy="76200"/>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1" name="Freeform 267">
                <a:extLst>
                  <a:ext uri="{FF2B5EF4-FFF2-40B4-BE49-F238E27FC236}">
                    <a16:creationId xmlns:a16="http://schemas.microsoft.com/office/drawing/2014/main" id="{75E1735F-98B1-4E7B-BDDC-FE64527C3B9F}"/>
                  </a:ext>
                </a:extLst>
              </p:cNvPr>
              <p:cNvSpPr>
                <a:spLocks/>
              </p:cNvSpPr>
              <p:nvPr/>
            </p:nvSpPr>
            <p:spPr bwMode="auto">
              <a:xfrm>
                <a:off x="4841875" y="3181351"/>
                <a:ext cx="344488" cy="60325"/>
              </a:xfrm>
              <a:custGeom>
                <a:avLst/>
                <a:gdLst>
                  <a:gd name="T0" fmla="*/ 76 w 92"/>
                  <a:gd name="T1" fmla="*/ 0 h 16"/>
                  <a:gd name="T2" fmla="*/ 61 w 92"/>
                  <a:gd name="T3" fmla="*/ 11 h 16"/>
                  <a:gd name="T4" fmla="*/ 46 w 92"/>
                  <a:gd name="T5" fmla="*/ 0 h 16"/>
                  <a:gd name="T6" fmla="*/ 31 w 92"/>
                  <a:gd name="T7" fmla="*/ 11 h 16"/>
                  <a:gd name="T8" fmla="*/ 16 w 92"/>
                  <a:gd name="T9" fmla="*/ 0 h 16"/>
                  <a:gd name="T10" fmla="*/ 0 w 92"/>
                  <a:gd name="T11" fmla="*/ 16 h 16"/>
                  <a:gd name="T12" fmla="*/ 92 w 92"/>
                  <a:gd name="T13" fmla="*/ 16 h 16"/>
                  <a:gd name="T14" fmla="*/ 76 w 92"/>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16">
                    <a:moveTo>
                      <a:pt x="76" y="0"/>
                    </a:moveTo>
                    <a:cubicBezTo>
                      <a:pt x="69" y="0"/>
                      <a:pt x="63" y="4"/>
                      <a:pt x="61" y="11"/>
                    </a:cubicBezTo>
                    <a:cubicBezTo>
                      <a:pt x="59" y="4"/>
                      <a:pt x="53" y="0"/>
                      <a:pt x="46" y="0"/>
                    </a:cubicBezTo>
                    <a:cubicBezTo>
                      <a:pt x="39" y="0"/>
                      <a:pt x="33" y="4"/>
                      <a:pt x="31" y="11"/>
                    </a:cubicBezTo>
                    <a:cubicBezTo>
                      <a:pt x="29" y="4"/>
                      <a:pt x="23" y="0"/>
                      <a:pt x="16" y="0"/>
                    </a:cubicBezTo>
                    <a:cubicBezTo>
                      <a:pt x="7" y="0"/>
                      <a:pt x="0" y="8"/>
                      <a:pt x="0" y="16"/>
                    </a:cubicBezTo>
                    <a:cubicBezTo>
                      <a:pt x="92" y="16"/>
                      <a:pt x="92" y="16"/>
                      <a:pt x="92" y="16"/>
                    </a:cubicBezTo>
                    <a:cubicBezTo>
                      <a:pt x="92" y="8"/>
                      <a:pt x="85" y="0"/>
                      <a:pt x="76" y="0"/>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27" name="Group 26" descr="This image is of a man seen from the back. ">
            <a:extLst>
              <a:ext uri="{FF2B5EF4-FFF2-40B4-BE49-F238E27FC236}">
                <a16:creationId xmlns:a16="http://schemas.microsoft.com/office/drawing/2014/main" id="{ABC2A172-1C05-4D6F-B5FB-5CEBE6B7E962}"/>
              </a:ext>
            </a:extLst>
          </p:cNvPr>
          <p:cNvGrpSpPr/>
          <p:nvPr/>
        </p:nvGrpSpPr>
        <p:grpSpPr>
          <a:xfrm>
            <a:off x="4761706" y="3127375"/>
            <a:ext cx="2668588" cy="2679700"/>
            <a:chOff x="4832350" y="3127375"/>
            <a:chExt cx="2668588" cy="2679700"/>
          </a:xfrm>
        </p:grpSpPr>
        <p:sp>
          <p:nvSpPr>
            <p:cNvPr id="5" name="Freeform 5">
              <a:extLst>
                <a:ext uri="{FF2B5EF4-FFF2-40B4-BE49-F238E27FC236}">
                  <a16:creationId xmlns:a16="http://schemas.microsoft.com/office/drawing/2014/main" id="{A113113D-0844-4CD7-B171-8F00F9D68757}"/>
                </a:ext>
              </a:extLst>
            </p:cNvPr>
            <p:cNvSpPr>
              <a:spLocks/>
            </p:cNvSpPr>
            <p:nvPr/>
          </p:nvSpPr>
          <p:spPr bwMode="auto">
            <a:xfrm>
              <a:off x="6364288" y="3810000"/>
              <a:ext cx="1004888" cy="1736725"/>
            </a:xfrm>
            <a:custGeom>
              <a:avLst/>
              <a:gdLst>
                <a:gd name="T0" fmla="*/ 82 w 175"/>
                <a:gd name="T1" fmla="*/ 75 h 303"/>
                <a:gd name="T2" fmla="*/ 172 w 175"/>
                <a:gd name="T3" fmla="*/ 242 h 303"/>
                <a:gd name="T4" fmla="*/ 103 w 175"/>
                <a:gd name="T5" fmla="*/ 242 h 303"/>
                <a:gd name="T6" fmla="*/ 49 w 175"/>
                <a:gd name="T7" fmla="*/ 89 h 303"/>
                <a:gd name="T8" fmla="*/ 22 w 175"/>
                <a:gd name="T9" fmla="*/ 67 h 303"/>
                <a:gd name="T10" fmla="*/ 7 w 175"/>
                <a:gd name="T11" fmla="*/ 36 h 303"/>
                <a:gd name="T12" fmla="*/ 23 w 175"/>
                <a:gd name="T13" fmla="*/ 36 h 303"/>
                <a:gd name="T14" fmla="*/ 35 w 175"/>
                <a:gd name="T15" fmla="*/ 54 h 303"/>
                <a:gd name="T16" fmla="*/ 8 w 175"/>
                <a:gd name="T17" fmla="*/ 5 h 303"/>
                <a:gd name="T18" fmla="*/ 30 w 175"/>
                <a:gd name="T19" fmla="*/ 21 h 303"/>
                <a:gd name="T20" fmla="*/ 51 w 175"/>
                <a:gd name="T21" fmla="*/ 25 h 303"/>
                <a:gd name="T22" fmla="*/ 70 w 175"/>
                <a:gd name="T23" fmla="*/ 49 h 303"/>
                <a:gd name="T24" fmla="*/ 82 w 175"/>
                <a:gd name="T25" fmla="*/ 7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5" h="303">
                  <a:moveTo>
                    <a:pt x="82" y="75"/>
                  </a:moveTo>
                  <a:cubicBezTo>
                    <a:pt x="82" y="75"/>
                    <a:pt x="175" y="184"/>
                    <a:pt x="172" y="242"/>
                  </a:cubicBezTo>
                  <a:cubicBezTo>
                    <a:pt x="169" y="299"/>
                    <a:pt x="126" y="303"/>
                    <a:pt x="103" y="242"/>
                  </a:cubicBezTo>
                  <a:cubicBezTo>
                    <a:pt x="81" y="180"/>
                    <a:pt x="49" y="89"/>
                    <a:pt x="49" y="89"/>
                  </a:cubicBezTo>
                  <a:cubicBezTo>
                    <a:pt x="49" y="89"/>
                    <a:pt x="27" y="74"/>
                    <a:pt x="22" y="67"/>
                  </a:cubicBezTo>
                  <a:cubicBezTo>
                    <a:pt x="17" y="61"/>
                    <a:pt x="13" y="39"/>
                    <a:pt x="7" y="36"/>
                  </a:cubicBezTo>
                  <a:cubicBezTo>
                    <a:pt x="0" y="33"/>
                    <a:pt x="12" y="26"/>
                    <a:pt x="23" y="36"/>
                  </a:cubicBezTo>
                  <a:cubicBezTo>
                    <a:pt x="33" y="46"/>
                    <a:pt x="30" y="57"/>
                    <a:pt x="35" y="54"/>
                  </a:cubicBezTo>
                  <a:cubicBezTo>
                    <a:pt x="40" y="50"/>
                    <a:pt x="8" y="10"/>
                    <a:pt x="8" y="5"/>
                  </a:cubicBezTo>
                  <a:cubicBezTo>
                    <a:pt x="9" y="0"/>
                    <a:pt x="30" y="21"/>
                    <a:pt x="30" y="21"/>
                  </a:cubicBezTo>
                  <a:cubicBezTo>
                    <a:pt x="30" y="21"/>
                    <a:pt x="44" y="19"/>
                    <a:pt x="51" y="25"/>
                  </a:cubicBezTo>
                  <a:cubicBezTo>
                    <a:pt x="58" y="30"/>
                    <a:pt x="67" y="43"/>
                    <a:pt x="70" y="49"/>
                  </a:cubicBezTo>
                  <a:cubicBezTo>
                    <a:pt x="72" y="55"/>
                    <a:pt x="75" y="66"/>
                    <a:pt x="82" y="75"/>
                  </a:cubicBezTo>
                  <a:close/>
                </a:path>
              </a:pathLst>
            </a:custGeom>
            <a:solidFill>
              <a:srgbClr val="F8F3F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 name="AutoShape 3">
              <a:extLst>
                <a:ext uri="{FF2B5EF4-FFF2-40B4-BE49-F238E27FC236}">
                  <a16:creationId xmlns:a16="http://schemas.microsoft.com/office/drawing/2014/main" id="{CBAFF68D-D572-4371-A91E-AC6024B691FF}"/>
                </a:ext>
              </a:extLst>
            </p:cNvPr>
            <p:cNvSpPr>
              <a:spLocks noChangeAspect="1" noChangeArrowheads="1" noTextEdit="1"/>
            </p:cNvSpPr>
            <p:nvPr/>
          </p:nvSpPr>
          <p:spPr bwMode="auto">
            <a:xfrm>
              <a:off x="4905375" y="3141662"/>
              <a:ext cx="2479675"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a:extLst>
                <a:ext uri="{FF2B5EF4-FFF2-40B4-BE49-F238E27FC236}">
                  <a16:creationId xmlns:a16="http://schemas.microsoft.com/office/drawing/2014/main" id="{48C4C649-8470-4879-B490-47F99A11E63F}"/>
                </a:ext>
              </a:extLst>
            </p:cNvPr>
            <p:cNvSpPr>
              <a:spLocks/>
            </p:cNvSpPr>
            <p:nvPr/>
          </p:nvSpPr>
          <p:spPr bwMode="auto">
            <a:xfrm>
              <a:off x="6610350" y="4210050"/>
              <a:ext cx="752475" cy="1301750"/>
            </a:xfrm>
            <a:custGeom>
              <a:avLst/>
              <a:gdLst>
                <a:gd name="T0" fmla="*/ 36 w 131"/>
                <a:gd name="T1" fmla="*/ 0 h 227"/>
                <a:gd name="T2" fmla="*/ 0 w 131"/>
                <a:gd name="T3" fmla="*/ 22 h 227"/>
                <a:gd name="T4" fmla="*/ 94 w 131"/>
                <a:gd name="T5" fmla="*/ 215 h 227"/>
                <a:gd name="T6" fmla="*/ 130 w 131"/>
                <a:gd name="T7" fmla="*/ 168 h 227"/>
                <a:gd name="T8" fmla="*/ 36 w 131"/>
                <a:gd name="T9" fmla="*/ 0 h 227"/>
              </a:gdLst>
              <a:ahLst/>
              <a:cxnLst>
                <a:cxn ang="0">
                  <a:pos x="T0" y="T1"/>
                </a:cxn>
                <a:cxn ang="0">
                  <a:pos x="T2" y="T3"/>
                </a:cxn>
                <a:cxn ang="0">
                  <a:pos x="T4" y="T5"/>
                </a:cxn>
                <a:cxn ang="0">
                  <a:pos x="T6" y="T7"/>
                </a:cxn>
                <a:cxn ang="0">
                  <a:pos x="T8" y="T9"/>
                </a:cxn>
              </a:cxnLst>
              <a:rect l="0" t="0" r="r" b="b"/>
              <a:pathLst>
                <a:path w="131" h="227">
                  <a:moveTo>
                    <a:pt x="36" y="0"/>
                  </a:moveTo>
                  <a:cubicBezTo>
                    <a:pt x="36" y="0"/>
                    <a:pt x="5" y="19"/>
                    <a:pt x="0" y="22"/>
                  </a:cubicBezTo>
                  <a:cubicBezTo>
                    <a:pt x="0" y="22"/>
                    <a:pt x="64" y="203"/>
                    <a:pt x="94" y="215"/>
                  </a:cubicBezTo>
                  <a:cubicBezTo>
                    <a:pt x="124" y="227"/>
                    <a:pt x="131" y="194"/>
                    <a:pt x="130" y="168"/>
                  </a:cubicBezTo>
                  <a:cubicBezTo>
                    <a:pt x="129" y="138"/>
                    <a:pt x="99" y="55"/>
                    <a:pt x="36" y="0"/>
                  </a:cubicBezTo>
                  <a:close/>
                </a:path>
              </a:pathLst>
            </a:custGeom>
            <a:solidFill>
              <a:srgbClr val="E5E1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a:extLst>
                <a:ext uri="{FF2B5EF4-FFF2-40B4-BE49-F238E27FC236}">
                  <a16:creationId xmlns:a16="http://schemas.microsoft.com/office/drawing/2014/main" id="{A6D0BE20-D8F3-4E9A-9E7A-BC6FFF63D4D3}"/>
                </a:ext>
              </a:extLst>
            </p:cNvPr>
            <p:cNvSpPr>
              <a:spLocks/>
            </p:cNvSpPr>
            <p:nvPr/>
          </p:nvSpPr>
          <p:spPr bwMode="auto">
            <a:xfrm>
              <a:off x="4883150" y="5529263"/>
              <a:ext cx="2451100" cy="257175"/>
            </a:xfrm>
            <a:custGeom>
              <a:avLst/>
              <a:gdLst>
                <a:gd name="T0" fmla="*/ 1544 w 1544"/>
                <a:gd name="T1" fmla="*/ 162 h 162"/>
                <a:gd name="T2" fmla="*/ 0 w 1544"/>
                <a:gd name="T3" fmla="*/ 162 h 162"/>
                <a:gd name="T4" fmla="*/ 156 w 1544"/>
                <a:gd name="T5" fmla="*/ 0 h 162"/>
                <a:gd name="T6" fmla="*/ 1436 w 1544"/>
                <a:gd name="T7" fmla="*/ 0 h 162"/>
                <a:gd name="T8" fmla="*/ 1544 w 1544"/>
                <a:gd name="T9" fmla="*/ 162 h 162"/>
              </a:gdLst>
              <a:ahLst/>
              <a:cxnLst>
                <a:cxn ang="0">
                  <a:pos x="T0" y="T1"/>
                </a:cxn>
                <a:cxn ang="0">
                  <a:pos x="T2" y="T3"/>
                </a:cxn>
                <a:cxn ang="0">
                  <a:pos x="T4" y="T5"/>
                </a:cxn>
                <a:cxn ang="0">
                  <a:pos x="T6" y="T7"/>
                </a:cxn>
                <a:cxn ang="0">
                  <a:pos x="T8" y="T9"/>
                </a:cxn>
              </a:cxnLst>
              <a:rect l="0" t="0" r="r" b="b"/>
              <a:pathLst>
                <a:path w="1544" h="162">
                  <a:moveTo>
                    <a:pt x="1544" y="162"/>
                  </a:moveTo>
                  <a:lnTo>
                    <a:pt x="0" y="162"/>
                  </a:lnTo>
                  <a:lnTo>
                    <a:pt x="156" y="0"/>
                  </a:lnTo>
                  <a:lnTo>
                    <a:pt x="1436" y="0"/>
                  </a:lnTo>
                  <a:lnTo>
                    <a:pt x="1544" y="162"/>
                  </a:lnTo>
                  <a:close/>
                </a:path>
              </a:pathLst>
            </a:custGeom>
            <a:gradFill flip="none" rotWithShape="1">
              <a:gsLst>
                <a:gs pos="0">
                  <a:srgbClr val="6FC9E0"/>
                </a:gs>
                <a:gs pos="39000">
                  <a:srgbClr val="4BC3E2"/>
                </a:gs>
                <a:gs pos="85000">
                  <a:srgbClr val="030341"/>
                </a:gs>
              </a:gsLst>
              <a:path path="circle">
                <a:fillToRect l="50000" t="130000" r="50000" b="-30000"/>
              </a:path>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 name="Freeform 8">
              <a:extLst>
                <a:ext uri="{FF2B5EF4-FFF2-40B4-BE49-F238E27FC236}">
                  <a16:creationId xmlns:a16="http://schemas.microsoft.com/office/drawing/2014/main" id="{91E2CD51-2ACF-4F68-863C-840F1804E8B5}"/>
                </a:ext>
              </a:extLst>
            </p:cNvPr>
            <p:cNvSpPr>
              <a:spLocks/>
            </p:cNvSpPr>
            <p:nvPr/>
          </p:nvSpPr>
          <p:spPr bwMode="auto">
            <a:xfrm>
              <a:off x="5313363" y="4187825"/>
              <a:ext cx="1520825" cy="1598613"/>
            </a:xfrm>
            <a:custGeom>
              <a:avLst/>
              <a:gdLst>
                <a:gd name="T0" fmla="*/ 265 w 265"/>
                <a:gd name="T1" fmla="*/ 279 h 279"/>
                <a:gd name="T2" fmla="*/ 25 w 265"/>
                <a:gd name="T3" fmla="*/ 279 h 279"/>
                <a:gd name="T4" fmla="*/ 20 w 265"/>
                <a:gd name="T5" fmla="*/ 234 h 279"/>
                <a:gd name="T6" fmla="*/ 20 w 265"/>
                <a:gd name="T7" fmla="*/ 230 h 279"/>
                <a:gd name="T8" fmla="*/ 13 w 265"/>
                <a:gd name="T9" fmla="*/ 171 h 279"/>
                <a:gd name="T10" fmla="*/ 11 w 265"/>
                <a:gd name="T11" fmla="*/ 150 h 279"/>
                <a:gd name="T12" fmla="*/ 10 w 265"/>
                <a:gd name="T13" fmla="*/ 129 h 279"/>
                <a:gd name="T14" fmla="*/ 10 w 265"/>
                <a:gd name="T15" fmla="*/ 34 h 279"/>
                <a:gd name="T16" fmla="*/ 10 w 265"/>
                <a:gd name="T17" fmla="*/ 34 h 279"/>
                <a:gd name="T18" fmla="*/ 65 w 265"/>
                <a:gd name="T19" fmla="*/ 17 h 279"/>
                <a:gd name="T20" fmla="*/ 86 w 265"/>
                <a:gd name="T21" fmla="*/ 1 h 279"/>
                <a:gd name="T22" fmla="*/ 131 w 265"/>
                <a:gd name="T23" fmla="*/ 3 h 279"/>
                <a:gd name="T24" fmla="*/ 132 w 265"/>
                <a:gd name="T25" fmla="*/ 3 h 279"/>
                <a:gd name="T26" fmla="*/ 132 w 265"/>
                <a:gd name="T27" fmla="*/ 3 h 279"/>
                <a:gd name="T28" fmla="*/ 133 w 265"/>
                <a:gd name="T29" fmla="*/ 3 h 279"/>
                <a:gd name="T30" fmla="*/ 169 w 265"/>
                <a:gd name="T31" fmla="*/ 12 h 279"/>
                <a:gd name="T32" fmla="*/ 170 w 265"/>
                <a:gd name="T33" fmla="*/ 13 h 279"/>
                <a:gd name="T34" fmla="*/ 170 w 265"/>
                <a:gd name="T35" fmla="*/ 13 h 279"/>
                <a:gd name="T36" fmla="*/ 171 w 265"/>
                <a:gd name="T37" fmla="*/ 26 h 279"/>
                <a:gd name="T38" fmla="*/ 197 w 265"/>
                <a:gd name="T39" fmla="*/ 31 h 279"/>
                <a:gd name="T40" fmla="*/ 201 w 265"/>
                <a:gd name="T41" fmla="*/ 32 h 279"/>
                <a:gd name="T42" fmla="*/ 251 w 265"/>
                <a:gd name="T43" fmla="*/ 105 h 279"/>
                <a:gd name="T44" fmla="*/ 255 w 265"/>
                <a:gd name="T45" fmla="*/ 151 h 279"/>
                <a:gd name="T46" fmla="*/ 259 w 265"/>
                <a:gd name="T47" fmla="*/ 192 h 279"/>
                <a:gd name="T48" fmla="*/ 262 w 265"/>
                <a:gd name="T49" fmla="*/ 234 h 279"/>
                <a:gd name="T50" fmla="*/ 264 w 265"/>
                <a:gd name="T51" fmla="*/ 266 h 279"/>
                <a:gd name="T52" fmla="*/ 264 w 265"/>
                <a:gd name="T53" fmla="*/ 266 h 279"/>
                <a:gd name="T54" fmla="*/ 265 w 265"/>
                <a:gd name="T55" fmla="*/ 279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65" h="279">
                  <a:moveTo>
                    <a:pt x="265" y="279"/>
                  </a:moveTo>
                  <a:cubicBezTo>
                    <a:pt x="25" y="279"/>
                    <a:pt x="25" y="279"/>
                    <a:pt x="25" y="279"/>
                  </a:cubicBezTo>
                  <a:cubicBezTo>
                    <a:pt x="25" y="273"/>
                    <a:pt x="23" y="256"/>
                    <a:pt x="20" y="234"/>
                  </a:cubicBezTo>
                  <a:cubicBezTo>
                    <a:pt x="20" y="232"/>
                    <a:pt x="20" y="231"/>
                    <a:pt x="20" y="230"/>
                  </a:cubicBezTo>
                  <a:cubicBezTo>
                    <a:pt x="17" y="211"/>
                    <a:pt x="15" y="191"/>
                    <a:pt x="13" y="171"/>
                  </a:cubicBezTo>
                  <a:cubicBezTo>
                    <a:pt x="13" y="164"/>
                    <a:pt x="12" y="157"/>
                    <a:pt x="11" y="150"/>
                  </a:cubicBezTo>
                  <a:cubicBezTo>
                    <a:pt x="11" y="143"/>
                    <a:pt x="11" y="136"/>
                    <a:pt x="10" y="129"/>
                  </a:cubicBezTo>
                  <a:cubicBezTo>
                    <a:pt x="8" y="78"/>
                    <a:pt x="0" y="42"/>
                    <a:pt x="10" y="34"/>
                  </a:cubicBezTo>
                  <a:cubicBezTo>
                    <a:pt x="10" y="34"/>
                    <a:pt x="10" y="34"/>
                    <a:pt x="10" y="34"/>
                  </a:cubicBezTo>
                  <a:cubicBezTo>
                    <a:pt x="19" y="26"/>
                    <a:pt x="65" y="17"/>
                    <a:pt x="65" y="17"/>
                  </a:cubicBezTo>
                  <a:cubicBezTo>
                    <a:pt x="65" y="17"/>
                    <a:pt x="70" y="2"/>
                    <a:pt x="86" y="1"/>
                  </a:cubicBezTo>
                  <a:cubicBezTo>
                    <a:pt x="102" y="0"/>
                    <a:pt x="118" y="1"/>
                    <a:pt x="131" y="3"/>
                  </a:cubicBezTo>
                  <a:cubicBezTo>
                    <a:pt x="131" y="3"/>
                    <a:pt x="132" y="3"/>
                    <a:pt x="132" y="3"/>
                  </a:cubicBezTo>
                  <a:cubicBezTo>
                    <a:pt x="132" y="3"/>
                    <a:pt x="132" y="3"/>
                    <a:pt x="132" y="3"/>
                  </a:cubicBezTo>
                  <a:cubicBezTo>
                    <a:pt x="132" y="3"/>
                    <a:pt x="133" y="3"/>
                    <a:pt x="133" y="3"/>
                  </a:cubicBezTo>
                  <a:cubicBezTo>
                    <a:pt x="152" y="6"/>
                    <a:pt x="167" y="10"/>
                    <a:pt x="169" y="12"/>
                  </a:cubicBezTo>
                  <a:cubicBezTo>
                    <a:pt x="170" y="12"/>
                    <a:pt x="170" y="13"/>
                    <a:pt x="170" y="13"/>
                  </a:cubicBezTo>
                  <a:cubicBezTo>
                    <a:pt x="170" y="13"/>
                    <a:pt x="170" y="13"/>
                    <a:pt x="170" y="13"/>
                  </a:cubicBezTo>
                  <a:cubicBezTo>
                    <a:pt x="171" y="22"/>
                    <a:pt x="171" y="26"/>
                    <a:pt x="171" y="26"/>
                  </a:cubicBezTo>
                  <a:cubicBezTo>
                    <a:pt x="171" y="26"/>
                    <a:pt x="184" y="32"/>
                    <a:pt x="197" y="31"/>
                  </a:cubicBezTo>
                  <a:cubicBezTo>
                    <a:pt x="198" y="31"/>
                    <a:pt x="199" y="31"/>
                    <a:pt x="201" y="32"/>
                  </a:cubicBezTo>
                  <a:cubicBezTo>
                    <a:pt x="216" y="35"/>
                    <a:pt x="247" y="62"/>
                    <a:pt x="251" y="105"/>
                  </a:cubicBezTo>
                  <a:cubicBezTo>
                    <a:pt x="252" y="117"/>
                    <a:pt x="254" y="133"/>
                    <a:pt x="255" y="151"/>
                  </a:cubicBezTo>
                  <a:cubicBezTo>
                    <a:pt x="256" y="164"/>
                    <a:pt x="257" y="178"/>
                    <a:pt x="259" y="192"/>
                  </a:cubicBezTo>
                  <a:cubicBezTo>
                    <a:pt x="260" y="207"/>
                    <a:pt x="261" y="221"/>
                    <a:pt x="262" y="234"/>
                  </a:cubicBezTo>
                  <a:cubicBezTo>
                    <a:pt x="263" y="246"/>
                    <a:pt x="263" y="258"/>
                    <a:pt x="264" y="266"/>
                  </a:cubicBezTo>
                  <a:cubicBezTo>
                    <a:pt x="264" y="266"/>
                    <a:pt x="264" y="266"/>
                    <a:pt x="264" y="266"/>
                  </a:cubicBezTo>
                  <a:cubicBezTo>
                    <a:pt x="264" y="272"/>
                    <a:pt x="265" y="277"/>
                    <a:pt x="265" y="279"/>
                  </a:cubicBezTo>
                  <a:close/>
                </a:path>
              </a:pathLst>
            </a:custGeom>
            <a:solidFill>
              <a:srgbClr val="E5E1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a:extLst>
                <a:ext uri="{FF2B5EF4-FFF2-40B4-BE49-F238E27FC236}">
                  <a16:creationId xmlns:a16="http://schemas.microsoft.com/office/drawing/2014/main" id="{319F10DD-B9D3-4B3A-8314-9802E27DC1C4}"/>
                </a:ext>
              </a:extLst>
            </p:cNvPr>
            <p:cNvSpPr>
              <a:spLocks/>
            </p:cNvSpPr>
            <p:nvPr/>
          </p:nvSpPr>
          <p:spPr bwMode="auto">
            <a:xfrm>
              <a:off x="4832350" y="4359275"/>
              <a:ext cx="1382713" cy="1152525"/>
            </a:xfrm>
            <a:custGeom>
              <a:avLst/>
              <a:gdLst>
                <a:gd name="T0" fmla="*/ 227 w 241"/>
                <a:gd name="T1" fmla="*/ 194 h 201"/>
                <a:gd name="T2" fmla="*/ 104 w 241"/>
                <a:gd name="T3" fmla="*/ 200 h 201"/>
                <a:gd name="T4" fmla="*/ 23 w 241"/>
                <a:gd name="T5" fmla="*/ 199 h 201"/>
                <a:gd name="T6" fmla="*/ 38 w 241"/>
                <a:gd name="T7" fmla="*/ 83 h 201"/>
                <a:gd name="T8" fmla="*/ 94 w 241"/>
                <a:gd name="T9" fmla="*/ 4 h 201"/>
                <a:gd name="T10" fmla="*/ 94 w 241"/>
                <a:gd name="T11" fmla="*/ 4 h 201"/>
                <a:gd name="T12" fmla="*/ 106 w 241"/>
                <a:gd name="T13" fmla="*/ 1 h 201"/>
                <a:gd name="T14" fmla="*/ 143 w 241"/>
                <a:gd name="T15" fmla="*/ 57 h 201"/>
                <a:gd name="T16" fmla="*/ 95 w 241"/>
                <a:gd name="T17" fmla="*/ 120 h 201"/>
                <a:gd name="T18" fmla="*/ 76 w 241"/>
                <a:gd name="T19" fmla="*/ 141 h 201"/>
                <a:gd name="T20" fmla="*/ 97 w 241"/>
                <a:gd name="T21" fmla="*/ 141 h 201"/>
                <a:gd name="T22" fmla="*/ 239 w 241"/>
                <a:gd name="T23" fmla="*/ 164 h 201"/>
                <a:gd name="T24" fmla="*/ 227 w 241"/>
                <a:gd name="T25" fmla="*/ 194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1" h="201">
                  <a:moveTo>
                    <a:pt x="227" y="194"/>
                  </a:moveTo>
                  <a:cubicBezTo>
                    <a:pt x="224" y="194"/>
                    <a:pt x="160" y="198"/>
                    <a:pt x="104" y="200"/>
                  </a:cubicBezTo>
                  <a:cubicBezTo>
                    <a:pt x="66" y="201"/>
                    <a:pt x="32" y="201"/>
                    <a:pt x="23" y="199"/>
                  </a:cubicBezTo>
                  <a:cubicBezTo>
                    <a:pt x="0" y="193"/>
                    <a:pt x="5" y="167"/>
                    <a:pt x="38" y="83"/>
                  </a:cubicBezTo>
                  <a:cubicBezTo>
                    <a:pt x="59" y="29"/>
                    <a:pt x="80" y="10"/>
                    <a:pt x="94" y="4"/>
                  </a:cubicBezTo>
                  <a:cubicBezTo>
                    <a:pt x="94" y="4"/>
                    <a:pt x="94" y="4"/>
                    <a:pt x="94" y="4"/>
                  </a:cubicBezTo>
                  <a:cubicBezTo>
                    <a:pt x="101" y="0"/>
                    <a:pt x="106" y="1"/>
                    <a:pt x="106" y="1"/>
                  </a:cubicBezTo>
                  <a:cubicBezTo>
                    <a:pt x="123" y="0"/>
                    <a:pt x="145" y="42"/>
                    <a:pt x="143" y="57"/>
                  </a:cubicBezTo>
                  <a:cubicBezTo>
                    <a:pt x="142" y="66"/>
                    <a:pt x="115" y="98"/>
                    <a:pt x="95" y="120"/>
                  </a:cubicBezTo>
                  <a:cubicBezTo>
                    <a:pt x="85" y="132"/>
                    <a:pt x="76" y="141"/>
                    <a:pt x="76" y="141"/>
                  </a:cubicBezTo>
                  <a:cubicBezTo>
                    <a:pt x="76" y="141"/>
                    <a:pt x="85" y="141"/>
                    <a:pt x="97" y="141"/>
                  </a:cubicBezTo>
                  <a:cubicBezTo>
                    <a:pt x="139" y="142"/>
                    <a:pt x="228" y="145"/>
                    <a:pt x="239" y="164"/>
                  </a:cubicBezTo>
                  <a:cubicBezTo>
                    <a:pt x="241" y="169"/>
                    <a:pt x="233" y="194"/>
                    <a:pt x="227" y="194"/>
                  </a:cubicBezTo>
                  <a:close/>
                </a:path>
              </a:pathLst>
            </a:custGeom>
            <a:solidFill>
              <a:srgbClr val="E5E1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a:extLst>
                <a:ext uri="{FF2B5EF4-FFF2-40B4-BE49-F238E27FC236}">
                  <a16:creationId xmlns:a16="http://schemas.microsoft.com/office/drawing/2014/main" id="{5849D18F-42AB-4436-A00E-CCB48479C93C}"/>
                </a:ext>
              </a:extLst>
            </p:cNvPr>
            <p:cNvSpPr>
              <a:spLocks/>
            </p:cNvSpPr>
            <p:nvPr/>
          </p:nvSpPr>
          <p:spPr bwMode="auto">
            <a:xfrm>
              <a:off x="6450013" y="4960938"/>
              <a:ext cx="333375" cy="750888"/>
            </a:xfrm>
            <a:custGeom>
              <a:avLst/>
              <a:gdLst>
                <a:gd name="T0" fmla="*/ 66 w 66"/>
                <a:gd name="T1" fmla="*/ 131 h 131"/>
                <a:gd name="T2" fmla="*/ 23 w 66"/>
                <a:gd name="T3" fmla="*/ 68 h 131"/>
                <a:gd name="T4" fmla="*/ 4 w 66"/>
                <a:gd name="T5" fmla="*/ 25 h 131"/>
                <a:gd name="T6" fmla="*/ 57 w 66"/>
                <a:gd name="T7" fmla="*/ 16 h 131"/>
                <a:gd name="T8" fmla="*/ 64 w 66"/>
                <a:gd name="T9" fmla="*/ 99 h 131"/>
                <a:gd name="T10" fmla="*/ 66 w 66"/>
                <a:gd name="T11" fmla="*/ 131 h 131"/>
              </a:gdLst>
              <a:ahLst/>
              <a:cxnLst>
                <a:cxn ang="0">
                  <a:pos x="T0" y="T1"/>
                </a:cxn>
                <a:cxn ang="0">
                  <a:pos x="T2" y="T3"/>
                </a:cxn>
                <a:cxn ang="0">
                  <a:pos x="T4" y="T5"/>
                </a:cxn>
                <a:cxn ang="0">
                  <a:pos x="T6" y="T7"/>
                </a:cxn>
                <a:cxn ang="0">
                  <a:pos x="T8" y="T9"/>
                </a:cxn>
                <a:cxn ang="0">
                  <a:pos x="T10" y="T11"/>
                </a:cxn>
              </a:cxnLst>
              <a:rect l="0" t="0" r="r" b="b"/>
              <a:pathLst>
                <a:path w="66" h="131">
                  <a:moveTo>
                    <a:pt x="66" y="131"/>
                  </a:moveTo>
                  <a:cubicBezTo>
                    <a:pt x="61" y="107"/>
                    <a:pt x="42" y="83"/>
                    <a:pt x="23" y="68"/>
                  </a:cubicBezTo>
                  <a:cubicBezTo>
                    <a:pt x="0" y="51"/>
                    <a:pt x="4" y="25"/>
                    <a:pt x="4" y="25"/>
                  </a:cubicBezTo>
                  <a:cubicBezTo>
                    <a:pt x="21" y="0"/>
                    <a:pt x="41" y="5"/>
                    <a:pt x="57" y="16"/>
                  </a:cubicBezTo>
                  <a:cubicBezTo>
                    <a:pt x="59" y="43"/>
                    <a:pt x="62" y="74"/>
                    <a:pt x="64" y="99"/>
                  </a:cubicBezTo>
                  <a:cubicBezTo>
                    <a:pt x="65" y="111"/>
                    <a:pt x="65" y="123"/>
                    <a:pt x="66" y="131"/>
                  </a:cubicBezTo>
                  <a:close/>
                </a:path>
              </a:pathLst>
            </a:custGeom>
            <a:gradFill flip="none" rotWithShape="1">
              <a:gsLst>
                <a:gs pos="100000">
                  <a:srgbClr val="7289F2">
                    <a:alpha val="0"/>
                  </a:srgbClr>
                </a:gs>
                <a:gs pos="26000">
                  <a:srgbClr val="7289F2">
                    <a:alpha val="54000"/>
                  </a:srgbClr>
                </a:gs>
              </a:gsLst>
              <a:lin ang="7800000" scaled="0"/>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Shape 21">
              <a:extLst>
                <a:ext uri="{FF2B5EF4-FFF2-40B4-BE49-F238E27FC236}">
                  <a16:creationId xmlns:a16="http://schemas.microsoft.com/office/drawing/2014/main" id="{D1D8B039-3C85-439E-9B4E-0AE3B0227E37}"/>
                </a:ext>
              </a:extLst>
            </p:cNvPr>
            <p:cNvSpPr/>
            <p:nvPr/>
          </p:nvSpPr>
          <p:spPr>
            <a:xfrm rot="20364014">
              <a:off x="6924390" y="4583236"/>
              <a:ext cx="305126" cy="641501"/>
            </a:xfrm>
            <a:custGeom>
              <a:avLst/>
              <a:gdLst>
                <a:gd name="connsiteX0" fmla="*/ 793 w 453638"/>
                <a:gd name="connsiteY0" fmla="*/ 10752 h 953733"/>
                <a:gd name="connsiteX1" fmla="*/ 331787 w 453638"/>
                <a:gd name="connsiteY1" fmla="*/ 467952 h 953733"/>
                <a:gd name="connsiteX2" fmla="*/ 436562 w 453638"/>
                <a:gd name="connsiteY2" fmla="*/ 944202 h 953733"/>
                <a:gd name="connsiteX3" fmla="*/ 793 w 453638"/>
                <a:gd name="connsiteY3" fmla="*/ 10752 h 953733"/>
              </a:gdLst>
              <a:ahLst/>
              <a:cxnLst>
                <a:cxn ang="0">
                  <a:pos x="connsiteX0" y="connsiteY0"/>
                </a:cxn>
                <a:cxn ang="0">
                  <a:pos x="connsiteX1" y="connsiteY1"/>
                </a:cxn>
                <a:cxn ang="0">
                  <a:pos x="connsiteX2" y="connsiteY2"/>
                </a:cxn>
                <a:cxn ang="0">
                  <a:pos x="connsiteX3" y="connsiteY3"/>
                </a:cxn>
              </a:cxnLst>
              <a:rect l="l" t="t" r="r" b="b"/>
              <a:pathLst>
                <a:path w="453638" h="953733">
                  <a:moveTo>
                    <a:pt x="793" y="10752"/>
                  </a:moveTo>
                  <a:cubicBezTo>
                    <a:pt x="-16669" y="-68623"/>
                    <a:pt x="259159" y="312377"/>
                    <a:pt x="331787" y="467952"/>
                  </a:cubicBezTo>
                  <a:cubicBezTo>
                    <a:pt x="404415" y="623527"/>
                    <a:pt x="490934" y="1020005"/>
                    <a:pt x="436562" y="944202"/>
                  </a:cubicBezTo>
                  <a:cubicBezTo>
                    <a:pt x="382190" y="868399"/>
                    <a:pt x="18255" y="90127"/>
                    <a:pt x="793" y="10752"/>
                  </a:cubicBezTo>
                  <a:close/>
                </a:path>
              </a:pathLst>
            </a:custGeom>
            <a:gradFill flip="none" rotWithShape="1">
              <a:gsLst>
                <a:gs pos="100000">
                  <a:srgbClr val="7289F2">
                    <a:alpha val="0"/>
                  </a:srgbClr>
                </a:gs>
                <a:gs pos="26000">
                  <a:srgbClr val="7289F2">
                    <a:alpha val="54000"/>
                  </a:srgbClr>
                </a:gs>
              </a:gsLst>
              <a:lin ang="7800000" scaled="0"/>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1" name="Freeform 11">
              <a:extLst>
                <a:ext uri="{FF2B5EF4-FFF2-40B4-BE49-F238E27FC236}">
                  <a16:creationId xmlns:a16="http://schemas.microsoft.com/office/drawing/2014/main" id="{9C6C3AB2-1F41-4F9F-A40A-34C6948A2EEB}"/>
                </a:ext>
              </a:extLst>
            </p:cNvPr>
            <p:cNvSpPr>
              <a:spLocks/>
            </p:cNvSpPr>
            <p:nvPr/>
          </p:nvSpPr>
          <p:spPr bwMode="auto">
            <a:xfrm>
              <a:off x="6065838" y="4297363"/>
              <a:ext cx="1435100" cy="1168400"/>
            </a:xfrm>
            <a:custGeom>
              <a:avLst/>
              <a:gdLst>
                <a:gd name="T0" fmla="*/ 11 w 250"/>
                <a:gd name="T1" fmla="*/ 49 h 204"/>
                <a:gd name="T2" fmla="*/ 103 w 250"/>
                <a:gd name="T3" fmla="*/ 27 h 204"/>
                <a:gd name="T4" fmla="*/ 211 w 250"/>
                <a:gd name="T5" fmla="*/ 135 h 204"/>
                <a:gd name="T6" fmla="*/ 179 w 250"/>
                <a:gd name="T7" fmla="*/ 196 h 204"/>
                <a:gd name="T8" fmla="*/ 10 w 250"/>
                <a:gd name="T9" fmla="*/ 49 h 204"/>
                <a:gd name="T10" fmla="*/ 11 w 250"/>
                <a:gd name="T11" fmla="*/ 49 h 204"/>
              </a:gdLst>
              <a:ahLst/>
              <a:cxnLst>
                <a:cxn ang="0">
                  <a:pos x="T0" y="T1"/>
                </a:cxn>
                <a:cxn ang="0">
                  <a:pos x="T2" y="T3"/>
                </a:cxn>
                <a:cxn ang="0">
                  <a:pos x="T4" y="T5"/>
                </a:cxn>
                <a:cxn ang="0">
                  <a:pos x="T6" y="T7"/>
                </a:cxn>
                <a:cxn ang="0">
                  <a:pos x="T8" y="T9"/>
                </a:cxn>
                <a:cxn ang="0">
                  <a:pos x="T10" y="T11"/>
                </a:cxn>
              </a:cxnLst>
              <a:rect l="0" t="0" r="r" b="b"/>
              <a:pathLst>
                <a:path w="250" h="204">
                  <a:moveTo>
                    <a:pt x="11" y="49"/>
                  </a:moveTo>
                  <a:cubicBezTo>
                    <a:pt x="25" y="11"/>
                    <a:pt x="73" y="0"/>
                    <a:pt x="103" y="27"/>
                  </a:cubicBezTo>
                  <a:cubicBezTo>
                    <a:pt x="136" y="58"/>
                    <a:pt x="187" y="105"/>
                    <a:pt x="211" y="135"/>
                  </a:cubicBezTo>
                  <a:cubicBezTo>
                    <a:pt x="250" y="180"/>
                    <a:pt x="199" y="204"/>
                    <a:pt x="179" y="196"/>
                  </a:cubicBezTo>
                  <a:cubicBezTo>
                    <a:pt x="117" y="171"/>
                    <a:pt x="0" y="117"/>
                    <a:pt x="10" y="49"/>
                  </a:cubicBezTo>
                  <a:cubicBezTo>
                    <a:pt x="10" y="49"/>
                    <a:pt x="11" y="49"/>
                    <a:pt x="11" y="49"/>
                  </a:cubicBezTo>
                  <a:close/>
                </a:path>
              </a:pathLst>
            </a:custGeom>
            <a:solidFill>
              <a:srgbClr val="E5E1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a:extLst>
                <a:ext uri="{FF2B5EF4-FFF2-40B4-BE49-F238E27FC236}">
                  <a16:creationId xmlns:a16="http://schemas.microsoft.com/office/drawing/2014/main" id="{53D9C9B8-8241-4452-98F4-6F4696E0228C}"/>
                </a:ext>
              </a:extLst>
            </p:cNvPr>
            <p:cNvSpPr>
              <a:spLocks/>
            </p:cNvSpPr>
            <p:nvPr/>
          </p:nvSpPr>
          <p:spPr bwMode="auto">
            <a:xfrm>
              <a:off x="5664200" y="3127375"/>
              <a:ext cx="809625" cy="1135063"/>
            </a:xfrm>
            <a:custGeom>
              <a:avLst/>
              <a:gdLst>
                <a:gd name="T0" fmla="*/ 138 w 141"/>
                <a:gd name="T1" fmla="*/ 142 h 198"/>
                <a:gd name="T2" fmla="*/ 136 w 141"/>
                <a:gd name="T3" fmla="*/ 150 h 198"/>
                <a:gd name="T4" fmla="*/ 134 w 141"/>
                <a:gd name="T5" fmla="*/ 170 h 198"/>
                <a:gd name="T6" fmla="*/ 128 w 141"/>
                <a:gd name="T7" fmla="*/ 178 h 198"/>
                <a:gd name="T8" fmla="*/ 125 w 141"/>
                <a:gd name="T9" fmla="*/ 179 h 198"/>
                <a:gd name="T10" fmla="*/ 115 w 141"/>
                <a:gd name="T11" fmla="*/ 178 h 198"/>
                <a:gd name="T12" fmla="*/ 109 w 141"/>
                <a:gd name="T13" fmla="*/ 198 h 198"/>
                <a:gd name="T14" fmla="*/ 108 w 141"/>
                <a:gd name="T15" fmla="*/ 197 h 198"/>
                <a:gd name="T16" fmla="*/ 71 w 141"/>
                <a:gd name="T17" fmla="*/ 188 h 198"/>
                <a:gd name="T18" fmla="*/ 71 w 141"/>
                <a:gd name="T19" fmla="*/ 188 h 198"/>
                <a:gd name="T20" fmla="*/ 70 w 141"/>
                <a:gd name="T21" fmla="*/ 188 h 198"/>
                <a:gd name="T22" fmla="*/ 25 w 141"/>
                <a:gd name="T23" fmla="*/ 186 h 198"/>
                <a:gd name="T24" fmla="*/ 26 w 141"/>
                <a:gd name="T25" fmla="*/ 157 h 198"/>
                <a:gd name="T26" fmla="*/ 19 w 141"/>
                <a:gd name="T27" fmla="*/ 125 h 198"/>
                <a:gd name="T28" fmla="*/ 9 w 141"/>
                <a:gd name="T29" fmla="*/ 99 h 198"/>
                <a:gd name="T30" fmla="*/ 0 w 141"/>
                <a:gd name="T31" fmla="*/ 72 h 198"/>
                <a:gd name="T32" fmla="*/ 34 w 141"/>
                <a:gd name="T33" fmla="*/ 18 h 198"/>
                <a:gd name="T34" fmla="*/ 57 w 141"/>
                <a:gd name="T35" fmla="*/ 7 h 198"/>
                <a:gd name="T36" fmla="*/ 76 w 141"/>
                <a:gd name="T37" fmla="*/ 0 h 198"/>
                <a:gd name="T38" fmla="*/ 92 w 141"/>
                <a:gd name="T39" fmla="*/ 9 h 198"/>
                <a:gd name="T40" fmla="*/ 112 w 141"/>
                <a:gd name="T41" fmla="*/ 11 h 198"/>
                <a:gd name="T42" fmla="*/ 124 w 141"/>
                <a:gd name="T43" fmla="*/ 24 h 198"/>
                <a:gd name="T44" fmla="*/ 134 w 141"/>
                <a:gd name="T45" fmla="*/ 37 h 198"/>
                <a:gd name="T46" fmla="*/ 134 w 141"/>
                <a:gd name="T47" fmla="*/ 38 h 198"/>
                <a:gd name="T48" fmla="*/ 134 w 141"/>
                <a:gd name="T49" fmla="*/ 38 h 198"/>
                <a:gd name="T50" fmla="*/ 133 w 141"/>
                <a:gd name="T51" fmla="*/ 39 h 198"/>
                <a:gd name="T52" fmla="*/ 132 w 141"/>
                <a:gd name="T53" fmla="*/ 41 h 198"/>
                <a:gd name="T54" fmla="*/ 131 w 141"/>
                <a:gd name="T55" fmla="*/ 42 h 198"/>
                <a:gd name="T56" fmla="*/ 130 w 141"/>
                <a:gd name="T57" fmla="*/ 42 h 198"/>
                <a:gd name="T58" fmla="*/ 129 w 141"/>
                <a:gd name="T59" fmla="*/ 43 h 198"/>
                <a:gd name="T60" fmla="*/ 129 w 141"/>
                <a:gd name="T61" fmla="*/ 43 h 198"/>
                <a:gd name="T62" fmla="*/ 138 w 141"/>
                <a:gd name="T63" fmla="*/ 90 h 198"/>
                <a:gd name="T64" fmla="*/ 139 w 141"/>
                <a:gd name="T65" fmla="*/ 113 h 198"/>
                <a:gd name="T66" fmla="*/ 138 w 141"/>
                <a:gd name="T67" fmla="*/ 142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1" h="198">
                  <a:moveTo>
                    <a:pt x="138" y="142"/>
                  </a:moveTo>
                  <a:cubicBezTo>
                    <a:pt x="138" y="145"/>
                    <a:pt x="137" y="147"/>
                    <a:pt x="136" y="150"/>
                  </a:cubicBezTo>
                  <a:cubicBezTo>
                    <a:pt x="136" y="151"/>
                    <a:pt x="135" y="166"/>
                    <a:pt x="134" y="170"/>
                  </a:cubicBezTo>
                  <a:cubicBezTo>
                    <a:pt x="134" y="172"/>
                    <a:pt x="132" y="177"/>
                    <a:pt x="128" y="178"/>
                  </a:cubicBezTo>
                  <a:cubicBezTo>
                    <a:pt x="127" y="179"/>
                    <a:pt x="126" y="179"/>
                    <a:pt x="125" y="179"/>
                  </a:cubicBezTo>
                  <a:cubicBezTo>
                    <a:pt x="118" y="178"/>
                    <a:pt x="115" y="178"/>
                    <a:pt x="115" y="178"/>
                  </a:cubicBezTo>
                  <a:cubicBezTo>
                    <a:pt x="115" y="178"/>
                    <a:pt x="108" y="189"/>
                    <a:pt x="109" y="198"/>
                  </a:cubicBezTo>
                  <a:cubicBezTo>
                    <a:pt x="109" y="198"/>
                    <a:pt x="109" y="197"/>
                    <a:pt x="108" y="197"/>
                  </a:cubicBezTo>
                  <a:cubicBezTo>
                    <a:pt x="106" y="195"/>
                    <a:pt x="91" y="191"/>
                    <a:pt x="71" y="188"/>
                  </a:cubicBezTo>
                  <a:cubicBezTo>
                    <a:pt x="71" y="188"/>
                    <a:pt x="71" y="188"/>
                    <a:pt x="71" y="188"/>
                  </a:cubicBezTo>
                  <a:cubicBezTo>
                    <a:pt x="71" y="188"/>
                    <a:pt x="70" y="188"/>
                    <a:pt x="70" y="188"/>
                  </a:cubicBezTo>
                  <a:cubicBezTo>
                    <a:pt x="57" y="186"/>
                    <a:pt x="41" y="185"/>
                    <a:pt x="25" y="186"/>
                  </a:cubicBezTo>
                  <a:cubicBezTo>
                    <a:pt x="25" y="186"/>
                    <a:pt x="27" y="173"/>
                    <a:pt x="26" y="157"/>
                  </a:cubicBezTo>
                  <a:cubicBezTo>
                    <a:pt x="25" y="147"/>
                    <a:pt x="23" y="135"/>
                    <a:pt x="19" y="125"/>
                  </a:cubicBezTo>
                  <a:cubicBezTo>
                    <a:pt x="15" y="116"/>
                    <a:pt x="12" y="107"/>
                    <a:pt x="9" y="99"/>
                  </a:cubicBezTo>
                  <a:cubicBezTo>
                    <a:pt x="4" y="84"/>
                    <a:pt x="0" y="73"/>
                    <a:pt x="0" y="72"/>
                  </a:cubicBezTo>
                  <a:cubicBezTo>
                    <a:pt x="0" y="71"/>
                    <a:pt x="4" y="33"/>
                    <a:pt x="34" y="18"/>
                  </a:cubicBezTo>
                  <a:cubicBezTo>
                    <a:pt x="34" y="18"/>
                    <a:pt x="49" y="6"/>
                    <a:pt x="57" y="7"/>
                  </a:cubicBezTo>
                  <a:cubicBezTo>
                    <a:pt x="66" y="8"/>
                    <a:pt x="72" y="0"/>
                    <a:pt x="76" y="0"/>
                  </a:cubicBezTo>
                  <a:cubicBezTo>
                    <a:pt x="80" y="0"/>
                    <a:pt x="85" y="7"/>
                    <a:pt x="92" y="9"/>
                  </a:cubicBezTo>
                  <a:cubicBezTo>
                    <a:pt x="100" y="12"/>
                    <a:pt x="107" y="7"/>
                    <a:pt x="112" y="11"/>
                  </a:cubicBezTo>
                  <a:cubicBezTo>
                    <a:pt x="116" y="14"/>
                    <a:pt x="121" y="24"/>
                    <a:pt x="124" y="24"/>
                  </a:cubicBezTo>
                  <a:cubicBezTo>
                    <a:pt x="127" y="24"/>
                    <a:pt x="136" y="31"/>
                    <a:pt x="134" y="37"/>
                  </a:cubicBezTo>
                  <a:cubicBezTo>
                    <a:pt x="134" y="38"/>
                    <a:pt x="134" y="38"/>
                    <a:pt x="134" y="38"/>
                  </a:cubicBezTo>
                  <a:cubicBezTo>
                    <a:pt x="134" y="38"/>
                    <a:pt x="134" y="38"/>
                    <a:pt x="134" y="38"/>
                  </a:cubicBezTo>
                  <a:cubicBezTo>
                    <a:pt x="134" y="39"/>
                    <a:pt x="134" y="39"/>
                    <a:pt x="133" y="39"/>
                  </a:cubicBezTo>
                  <a:cubicBezTo>
                    <a:pt x="133" y="40"/>
                    <a:pt x="133" y="40"/>
                    <a:pt x="132" y="41"/>
                  </a:cubicBezTo>
                  <a:cubicBezTo>
                    <a:pt x="132" y="41"/>
                    <a:pt x="131" y="41"/>
                    <a:pt x="131" y="42"/>
                  </a:cubicBezTo>
                  <a:cubicBezTo>
                    <a:pt x="131" y="42"/>
                    <a:pt x="130" y="42"/>
                    <a:pt x="130" y="42"/>
                  </a:cubicBezTo>
                  <a:cubicBezTo>
                    <a:pt x="130" y="43"/>
                    <a:pt x="130" y="43"/>
                    <a:pt x="129" y="43"/>
                  </a:cubicBezTo>
                  <a:cubicBezTo>
                    <a:pt x="129" y="43"/>
                    <a:pt x="129" y="43"/>
                    <a:pt x="129" y="43"/>
                  </a:cubicBezTo>
                  <a:cubicBezTo>
                    <a:pt x="129" y="43"/>
                    <a:pt x="139" y="82"/>
                    <a:pt x="138" y="90"/>
                  </a:cubicBezTo>
                  <a:cubicBezTo>
                    <a:pt x="138" y="97"/>
                    <a:pt x="137" y="106"/>
                    <a:pt x="139" y="113"/>
                  </a:cubicBezTo>
                  <a:cubicBezTo>
                    <a:pt x="141" y="118"/>
                    <a:pt x="141" y="129"/>
                    <a:pt x="138" y="142"/>
                  </a:cubicBezTo>
                  <a:close/>
                </a:path>
              </a:pathLst>
            </a:custGeom>
            <a:solidFill>
              <a:srgbClr val="F8F3F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a:extLst>
                <a:ext uri="{FF2B5EF4-FFF2-40B4-BE49-F238E27FC236}">
                  <a16:creationId xmlns:a16="http://schemas.microsoft.com/office/drawing/2014/main" id="{104737AB-59A7-4247-842C-6F97799DA28F}"/>
                </a:ext>
              </a:extLst>
            </p:cNvPr>
            <p:cNvSpPr>
              <a:spLocks/>
            </p:cNvSpPr>
            <p:nvPr/>
          </p:nvSpPr>
          <p:spPr bwMode="auto">
            <a:xfrm>
              <a:off x="5664200" y="3127375"/>
              <a:ext cx="781050" cy="900113"/>
            </a:xfrm>
            <a:custGeom>
              <a:avLst/>
              <a:gdLst>
                <a:gd name="T0" fmla="*/ 134 w 136"/>
                <a:gd name="T1" fmla="*/ 37 h 157"/>
                <a:gd name="T2" fmla="*/ 134 w 136"/>
                <a:gd name="T3" fmla="*/ 38 h 157"/>
                <a:gd name="T4" fmla="*/ 134 w 136"/>
                <a:gd name="T5" fmla="*/ 38 h 157"/>
                <a:gd name="T6" fmla="*/ 133 w 136"/>
                <a:gd name="T7" fmla="*/ 39 h 157"/>
                <a:gd name="T8" fmla="*/ 132 w 136"/>
                <a:gd name="T9" fmla="*/ 41 h 157"/>
                <a:gd name="T10" fmla="*/ 129 w 136"/>
                <a:gd name="T11" fmla="*/ 43 h 157"/>
                <a:gd name="T12" fmla="*/ 129 w 136"/>
                <a:gd name="T13" fmla="*/ 43 h 157"/>
                <a:gd name="T14" fmla="*/ 127 w 136"/>
                <a:gd name="T15" fmla="*/ 79 h 157"/>
                <a:gd name="T16" fmla="*/ 97 w 136"/>
                <a:gd name="T17" fmla="*/ 111 h 157"/>
                <a:gd name="T18" fmla="*/ 85 w 136"/>
                <a:gd name="T19" fmla="*/ 140 h 157"/>
                <a:gd name="T20" fmla="*/ 85 w 136"/>
                <a:gd name="T21" fmla="*/ 157 h 157"/>
                <a:gd name="T22" fmla="*/ 26 w 136"/>
                <a:gd name="T23" fmla="*/ 157 h 157"/>
                <a:gd name="T24" fmla="*/ 19 w 136"/>
                <a:gd name="T25" fmla="*/ 125 h 157"/>
                <a:gd name="T26" fmla="*/ 9 w 136"/>
                <a:gd name="T27" fmla="*/ 99 h 157"/>
                <a:gd name="T28" fmla="*/ 0 w 136"/>
                <a:gd name="T29" fmla="*/ 72 h 157"/>
                <a:gd name="T30" fmla="*/ 34 w 136"/>
                <a:gd name="T31" fmla="*/ 18 h 157"/>
                <a:gd name="T32" fmla="*/ 57 w 136"/>
                <a:gd name="T33" fmla="*/ 7 h 157"/>
                <a:gd name="T34" fmla="*/ 76 w 136"/>
                <a:gd name="T35" fmla="*/ 0 h 157"/>
                <a:gd name="T36" fmla="*/ 92 w 136"/>
                <a:gd name="T37" fmla="*/ 9 h 157"/>
                <a:gd name="T38" fmla="*/ 112 w 136"/>
                <a:gd name="T39" fmla="*/ 11 h 157"/>
                <a:gd name="T40" fmla="*/ 124 w 136"/>
                <a:gd name="T41" fmla="*/ 24 h 157"/>
                <a:gd name="T42" fmla="*/ 134 w 136"/>
                <a:gd name="T43" fmla="*/ 3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6" h="157">
                  <a:moveTo>
                    <a:pt x="134" y="37"/>
                  </a:moveTo>
                  <a:cubicBezTo>
                    <a:pt x="134" y="38"/>
                    <a:pt x="134" y="38"/>
                    <a:pt x="134" y="38"/>
                  </a:cubicBezTo>
                  <a:cubicBezTo>
                    <a:pt x="134" y="38"/>
                    <a:pt x="134" y="38"/>
                    <a:pt x="134" y="38"/>
                  </a:cubicBezTo>
                  <a:cubicBezTo>
                    <a:pt x="134" y="39"/>
                    <a:pt x="134" y="39"/>
                    <a:pt x="133" y="39"/>
                  </a:cubicBezTo>
                  <a:cubicBezTo>
                    <a:pt x="133" y="40"/>
                    <a:pt x="133" y="40"/>
                    <a:pt x="132" y="41"/>
                  </a:cubicBezTo>
                  <a:cubicBezTo>
                    <a:pt x="131" y="42"/>
                    <a:pt x="130" y="43"/>
                    <a:pt x="129" y="43"/>
                  </a:cubicBezTo>
                  <a:cubicBezTo>
                    <a:pt x="129" y="43"/>
                    <a:pt x="129" y="43"/>
                    <a:pt x="129" y="43"/>
                  </a:cubicBezTo>
                  <a:cubicBezTo>
                    <a:pt x="127" y="79"/>
                    <a:pt x="127" y="79"/>
                    <a:pt x="127" y="79"/>
                  </a:cubicBezTo>
                  <a:cubicBezTo>
                    <a:pt x="97" y="111"/>
                    <a:pt x="97" y="111"/>
                    <a:pt x="97" y="111"/>
                  </a:cubicBezTo>
                  <a:cubicBezTo>
                    <a:pt x="89" y="119"/>
                    <a:pt x="85" y="129"/>
                    <a:pt x="85" y="140"/>
                  </a:cubicBezTo>
                  <a:cubicBezTo>
                    <a:pt x="85" y="157"/>
                    <a:pt x="85" y="157"/>
                    <a:pt x="85" y="157"/>
                  </a:cubicBezTo>
                  <a:cubicBezTo>
                    <a:pt x="26" y="157"/>
                    <a:pt x="26" y="157"/>
                    <a:pt x="26" y="157"/>
                  </a:cubicBezTo>
                  <a:cubicBezTo>
                    <a:pt x="25" y="147"/>
                    <a:pt x="23" y="135"/>
                    <a:pt x="19" y="125"/>
                  </a:cubicBezTo>
                  <a:cubicBezTo>
                    <a:pt x="15" y="116"/>
                    <a:pt x="12" y="107"/>
                    <a:pt x="9" y="99"/>
                  </a:cubicBezTo>
                  <a:cubicBezTo>
                    <a:pt x="4" y="84"/>
                    <a:pt x="0" y="73"/>
                    <a:pt x="0" y="72"/>
                  </a:cubicBezTo>
                  <a:cubicBezTo>
                    <a:pt x="0" y="71"/>
                    <a:pt x="4" y="33"/>
                    <a:pt x="34" y="18"/>
                  </a:cubicBezTo>
                  <a:cubicBezTo>
                    <a:pt x="34" y="18"/>
                    <a:pt x="49" y="6"/>
                    <a:pt x="57" y="7"/>
                  </a:cubicBezTo>
                  <a:cubicBezTo>
                    <a:pt x="66" y="8"/>
                    <a:pt x="72" y="0"/>
                    <a:pt x="76" y="0"/>
                  </a:cubicBezTo>
                  <a:cubicBezTo>
                    <a:pt x="80" y="0"/>
                    <a:pt x="85" y="7"/>
                    <a:pt x="92" y="9"/>
                  </a:cubicBezTo>
                  <a:cubicBezTo>
                    <a:pt x="100" y="12"/>
                    <a:pt x="107" y="7"/>
                    <a:pt x="112" y="11"/>
                  </a:cubicBezTo>
                  <a:cubicBezTo>
                    <a:pt x="116" y="14"/>
                    <a:pt x="121" y="24"/>
                    <a:pt x="124" y="24"/>
                  </a:cubicBezTo>
                  <a:cubicBezTo>
                    <a:pt x="127" y="24"/>
                    <a:pt x="136" y="31"/>
                    <a:pt x="134" y="37"/>
                  </a:cubicBezTo>
                  <a:close/>
                </a:path>
              </a:pathLst>
            </a:custGeom>
            <a:gradFill>
              <a:gsLst>
                <a:gs pos="75000">
                  <a:srgbClr val="F7BDBB"/>
                </a:gs>
                <a:gs pos="100000">
                  <a:srgbClr val="F7BDBB">
                    <a:alpha val="0"/>
                  </a:srgbClr>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4" name="Freeform 14">
              <a:extLst>
                <a:ext uri="{FF2B5EF4-FFF2-40B4-BE49-F238E27FC236}">
                  <a16:creationId xmlns:a16="http://schemas.microsoft.com/office/drawing/2014/main" id="{A4EE508E-C139-4549-AD46-4E5E82F754BB}"/>
                </a:ext>
              </a:extLst>
            </p:cNvPr>
            <p:cNvSpPr>
              <a:spLocks/>
            </p:cNvSpPr>
            <p:nvPr/>
          </p:nvSpPr>
          <p:spPr bwMode="auto">
            <a:xfrm>
              <a:off x="5664200" y="3127375"/>
              <a:ext cx="781050" cy="566738"/>
            </a:xfrm>
            <a:custGeom>
              <a:avLst/>
              <a:gdLst>
                <a:gd name="T0" fmla="*/ 134 w 136"/>
                <a:gd name="T1" fmla="*/ 37 h 99"/>
                <a:gd name="T2" fmla="*/ 134 w 136"/>
                <a:gd name="T3" fmla="*/ 38 h 99"/>
                <a:gd name="T4" fmla="*/ 134 w 136"/>
                <a:gd name="T5" fmla="*/ 38 h 99"/>
                <a:gd name="T6" fmla="*/ 133 w 136"/>
                <a:gd name="T7" fmla="*/ 39 h 99"/>
                <a:gd name="T8" fmla="*/ 132 w 136"/>
                <a:gd name="T9" fmla="*/ 41 h 99"/>
                <a:gd name="T10" fmla="*/ 131 w 136"/>
                <a:gd name="T11" fmla="*/ 42 h 99"/>
                <a:gd name="T12" fmla="*/ 130 w 136"/>
                <a:gd name="T13" fmla="*/ 42 h 99"/>
                <a:gd name="T14" fmla="*/ 129 w 136"/>
                <a:gd name="T15" fmla="*/ 43 h 99"/>
                <a:gd name="T16" fmla="*/ 129 w 136"/>
                <a:gd name="T17" fmla="*/ 43 h 99"/>
                <a:gd name="T18" fmla="*/ 72 w 136"/>
                <a:gd name="T19" fmla="*/ 96 h 99"/>
                <a:gd name="T20" fmla="*/ 70 w 136"/>
                <a:gd name="T21" fmla="*/ 99 h 99"/>
                <a:gd name="T22" fmla="*/ 9 w 136"/>
                <a:gd name="T23" fmla="*/ 99 h 99"/>
                <a:gd name="T24" fmla="*/ 0 w 136"/>
                <a:gd name="T25" fmla="*/ 72 h 99"/>
                <a:gd name="T26" fmla="*/ 34 w 136"/>
                <a:gd name="T27" fmla="*/ 18 h 99"/>
                <a:gd name="T28" fmla="*/ 57 w 136"/>
                <a:gd name="T29" fmla="*/ 7 h 99"/>
                <a:gd name="T30" fmla="*/ 76 w 136"/>
                <a:gd name="T31" fmla="*/ 0 h 99"/>
                <a:gd name="T32" fmla="*/ 92 w 136"/>
                <a:gd name="T33" fmla="*/ 9 h 99"/>
                <a:gd name="T34" fmla="*/ 112 w 136"/>
                <a:gd name="T35" fmla="*/ 11 h 99"/>
                <a:gd name="T36" fmla="*/ 124 w 136"/>
                <a:gd name="T37" fmla="*/ 24 h 99"/>
                <a:gd name="T38" fmla="*/ 134 w 136"/>
                <a:gd name="T39"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6" h="99">
                  <a:moveTo>
                    <a:pt x="134" y="37"/>
                  </a:moveTo>
                  <a:cubicBezTo>
                    <a:pt x="134" y="38"/>
                    <a:pt x="134" y="38"/>
                    <a:pt x="134" y="38"/>
                  </a:cubicBezTo>
                  <a:cubicBezTo>
                    <a:pt x="134" y="38"/>
                    <a:pt x="134" y="38"/>
                    <a:pt x="134" y="38"/>
                  </a:cubicBezTo>
                  <a:cubicBezTo>
                    <a:pt x="134" y="39"/>
                    <a:pt x="134" y="39"/>
                    <a:pt x="133" y="39"/>
                  </a:cubicBezTo>
                  <a:cubicBezTo>
                    <a:pt x="133" y="40"/>
                    <a:pt x="133" y="40"/>
                    <a:pt x="132" y="41"/>
                  </a:cubicBezTo>
                  <a:cubicBezTo>
                    <a:pt x="132" y="41"/>
                    <a:pt x="131" y="41"/>
                    <a:pt x="131" y="42"/>
                  </a:cubicBezTo>
                  <a:cubicBezTo>
                    <a:pt x="131" y="42"/>
                    <a:pt x="130" y="42"/>
                    <a:pt x="130" y="42"/>
                  </a:cubicBezTo>
                  <a:cubicBezTo>
                    <a:pt x="130" y="43"/>
                    <a:pt x="130" y="43"/>
                    <a:pt x="129" y="43"/>
                  </a:cubicBezTo>
                  <a:cubicBezTo>
                    <a:pt x="129" y="43"/>
                    <a:pt x="129" y="43"/>
                    <a:pt x="129" y="43"/>
                  </a:cubicBezTo>
                  <a:cubicBezTo>
                    <a:pt x="124" y="45"/>
                    <a:pt x="107" y="51"/>
                    <a:pt x="72" y="96"/>
                  </a:cubicBezTo>
                  <a:cubicBezTo>
                    <a:pt x="72" y="97"/>
                    <a:pt x="71" y="98"/>
                    <a:pt x="70" y="99"/>
                  </a:cubicBezTo>
                  <a:cubicBezTo>
                    <a:pt x="9" y="99"/>
                    <a:pt x="9" y="99"/>
                    <a:pt x="9" y="99"/>
                  </a:cubicBezTo>
                  <a:cubicBezTo>
                    <a:pt x="4" y="84"/>
                    <a:pt x="0" y="73"/>
                    <a:pt x="0" y="72"/>
                  </a:cubicBezTo>
                  <a:cubicBezTo>
                    <a:pt x="0" y="71"/>
                    <a:pt x="4" y="33"/>
                    <a:pt x="34" y="18"/>
                  </a:cubicBezTo>
                  <a:cubicBezTo>
                    <a:pt x="34" y="18"/>
                    <a:pt x="49" y="6"/>
                    <a:pt x="57" y="7"/>
                  </a:cubicBezTo>
                  <a:cubicBezTo>
                    <a:pt x="66" y="8"/>
                    <a:pt x="72" y="0"/>
                    <a:pt x="76" y="0"/>
                  </a:cubicBezTo>
                  <a:cubicBezTo>
                    <a:pt x="80" y="0"/>
                    <a:pt x="85" y="7"/>
                    <a:pt x="92" y="9"/>
                  </a:cubicBezTo>
                  <a:cubicBezTo>
                    <a:pt x="100" y="12"/>
                    <a:pt x="107" y="7"/>
                    <a:pt x="112" y="11"/>
                  </a:cubicBezTo>
                  <a:cubicBezTo>
                    <a:pt x="116" y="14"/>
                    <a:pt x="121" y="24"/>
                    <a:pt x="124" y="24"/>
                  </a:cubicBezTo>
                  <a:cubicBezTo>
                    <a:pt x="127" y="24"/>
                    <a:pt x="136" y="31"/>
                    <a:pt x="134" y="37"/>
                  </a:cubicBezTo>
                  <a:close/>
                </a:path>
              </a:pathLst>
            </a:custGeom>
            <a:solidFill>
              <a:srgbClr val="FA9F9C"/>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 name="Freeform 15">
              <a:extLst>
                <a:ext uri="{FF2B5EF4-FFF2-40B4-BE49-F238E27FC236}">
                  <a16:creationId xmlns:a16="http://schemas.microsoft.com/office/drawing/2014/main" id="{59F122DD-9773-48CA-B36A-41383E8FF7A4}"/>
                </a:ext>
              </a:extLst>
            </p:cNvPr>
            <p:cNvSpPr>
              <a:spLocks/>
            </p:cNvSpPr>
            <p:nvPr/>
          </p:nvSpPr>
          <p:spPr bwMode="auto">
            <a:xfrm>
              <a:off x="6289675" y="3775075"/>
              <a:ext cx="68263" cy="92075"/>
            </a:xfrm>
            <a:custGeom>
              <a:avLst/>
              <a:gdLst>
                <a:gd name="T0" fmla="*/ 0 w 12"/>
                <a:gd name="T1" fmla="*/ 4 h 16"/>
                <a:gd name="T2" fmla="*/ 6 w 12"/>
                <a:gd name="T3" fmla="*/ 8 h 16"/>
                <a:gd name="T4" fmla="*/ 12 w 12"/>
                <a:gd name="T5" fmla="*/ 16 h 16"/>
                <a:gd name="T6" fmla="*/ 0 w 12"/>
                <a:gd name="T7" fmla="*/ 4 h 16"/>
              </a:gdLst>
              <a:ahLst/>
              <a:cxnLst>
                <a:cxn ang="0">
                  <a:pos x="T0" y="T1"/>
                </a:cxn>
                <a:cxn ang="0">
                  <a:pos x="T2" y="T3"/>
                </a:cxn>
                <a:cxn ang="0">
                  <a:pos x="T4" y="T5"/>
                </a:cxn>
                <a:cxn ang="0">
                  <a:pos x="T6" y="T7"/>
                </a:cxn>
              </a:cxnLst>
              <a:rect l="0" t="0" r="r" b="b"/>
              <a:pathLst>
                <a:path w="12" h="16">
                  <a:moveTo>
                    <a:pt x="0" y="4"/>
                  </a:moveTo>
                  <a:cubicBezTo>
                    <a:pt x="0" y="0"/>
                    <a:pt x="4" y="3"/>
                    <a:pt x="6" y="8"/>
                  </a:cubicBezTo>
                  <a:cubicBezTo>
                    <a:pt x="7" y="13"/>
                    <a:pt x="11" y="16"/>
                    <a:pt x="12" y="16"/>
                  </a:cubicBezTo>
                  <a:cubicBezTo>
                    <a:pt x="12" y="16"/>
                    <a:pt x="1" y="14"/>
                    <a:pt x="0" y="4"/>
                  </a:cubicBezTo>
                  <a:close/>
                </a:path>
              </a:pathLst>
            </a:custGeom>
            <a:solidFill>
              <a:srgbClr val="0A0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a:extLst>
                <a:ext uri="{FF2B5EF4-FFF2-40B4-BE49-F238E27FC236}">
                  <a16:creationId xmlns:a16="http://schemas.microsoft.com/office/drawing/2014/main" id="{0FEF4D20-2077-46B3-889D-C3694814510E}"/>
                </a:ext>
              </a:extLst>
            </p:cNvPr>
            <p:cNvSpPr>
              <a:spLocks/>
            </p:cNvSpPr>
            <p:nvPr/>
          </p:nvSpPr>
          <p:spPr bwMode="auto">
            <a:xfrm>
              <a:off x="6324600" y="3792538"/>
              <a:ext cx="131763" cy="360363"/>
            </a:xfrm>
            <a:custGeom>
              <a:avLst/>
              <a:gdLst>
                <a:gd name="T0" fmla="*/ 23 w 23"/>
                <a:gd name="T1" fmla="*/ 26 h 63"/>
                <a:gd name="T2" fmla="*/ 21 w 23"/>
                <a:gd name="T3" fmla="*/ 34 h 63"/>
                <a:gd name="T4" fmla="*/ 19 w 23"/>
                <a:gd name="T5" fmla="*/ 54 h 63"/>
                <a:gd name="T6" fmla="*/ 13 w 23"/>
                <a:gd name="T7" fmla="*/ 62 h 63"/>
                <a:gd name="T8" fmla="*/ 10 w 23"/>
                <a:gd name="T9" fmla="*/ 63 h 63"/>
                <a:gd name="T10" fmla="*/ 0 w 23"/>
                <a:gd name="T11" fmla="*/ 62 h 63"/>
                <a:gd name="T12" fmla="*/ 5 w 23"/>
                <a:gd name="T13" fmla="*/ 0 h 63"/>
                <a:gd name="T14" fmla="*/ 13 w 23"/>
                <a:gd name="T15" fmla="*/ 1 h 63"/>
                <a:gd name="T16" fmla="*/ 23 w 23"/>
                <a:gd name="T17" fmla="*/ 26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63">
                  <a:moveTo>
                    <a:pt x="23" y="26"/>
                  </a:moveTo>
                  <a:cubicBezTo>
                    <a:pt x="23" y="29"/>
                    <a:pt x="22" y="31"/>
                    <a:pt x="21" y="34"/>
                  </a:cubicBezTo>
                  <a:cubicBezTo>
                    <a:pt x="21" y="35"/>
                    <a:pt x="20" y="50"/>
                    <a:pt x="19" y="54"/>
                  </a:cubicBezTo>
                  <a:cubicBezTo>
                    <a:pt x="19" y="56"/>
                    <a:pt x="17" y="61"/>
                    <a:pt x="13" y="62"/>
                  </a:cubicBezTo>
                  <a:cubicBezTo>
                    <a:pt x="12" y="63"/>
                    <a:pt x="11" y="63"/>
                    <a:pt x="10" y="63"/>
                  </a:cubicBezTo>
                  <a:cubicBezTo>
                    <a:pt x="3" y="62"/>
                    <a:pt x="0" y="62"/>
                    <a:pt x="0" y="62"/>
                  </a:cubicBezTo>
                  <a:cubicBezTo>
                    <a:pt x="0" y="62"/>
                    <a:pt x="8" y="22"/>
                    <a:pt x="5" y="0"/>
                  </a:cubicBezTo>
                  <a:cubicBezTo>
                    <a:pt x="13" y="1"/>
                    <a:pt x="13" y="1"/>
                    <a:pt x="13" y="1"/>
                  </a:cubicBezTo>
                  <a:cubicBezTo>
                    <a:pt x="13" y="1"/>
                    <a:pt x="17" y="19"/>
                    <a:pt x="23" y="26"/>
                  </a:cubicBezTo>
                  <a:close/>
                </a:path>
              </a:pathLst>
            </a:custGeom>
            <a:solidFill>
              <a:srgbClr val="FA9F9C"/>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17">
              <a:extLst>
                <a:ext uri="{FF2B5EF4-FFF2-40B4-BE49-F238E27FC236}">
                  <a16:creationId xmlns:a16="http://schemas.microsoft.com/office/drawing/2014/main" id="{3E67FC6E-679C-4B7D-9F05-FF6856EDEB60}"/>
                </a:ext>
              </a:extLst>
            </p:cNvPr>
            <p:cNvSpPr>
              <a:spLocks/>
            </p:cNvSpPr>
            <p:nvPr/>
          </p:nvSpPr>
          <p:spPr bwMode="auto">
            <a:xfrm>
              <a:off x="6324600" y="4010025"/>
              <a:ext cx="74613" cy="142875"/>
            </a:xfrm>
            <a:custGeom>
              <a:avLst/>
              <a:gdLst>
                <a:gd name="T0" fmla="*/ 13 w 13"/>
                <a:gd name="T1" fmla="*/ 24 h 25"/>
                <a:gd name="T2" fmla="*/ 10 w 13"/>
                <a:gd name="T3" fmla="*/ 25 h 25"/>
                <a:gd name="T4" fmla="*/ 0 w 13"/>
                <a:gd name="T5" fmla="*/ 24 h 25"/>
                <a:gd name="T6" fmla="*/ 4 w 13"/>
                <a:gd name="T7" fmla="*/ 0 h 25"/>
                <a:gd name="T8" fmla="*/ 13 w 13"/>
                <a:gd name="T9" fmla="*/ 24 h 25"/>
              </a:gdLst>
              <a:ahLst/>
              <a:cxnLst>
                <a:cxn ang="0">
                  <a:pos x="T0" y="T1"/>
                </a:cxn>
                <a:cxn ang="0">
                  <a:pos x="T2" y="T3"/>
                </a:cxn>
                <a:cxn ang="0">
                  <a:pos x="T4" y="T5"/>
                </a:cxn>
                <a:cxn ang="0">
                  <a:pos x="T6" y="T7"/>
                </a:cxn>
                <a:cxn ang="0">
                  <a:pos x="T8" y="T9"/>
                </a:cxn>
              </a:cxnLst>
              <a:rect l="0" t="0" r="r" b="b"/>
              <a:pathLst>
                <a:path w="13" h="25">
                  <a:moveTo>
                    <a:pt x="13" y="24"/>
                  </a:moveTo>
                  <a:cubicBezTo>
                    <a:pt x="12" y="25"/>
                    <a:pt x="11" y="25"/>
                    <a:pt x="10" y="25"/>
                  </a:cubicBezTo>
                  <a:cubicBezTo>
                    <a:pt x="3" y="24"/>
                    <a:pt x="0" y="24"/>
                    <a:pt x="0" y="24"/>
                  </a:cubicBezTo>
                  <a:cubicBezTo>
                    <a:pt x="4" y="0"/>
                    <a:pt x="4" y="0"/>
                    <a:pt x="4" y="0"/>
                  </a:cubicBezTo>
                  <a:cubicBezTo>
                    <a:pt x="4" y="9"/>
                    <a:pt x="9" y="18"/>
                    <a:pt x="13" y="24"/>
                  </a:cubicBezTo>
                  <a:close/>
                </a:path>
              </a:pathLst>
            </a:custGeom>
            <a:gradFill>
              <a:gsLst>
                <a:gs pos="0">
                  <a:srgbClr val="4BC3E2">
                    <a:alpha val="63000"/>
                  </a:srgbClr>
                </a:gs>
                <a:gs pos="51000">
                  <a:srgbClr val="4BC3E2">
                    <a:alpha val="0"/>
                  </a:srgbClr>
                </a:gs>
              </a:gsLst>
              <a:lin ang="16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 name="Freeform 18">
              <a:extLst>
                <a:ext uri="{FF2B5EF4-FFF2-40B4-BE49-F238E27FC236}">
                  <a16:creationId xmlns:a16="http://schemas.microsoft.com/office/drawing/2014/main" id="{3E28299F-82DC-4BAC-A5BB-7B5EA5A95BC3}"/>
                </a:ext>
              </a:extLst>
            </p:cNvPr>
            <p:cNvSpPr>
              <a:spLocks noEditPoints="1"/>
            </p:cNvSpPr>
            <p:nvPr/>
          </p:nvSpPr>
          <p:spPr bwMode="auto">
            <a:xfrm>
              <a:off x="4832350" y="3162300"/>
              <a:ext cx="1503363" cy="2624138"/>
            </a:xfrm>
            <a:custGeom>
              <a:avLst/>
              <a:gdLst>
                <a:gd name="T0" fmla="*/ 258 w 262"/>
                <a:gd name="T1" fmla="*/ 413 h 458"/>
                <a:gd name="T2" fmla="*/ 208 w 262"/>
                <a:gd name="T3" fmla="*/ 314 h 458"/>
                <a:gd name="T4" fmla="*/ 214 w 262"/>
                <a:gd name="T5" fmla="*/ 201 h 458"/>
                <a:gd name="T6" fmla="*/ 225 w 262"/>
                <a:gd name="T7" fmla="*/ 192 h 458"/>
                <a:gd name="T8" fmla="*/ 217 w 262"/>
                <a:gd name="T9" fmla="*/ 182 h 458"/>
                <a:gd name="T10" fmla="*/ 216 w 262"/>
                <a:gd name="T11" fmla="*/ 182 h 458"/>
                <a:gd name="T12" fmla="*/ 216 w 262"/>
                <a:gd name="T13" fmla="*/ 182 h 458"/>
                <a:gd name="T14" fmla="*/ 215 w 262"/>
                <a:gd name="T15" fmla="*/ 182 h 458"/>
                <a:gd name="T16" fmla="*/ 215 w 262"/>
                <a:gd name="T17" fmla="*/ 182 h 458"/>
                <a:gd name="T18" fmla="*/ 213 w 262"/>
                <a:gd name="T19" fmla="*/ 151 h 458"/>
                <a:gd name="T20" fmla="*/ 217 w 262"/>
                <a:gd name="T21" fmla="*/ 90 h 458"/>
                <a:gd name="T22" fmla="*/ 222 w 262"/>
                <a:gd name="T23" fmla="*/ 56 h 458"/>
                <a:gd name="T24" fmla="*/ 202 w 262"/>
                <a:gd name="T25" fmla="*/ 1 h 458"/>
                <a:gd name="T26" fmla="*/ 179 w 262"/>
                <a:gd name="T27" fmla="*/ 12 h 458"/>
                <a:gd name="T28" fmla="*/ 145 w 262"/>
                <a:gd name="T29" fmla="*/ 66 h 458"/>
                <a:gd name="T30" fmla="*/ 154 w 262"/>
                <a:gd name="T31" fmla="*/ 93 h 458"/>
                <a:gd name="T32" fmla="*/ 164 w 262"/>
                <a:gd name="T33" fmla="*/ 119 h 458"/>
                <a:gd name="T34" fmla="*/ 171 w 262"/>
                <a:gd name="T35" fmla="*/ 151 h 458"/>
                <a:gd name="T36" fmla="*/ 170 w 262"/>
                <a:gd name="T37" fmla="*/ 180 h 458"/>
                <a:gd name="T38" fmla="*/ 149 w 262"/>
                <a:gd name="T39" fmla="*/ 196 h 458"/>
                <a:gd name="T40" fmla="*/ 94 w 262"/>
                <a:gd name="T41" fmla="*/ 213 h 458"/>
                <a:gd name="T42" fmla="*/ 94 w 262"/>
                <a:gd name="T43" fmla="*/ 213 h 458"/>
                <a:gd name="T44" fmla="*/ 38 w 262"/>
                <a:gd name="T45" fmla="*/ 292 h 458"/>
                <a:gd name="T46" fmla="*/ 23 w 262"/>
                <a:gd name="T47" fmla="*/ 408 h 458"/>
                <a:gd name="T48" fmla="*/ 104 w 262"/>
                <a:gd name="T49" fmla="*/ 409 h 458"/>
                <a:gd name="T50" fmla="*/ 104 w 262"/>
                <a:gd name="T51" fmla="*/ 413 h 458"/>
                <a:gd name="T52" fmla="*/ 109 w 262"/>
                <a:gd name="T53" fmla="*/ 458 h 458"/>
                <a:gd name="T54" fmla="*/ 260 w 262"/>
                <a:gd name="T55" fmla="*/ 458 h 458"/>
                <a:gd name="T56" fmla="*/ 258 w 262"/>
                <a:gd name="T57" fmla="*/ 413 h 458"/>
                <a:gd name="T58" fmla="*/ 76 w 262"/>
                <a:gd name="T59" fmla="*/ 350 h 458"/>
                <a:gd name="T60" fmla="*/ 95 w 262"/>
                <a:gd name="T61" fmla="*/ 329 h 458"/>
                <a:gd name="T62" fmla="*/ 97 w 262"/>
                <a:gd name="T63" fmla="*/ 350 h 458"/>
                <a:gd name="T64" fmla="*/ 76 w 262"/>
                <a:gd name="T65" fmla="*/ 35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2" h="458">
                  <a:moveTo>
                    <a:pt x="258" y="413"/>
                  </a:moveTo>
                  <a:cubicBezTo>
                    <a:pt x="250" y="382"/>
                    <a:pt x="229" y="355"/>
                    <a:pt x="208" y="314"/>
                  </a:cubicBezTo>
                  <a:cubicBezTo>
                    <a:pt x="177" y="255"/>
                    <a:pt x="214" y="201"/>
                    <a:pt x="214" y="201"/>
                  </a:cubicBezTo>
                  <a:cubicBezTo>
                    <a:pt x="214" y="201"/>
                    <a:pt x="223" y="201"/>
                    <a:pt x="225" y="192"/>
                  </a:cubicBezTo>
                  <a:cubicBezTo>
                    <a:pt x="226" y="185"/>
                    <a:pt x="220" y="183"/>
                    <a:pt x="217" y="182"/>
                  </a:cubicBezTo>
                  <a:cubicBezTo>
                    <a:pt x="217" y="182"/>
                    <a:pt x="216" y="182"/>
                    <a:pt x="216" y="182"/>
                  </a:cubicBezTo>
                  <a:cubicBezTo>
                    <a:pt x="216" y="182"/>
                    <a:pt x="216" y="182"/>
                    <a:pt x="216" y="182"/>
                  </a:cubicBezTo>
                  <a:cubicBezTo>
                    <a:pt x="216" y="182"/>
                    <a:pt x="215" y="182"/>
                    <a:pt x="215" y="182"/>
                  </a:cubicBezTo>
                  <a:cubicBezTo>
                    <a:pt x="215" y="182"/>
                    <a:pt x="215" y="182"/>
                    <a:pt x="215" y="182"/>
                  </a:cubicBezTo>
                  <a:cubicBezTo>
                    <a:pt x="214" y="177"/>
                    <a:pt x="213" y="166"/>
                    <a:pt x="213" y="151"/>
                  </a:cubicBezTo>
                  <a:cubicBezTo>
                    <a:pt x="214" y="133"/>
                    <a:pt x="215" y="111"/>
                    <a:pt x="217" y="90"/>
                  </a:cubicBezTo>
                  <a:cubicBezTo>
                    <a:pt x="219" y="78"/>
                    <a:pt x="220" y="66"/>
                    <a:pt x="222" y="56"/>
                  </a:cubicBezTo>
                  <a:cubicBezTo>
                    <a:pt x="229" y="19"/>
                    <a:pt x="202" y="1"/>
                    <a:pt x="202" y="1"/>
                  </a:cubicBezTo>
                  <a:cubicBezTo>
                    <a:pt x="194" y="0"/>
                    <a:pt x="179" y="12"/>
                    <a:pt x="179" y="12"/>
                  </a:cubicBezTo>
                  <a:cubicBezTo>
                    <a:pt x="149" y="27"/>
                    <a:pt x="145" y="65"/>
                    <a:pt x="145" y="66"/>
                  </a:cubicBezTo>
                  <a:cubicBezTo>
                    <a:pt x="145" y="67"/>
                    <a:pt x="149" y="78"/>
                    <a:pt x="154" y="93"/>
                  </a:cubicBezTo>
                  <a:cubicBezTo>
                    <a:pt x="157" y="101"/>
                    <a:pt x="160" y="110"/>
                    <a:pt x="164" y="119"/>
                  </a:cubicBezTo>
                  <a:cubicBezTo>
                    <a:pt x="168" y="129"/>
                    <a:pt x="170" y="141"/>
                    <a:pt x="171" y="151"/>
                  </a:cubicBezTo>
                  <a:cubicBezTo>
                    <a:pt x="172" y="167"/>
                    <a:pt x="170" y="180"/>
                    <a:pt x="170" y="180"/>
                  </a:cubicBezTo>
                  <a:cubicBezTo>
                    <a:pt x="154" y="181"/>
                    <a:pt x="149" y="196"/>
                    <a:pt x="149" y="196"/>
                  </a:cubicBezTo>
                  <a:cubicBezTo>
                    <a:pt x="149" y="196"/>
                    <a:pt x="103" y="205"/>
                    <a:pt x="94" y="213"/>
                  </a:cubicBezTo>
                  <a:cubicBezTo>
                    <a:pt x="94" y="213"/>
                    <a:pt x="94" y="213"/>
                    <a:pt x="94" y="213"/>
                  </a:cubicBezTo>
                  <a:cubicBezTo>
                    <a:pt x="80" y="219"/>
                    <a:pt x="59" y="238"/>
                    <a:pt x="38" y="292"/>
                  </a:cubicBezTo>
                  <a:cubicBezTo>
                    <a:pt x="5" y="376"/>
                    <a:pt x="0" y="402"/>
                    <a:pt x="23" y="408"/>
                  </a:cubicBezTo>
                  <a:cubicBezTo>
                    <a:pt x="32" y="410"/>
                    <a:pt x="66" y="410"/>
                    <a:pt x="104" y="409"/>
                  </a:cubicBezTo>
                  <a:cubicBezTo>
                    <a:pt x="104" y="410"/>
                    <a:pt x="104" y="411"/>
                    <a:pt x="104" y="413"/>
                  </a:cubicBezTo>
                  <a:cubicBezTo>
                    <a:pt x="107" y="435"/>
                    <a:pt x="109" y="452"/>
                    <a:pt x="109" y="458"/>
                  </a:cubicBezTo>
                  <a:cubicBezTo>
                    <a:pt x="260" y="458"/>
                    <a:pt x="260" y="458"/>
                    <a:pt x="260" y="458"/>
                  </a:cubicBezTo>
                  <a:cubicBezTo>
                    <a:pt x="262" y="441"/>
                    <a:pt x="261" y="426"/>
                    <a:pt x="258" y="413"/>
                  </a:cubicBezTo>
                  <a:close/>
                  <a:moveTo>
                    <a:pt x="76" y="350"/>
                  </a:moveTo>
                  <a:cubicBezTo>
                    <a:pt x="76" y="350"/>
                    <a:pt x="85" y="341"/>
                    <a:pt x="95" y="329"/>
                  </a:cubicBezTo>
                  <a:cubicBezTo>
                    <a:pt x="96" y="336"/>
                    <a:pt x="97" y="343"/>
                    <a:pt x="97" y="350"/>
                  </a:cubicBezTo>
                  <a:cubicBezTo>
                    <a:pt x="85" y="350"/>
                    <a:pt x="76" y="350"/>
                    <a:pt x="76" y="350"/>
                  </a:cubicBezTo>
                  <a:close/>
                </a:path>
              </a:pathLst>
            </a:custGeom>
            <a:gradFill flip="none" rotWithShape="1">
              <a:gsLst>
                <a:gs pos="100000">
                  <a:srgbClr val="7289F2">
                    <a:alpha val="0"/>
                  </a:srgbClr>
                </a:gs>
                <a:gs pos="26000">
                  <a:srgbClr val="7289F2">
                    <a:alpha val="54000"/>
                  </a:srgbClr>
                </a:gs>
              </a:gsLst>
              <a:lin ang="7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9" name="Freeform 19">
              <a:extLst>
                <a:ext uri="{FF2B5EF4-FFF2-40B4-BE49-F238E27FC236}">
                  <a16:creationId xmlns:a16="http://schemas.microsoft.com/office/drawing/2014/main" id="{1F1055DB-0FAF-42E9-A9D9-33EEEA5E5D53}"/>
                </a:ext>
              </a:extLst>
            </p:cNvPr>
            <p:cNvSpPr>
              <a:spLocks/>
            </p:cNvSpPr>
            <p:nvPr/>
          </p:nvSpPr>
          <p:spPr bwMode="auto">
            <a:xfrm>
              <a:off x="5192713" y="5167313"/>
              <a:ext cx="236538" cy="338138"/>
            </a:xfrm>
            <a:custGeom>
              <a:avLst/>
              <a:gdLst>
                <a:gd name="T0" fmla="*/ 13 w 41"/>
                <a:gd name="T1" fmla="*/ 0 h 59"/>
                <a:gd name="T2" fmla="*/ 41 w 41"/>
                <a:gd name="T3" fmla="*/ 59 h 59"/>
                <a:gd name="T4" fmla="*/ 34 w 41"/>
                <a:gd name="T5" fmla="*/ 0 h 59"/>
                <a:gd name="T6" fmla="*/ 13 w 41"/>
                <a:gd name="T7" fmla="*/ 0 h 59"/>
              </a:gdLst>
              <a:ahLst/>
              <a:cxnLst>
                <a:cxn ang="0">
                  <a:pos x="T0" y="T1"/>
                </a:cxn>
                <a:cxn ang="0">
                  <a:pos x="T2" y="T3"/>
                </a:cxn>
                <a:cxn ang="0">
                  <a:pos x="T4" y="T5"/>
                </a:cxn>
                <a:cxn ang="0">
                  <a:pos x="T6" y="T7"/>
                </a:cxn>
              </a:cxnLst>
              <a:rect l="0" t="0" r="r" b="b"/>
              <a:pathLst>
                <a:path w="41" h="59">
                  <a:moveTo>
                    <a:pt x="13" y="0"/>
                  </a:moveTo>
                  <a:cubicBezTo>
                    <a:pt x="13" y="0"/>
                    <a:pt x="0" y="45"/>
                    <a:pt x="41" y="59"/>
                  </a:cubicBezTo>
                  <a:cubicBezTo>
                    <a:pt x="34" y="0"/>
                    <a:pt x="34" y="0"/>
                    <a:pt x="34" y="0"/>
                  </a:cubicBezTo>
                  <a:lnTo>
                    <a:pt x="13" y="0"/>
                  </a:lnTo>
                  <a:close/>
                </a:path>
              </a:pathLst>
            </a:custGeom>
            <a:solidFill>
              <a:srgbClr val="829CF3">
                <a:alpha val="26000"/>
              </a:srgb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0" name="Freeform 20">
              <a:extLst>
                <a:ext uri="{FF2B5EF4-FFF2-40B4-BE49-F238E27FC236}">
                  <a16:creationId xmlns:a16="http://schemas.microsoft.com/office/drawing/2014/main" id="{33DD8503-AB72-4432-BEC9-FC4887059C26}"/>
                </a:ext>
              </a:extLst>
            </p:cNvPr>
            <p:cNvSpPr>
              <a:spLocks/>
            </p:cNvSpPr>
            <p:nvPr/>
          </p:nvSpPr>
          <p:spPr bwMode="auto">
            <a:xfrm>
              <a:off x="6191250" y="3625850"/>
              <a:ext cx="333375" cy="217488"/>
            </a:xfrm>
            <a:custGeom>
              <a:avLst/>
              <a:gdLst>
                <a:gd name="T0" fmla="*/ 57 w 58"/>
                <a:gd name="T1" fmla="*/ 4 h 38"/>
                <a:gd name="T2" fmla="*/ 57 w 58"/>
                <a:gd name="T3" fmla="*/ 8 h 38"/>
                <a:gd name="T4" fmla="*/ 53 w 58"/>
                <a:gd name="T5" fmla="*/ 18 h 38"/>
                <a:gd name="T6" fmla="*/ 47 w 58"/>
                <a:gd name="T7" fmla="*/ 24 h 38"/>
                <a:gd name="T8" fmla="*/ 46 w 58"/>
                <a:gd name="T9" fmla="*/ 22 h 38"/>
                <a:gd name="T10" fmla="*/ 47 w 58"/>
                <a:gd name="T11" fmla="*/ 21 h 38"/>
                <a:gd name="T12" fmla="*/ 53 w 58"/>
                <a:gd name="T13" fmla="*/ 8 h 38"/>
                <a:gd name="T14" fmla="*/ 46 w 58"/>
                <a:gd name="T15" fmla="*/ 11 h 38"/>
                <a:gd name="T16" fmla="*/ 17 w 58"/>
                <a:gd name="T17" fmla="*/ 23 h 38"/>
                <a:gd name="T18" fmla="*/ 5 w 58"/>
                <a:gd name="T19" fmla="*/ 37 h 38"/>
                <a:gd name="T20" fmla="*/ 0 w 58"/>
                <a:gd name="T21" fmla="*/ 35 h 38"/>
                <a:gd name="T22" fmla="*/ 15 w 58"/>
                <a:gd name="T23" fmla="*/ 20 h 38"/>
                <a:gd name="T24" fmla="*/ 46 w 58"/>
                <a:gd name="T25" fmla="*/ 7 h 38"/>
                <a:gd name="T26" fmla="*/ 52 w 58"/>
                <a:gd name="T27" fmla="*/ 4 h 38"/>
                <a:gd name="T28" fmla="*/ 46 w 58"/>
                <a:gd name="T29" fmla="*/ 2 h 38"/>
                <a:gd name="T30" fmla="*/ 46 w 58"/>
                <a:gd name="T31" fmla="*/ 0 h 38"/>
                <a:gd name="T32" fmla="*/ 53 w 58"/>
                <a:gd name="T33" fmla="*/ 1 h 38"/>
                <a:gd name="T34" fmla="*/ 57 w 58"/>
                <a:gd name="T35" fmla="*/ 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 h="38">
                  <a:moveTo>
                    <a:pt x="57" y="4"/>
                  </a:moveTo>
                  <a:cubicBezTo>
                    <a:pt x="57" y="8"/>
                    <a:pt x="57" y="8"/>
                    <a:pt x="57" y="8"/>
                  </a:cubicBezTo>
                  <a:cubicBezTo>
                    <a:pt x="57" y="8"/>
                    <a:pt x="56" y="12"/>
                    <a:pt x="53" y="18"/>
                  </a:cubicBezTo>
                  <a:cubicBezTo>
                    <a:pt x="51" y="23"/>
                    <a:pt x="48" y="24"/>
                    <a:pt x="47" y="24"/>
                  </a:cubicBezTo>
                  <a:cubicBezTo>
                    <a:pt x="46" y="23"/>
                    <a:pt x="46" y="22"/>
                    <a:pt x="46" y="22"/>
                  </a:cubicBezTo>
                  <a:cubicBezTo>
                    <a:pt x="47" y="21"/>
                    <a:pt x="47" y="21"/>
                    <a:pt x="47" y="21"/>
                  </a:cubicBezTo>
                  <a:cubicBezTo>
                    <a:pt x="54" y="20"/>
                    <a:pt x="53" y="8"/>
                    <a:pt x="53" y="8"/>
                  </a:cubicBezTo>
                  <a:cubicBezTo>
                    <a:pt x="46" y="11"/>
                    <a:pt x="46" y="11"/>
                    <a:pt x="46" y="11"/>
                  </a:cubicBezTo>
                  <a:cubicBezTo>
                    <a:pt x="17" y="23"/>
                    <a:pt x="17" y="23"/>
                    <a:pt x="17" y="23"/>
                  </a:cubicBezTo>
                  <a:cubicBezTo>
                    <a:pt x="17" y="23"/>
                    <a:pt x="7" y="35"/>
                    <a:pt x="5" y="37"/>
                  </a:cubicBezTo>
                  <a:cubicBezTo>
                    <a:pt x="3" y="38"/>
                    <a:pt x="0" y="38"/>
                    <a:pt x="0" y="35"/>
                  </a:cubicBezTo>
                  <a:cubicBezTo>
                    <a:pt x="0" y="33"/>
                    <a:pt x="15" y="20"/>
                    <a:pt x="15" y="20"/>
                  </a:cubicBezTo>
                  <a:cubicBezTo>
                    <a:pt x="46" y="7"/>
                    <a:pt x="46" y="7"/>
                    <a:pt x="46" y="7"/>
                  </a:cubicBezTo>
                  <a:cubicBezTo>
                    <a:pt x="52" y="4"/>
                    <a:pt x="52" y="4"/>
                    <a:pt x="52" y="4"/>
                  </a:cubicBezTo>
                  <a:cubicBezTo>
                    <a:pt x="46" y="2"/>
                    <a:pt x="46" y="2"/>
                    <a:pt x="46" y="2"/>
                  </a:cubicBezTo>
                  <a:cubicBezTo>
                    <a:pt x="46" y="2"/>
                    <a:pt x="46" y="1"/>
                    <a:pt x="46" y="0"/>
                  </a:cubicBezTo>
                  <a:cubicBezTo>
                    <a:pt x="48" y="0"/>
                    <a:pt x="50" y="1"/>
                    <a:pt x="53" y="1"/>
                  </a:cubicBezTo>
                  <a:cubicBezTo>
                    <a:pt x="58" y="2"/>
                    <a:pt x="57" y="4"/>
                    <a:pt x="57" y="4"/>
                  </a:cubicBezTo>
                  <a:close/>
                </a:path>
              </a:pathLst>
            </a:custGeom>
            <a:solidFill>
              <a:srgbClr val="0A0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Shape 24">
              <a:extLst>
                <a:ext uri="{FF2B5EF4-FFF2-40B4-BE49-F238E27FC236}">
                  <a16:creationId xmlns:a16="http://schemas.microsoft.com/office/drawing/2014/main" id="{5734A953-9B6C-444B-B25F-6DF0B880B296}"/>
                </a:ext>
              </a:extLst>
            </p:cNvPr>
            <p:cNvSpPr/>
            <p:nvPr/>
          </p:nvSpPr>
          <p:spPr>
            <a:xfrm>
              <a:off x="6538394" y="3930239"/>
              <a:ext cx="104950" cy="82726"/>
            </a:xfrm>
            <a:custGeom>
              <a:avLst/>
              <a:gdLst>
                <a:gd name="connsiteX0" fmla="*/ 519 w 104950"/>
                <a:gd name="connsiteY0" fmla="*/ 1205 h 82726"/>
                <a:gd name="connsiteX1" fmla="*/ 64812 w 104950"/>
                <a:gd name="connsiteY1" fmla="*/ 36924 h 82726"/>
                <a:gd name="connsiteX2" fmla="*/ 102912 w 104950"/>
                <a:gd name="connsiteY2" fmla="*/ 82167 h 82726"/>
                <a:gd name="connsiteX3" fmla="*/ 519 w 104950"/>
                <a:gd name="connsiteY3" fmla="*/ 1205 h 82726"/>
              </a:gdLst>
              <a:ahLst/>
              <a:cxnLst>
                <a:cxn ang="0">
                  <a:pos x="connsiteX0" y="connsiteY0"/>
                </a:cxn>
                <a:cxn ang="0">
                  <a:pos x="connsiteX1" y="connsiteY1"/>
                </a:cxn>
                <a:cxn ang="0">
                  <a:pos x="connsiteX2" y="connsiteY2"/>
                </a:cxn>
                <a:cxn ang="0">
                  <a:pos x="connsiteX3" y="connsiteY3"/>
                </a:cxn>
              </a:cxnLst>
              <a:rect l="l" t="t" r="r" b="b"/>
              <a:pathLst>
                <a:path w="104950" h="82726">
                  <a:moveTo>
                    <a:pt x="519" y="1205"/>
                  </a:moveTo>
                  <a:cubicBezTo>
                    <a:pt x="-5831" y="-6335"/>
                    <a:pt x="47747" y="23430"/>
                    <a:pt x="64812" y="36924"/>
                  </a:cubicBezTo>
                  <a:cubicBezTo>
                    <a:pt x="81877" y="50418"/>
                    <a:pt x="113231" y="87723"/>
                    <a:pt x="102912" y="82167"/>
                  </a:cubicBezTo>
                  <a:cubicBezTo>
                    <a:pt x="92593" y="76611"/>
                    <a:pt x="6869" y="8745"/>
                    <a:pt x="519" y="1205"/>
                  </a:cubicBezTo>
                  <a:close/>
                </a:path>
              </a:pathLst>
            </a:custGeom>
            <a:solidFill>
              <a:srgbClr val="0A0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0" name="Freeform: Shape 149">
              <a:extLst>
                <a:ext uri="{FF2B5EF4-FFF2-40B4-BE49-F238E27FC236}">
                  <a16:creationId xmlns:a16="http://schemas.microsoft.com/office/drawing/2014/main" id="{0981B24C-CD45-4505-87DD-EBA799A608A0}"/>
                </a:ext>
              </a:extLst>
            </p:cNvPr>
            <p:cNvSpPr/>
            <p:nvPr/>
          </p:nvSpPr>
          <p:spPr>
            <a:xfrm>
              <a:off x="6586362" y="3924595"/>
              <a:ext cx="104950" cy="82726"/>
            </a:xfrm>
            <a:custGeom>
              <a:avLst/>
              <a:gdLst>
                <a:gd name="connsiteX0" fmla="*/ 519 w 104950"/>
                <a:gd name="connsiteY0" fmla="*/ 1205 h 82726"/>
                <a:gd name="connsiteX1" fmla="*/ 64812 w 104950"/>
                <a:gd name="connsiteY1" fmla="*/ 36924 h 82726"/>
                <a:gd name="connsiteX2" fmla="*/ 102912 w 104950"/>
                <a:gd name="connsiteY2" fmla="*/ 82167 h 82726"/>
                <a:gd name="connsiteX3" fmla="*/ 519 w 104950"/>
                <a:gd name="connsiteY3" fmla="*/ 1205 h 82726"/>
              </a:gdLst>
              <a:ahLst/>
              <a:cxnLst>
                <a:cxn ang="0">
                  <a:pos x="connsiteX0" y="connsiteY0"/>
                </a:cxn>
                <a:cxn ang="0">
                  <a:pos x="connsiteX1" y="connsiteY1"/>
                </a:cxn>
                <a:cxn ang="0">
                  <a:pos x="connsiteX2" y="connsiteY2"/>
                </a:cxn>
                <a:cxn ang="0">
                  <a:pos x="connsiteX3" y="connsiteY3"/>
                </a:cxn>
              </a:cxnLst>
              <a:rect l="l" t="t" r="r" b="b"/>
              <a:pathLst>
                <a:path w="104950" h="82726">
                  <a:moveTo>
                    <a:pt x="519" y="1205"/>
                  </a:moveTo>
                  <a:cubicBezTo>
                    <a:pt x="-5831" y="-6335"/>
                    <a:pt x="47747" y="23430"/>
                    <a:pt x="64812" y="36924"/>
                  </a:cubicBezTo>
                  <a:cubicBezTo>
                    <a:pt x="81877" y="50418"/>
                    <a:pt x="113231" y="87723"/>
                    <a:pt x="102912" y="82167"/>
                  </a:cubicBezTo>
                  <a:cubicBezTo>
                    <a:pt x="92593" y="76611"/>
                    <a:pt x="6869" y="8745"/>
                    <a:pt x="519" y="1205"/>
                  </a:cubicBezTo>
                  <a:close/>
                </a:path>
              </a:pathLst>
            </a:custGeom>
            <a:solidFill>
              <a:srgbClr val="0A0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Shape 25">
              <a:extLst>
                <a:ext uri="{FF2B5EF4-FFF2-40B4-BE49-F238E27FC236}">
                  <a16:creationId xmlns:a16="http://schemas.microsoft.com/office/drawing/2014/main" id="{95F849CF-BB96-4670-91B9-CF85441BB33B}"/>
                </a:ext>
              </a:extLst>
            </p:cNvPr>
            <p:cNvSpPr/>
            <p:nvPr/>
          </p:nvSpPr>
          <p:spPr>
            <a:xfrm>
              <a:off x="5832786" y="4279895"/>
              <a:ext cx="465015" cy="55559"/>
            </a:xfrm>
            <a:custGeom>
              <a:avLst/>
              <a:gdLst>
                <a:gd name="connsiteX0" fmla="*/ 456889 w 465015"/>
                <a:gd name="connsiteY0" fmla="*/ 50805 h 55559"/>
                <a:gd name="connsiteX1" fmla="*/ 2864 w 465015"/>
                <a:gd name="connsiteY1" fmla="*/ 5 h 55559"/>
                <a:gd name="connsiteX2" fmla="*/ 272739 w 465015"/>
                <a:gd name="connsiteY2" fmla="*/ 47630 h 55559"/>
                <a:gd name="connsiteX3" fmla="*/ 456889 w 465015"/>
                <a:gd name="connsiteY3" fmla="*/ 50805 h 55559"/>
              </a:gdLst>
              <a:ahLst/>
              <a:cxnLst>
                <a:cxn ang="0">
                  <a:pos x="connsiteX0" y="connsiteY0"/>
                </a:cxn>
                <a:cxn ang="0">
                  <a:pos x="connsiteX1" y="connsiteY1"/>
                </a:cxn>
                <a:cxn ang="0">
                  <a:pos x="connsiteX2" y="connsiteY2"/>
                </a:cxn>
                <a:cxn ang="0">
                  <a:pos x="connsiteX3" y="connsiteY3"/>
                </a:cxn>
              </a:cxnLst>
              <a:rect l="l" t="t" r="r" b="b"/>
              <a:pathLst>
                <a:path w="465015" h="55559">
                  <a:moveTo>
                    <a:pt x="456889" y="50805"/>
                  </a:moveTo>
                  <a:cubicBezTo>
                    <a:pt x="411910" y="42867"/>
                    <a:pt x="33556" y="534"/>
                    <a:pt x="2864" y="5"/>
                  </a:cubicBezTo>
                  <a:cubicBezTo>
                    <a:pt x="-27828" y="-524"/>
                    <a:pt x="196539" y="39163"/>
                    <a:pt x="272739" y="47630"/>
                  </a:cubicBezTo>
                  <a:cubicBezTo>
                    <a:pt x="348939" y="56097"/>
                    <a:pt x="501868" y="58743"/>
                    <a:pt x="456889" y="50805"/>
                  </a:cubicBezTo>
                  <a:close/>
                </a:path>
              </a:pathLst>
            </a:custGeom>
            <a:solidFill>
              <a:srgbClr val="0A0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nvGrpSpPr>
          <p:cNvPr id="38" name="Group 37" descr="This image is an icon of three people and a globe. ">
            <a:extLst>
              <a:ext uri="{FF2B5EF4-FFF2-40B4-BE49-F238E27FC236}">
                <a16:creationId xmlns:a16="http://schemas.microsoft.com/office/drawing/2014/main" id="{A990E334-4A7D-4F5C-A904-F305BFAA954B}"/>
              </a:ext>
            </a:extLst>
          </p:cNvPr>
          <p:cNvGrpSpPr/>
          <p:nvPr/>
        </p:nvGrpSpPr>
        <p:grpSpPr>
          <a:xfrm>
            <a:off x="8229600" y="4182253"/>
            <a:ext cx="1271588" cy="1273175"/>
            <a:chOff x="8229600" y="4162425"/>
            <a:chExt cx="1271588" cy="1273175"/>
          </a:xfrm>
        </p:grpSpPr>
        <p:sp>
          <p:nvSpPr>
            <p:cNvPr id="36" name="Oval 28">
              <a:extLst>
                <a:ext uri="{FF2B5EF4-FFF2-40B4-BE49-F238E27FC236}">
                  <a16:creationId xmlns:a16="http://schemas.microsoft.com/office/drawing/2014/main" id="{4699FCCF-8ACA-4F41-97A7-AD2C08AE5E98}"/>
                </a:ext>
              </a:extLst>
            </p:cNvPr>
            <p:cNvSpPr>
              <a:spLocks noChangeArrowheads="1"/>
            </p:cNvSpPr>
            <p:nvPr/>
          </p:nvSpPr>
          <p:spPr bwMode="auto">
            <a:xfrm>
              <a:off x="8229600" y="4162425"/>
              <a:ext cx="1271588" cy="1273175"/>
            </a:xfrm>
            <a:prstGeom prst="ellipse">
              <a:avLst/>
            </a:prstGeom>
            <a:gradFill>
              <a:gsLst>
                <a:gs pos="0">
                  <a:srgbClr val="7CEFD8"/>
                </a:gs>
                <a:gs pos="50000">
                  <a:srgbClr val="6672E4"/>
                </a:gs>
                <a:gs pos="100000">
                  <a:srgbClr val="882BE5"/>
                </a:gs>
              </a:gsLst>
              <a:lin ang="78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nvGrpSpPr>
            <p:cNvPr id="202" name="Group 201">
              <a:extLst>
                <a:ext uri="{FF2B5EF4-FFF2-40B4-BE49-F238E27FC236}">
                  <a16:creationId xmlns:a16="http://schemas.microsoft.com/office/drawing/2014/main" id="{F63DE9C6-B298-4701-B108-E8E84885E8BC}"/>
                </a:ext>
              </a:extLst>
            </p:cNvPr>
            <p:cNvGrpSpPr/>
            <p:nvPr/>
          </p:nvGrpSpPr>
          <p:grpSpPr>
            <a:xfrm>
              <a:off x="8560253" y="4426329"/>
              <a:ext cx="610282" cy="674403"/>
              <a:chOff x="4841875" y="2895601"/>
              <a:chExt cx="344488" cy="346075"/>
            </a:xfrm>
          </p:grpSpPr>
          <p:sp>
            <p:nvSpPr>
              <p:cNvPr id="203" name="Freeform 258">
                <a:extLst>
                  <a:ext uri="{FF2B5EF4-FFF2-40B4-BE49-F238E27FC236}">
                    <a16:creationId xmlns:a16="http://schemas.microsoft.com/office/drawing/2014/main" id="{05760EEA-E70F-4460-BC2A-336F9645E04A}"/>
                  </a:ext>
                </a:extLst>
              </p:cNvPr>
              <p:cNvSpPr>
                <a:spLocks/>
              </p:cNvSpPr>
              <p:nvPr/>
            </p:nvSpPr>
            <p:spPr bwMode="auto">
              <a:xfrm>
                <a:off x="4916488" y="2895601"/>
                <a:ext cx="195263" cy="195263"/>
              </a:xfrm>
              <a:custGeom>
                <a:avLst/>
                <a:gdLst>
                  <a:gd name="T0" fmla="*/ 52 w 52"/>
                  <a:gd name="T1" fmla="*/ 26 h 52"/>
                  <a:gd name="T2" fmla="*/ 26 w 52"/>
                  <a:gd name="T3" fmla="*/ 52 h 52"/>
                  <a:gd name="T4" fmla="*/ 0 w 52"/>
                  <a:gd name="T5" fmla="*/ 25 h 52"/>
                  <a:gd name="T6" fmla="*/ 25 w 52"/>
                  <a:gd name="T7" fmla="*/ 0 h 52"/>
                  <a:gd name="T8" fmla="*/ 26 w 52"/>
                  <a:gd name="T9" fmla="*/ 0 h 52"/>
                  <a:gd name="T10" fmla="*/ 52 w 52"/>
                  <a:gd name="T11" fmla="*/ 26 h 52"/>
                </a:gdLst>
                <a:ahLst/>
                <a:cxnLst>
                  <a:cxn ang="0">
                    <a:pos x="T0" y="T1"/>
                  </a:cxn>
                  <a:cxn ang="0">
                    <a:pos x="T2" y="T3"/>
                  </a:cxn>
                  <a:cxn ang="0">
                    <a:pos x="T4" y="T5"/>
                  </a:cxn>
                  <a:cxn ang="0">
                    <a:pos x="T6" y="T7"/>
                  </a:cxn>
                  <a:cxn ang="0">
                    <a:pos x="T8" y="T9"/>
                  </a:cxn>
                  <a:cxn ang="0">
                    <a:pos x="T10" y="T11"/>
                  </a:cxn>
                </a:cxnLst>
                <a:rect l="0" t="0" r="r" b="b"/>
                <a:pathLst>
                  <a:path w="52" h="52">
                    <a:moveTo>
                      <a:pt x="52" y="26"/>
                    </a:moveTo>
                    <a:cubicBezTo>
                      <a:pt x="52" y="40"/>
                      <a:pt x="40" y="52"/>
                      <a:pt x="26" y="52"/>
                    </a:cubicBezTo>
                    <a:cubicBezTo>
                      <a:pt x="12" y="52"/>
                      <a:pt x="0" y="40"/>
                      <a:pt x="0" y="25"/>
                    </a:cubicBezTo>
                    <a:cubicBezTo>
                      <a:pt x="0" y="11"/>
                      <a:pt x="11" y="1"/>
                      <a:pt x="25" y="0"/>
                    </a:cubicBezTo>
                    <a:cubicBezTo>
                      <a:pt x="25" y="0"/>
                      <a:pt x="26" y="0"/>
                      <a:pt x="26" y="0"/>
                    </a:cubicBezTo>
                    <a:cubicBezTo>
                      <a:pt x="40" y="0"/>
                      <a:pt x="52" y="11"/>
                      <a:pt x="52" y="26"/>
                    </a:cubicBezTo>
                    <a:close/>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4" name="Freeform 259">
                <a:extLst>
                  <a:ext uri="{FF2B5EF4-FFF2-40B4-BE49-F238E27FC236}">
                    <a16:creationId xmlns:a16="http://schemas.microsoft.com/office/drawing/2014/main" id="{7AE0CD2C-CD57-47B1-B505-80D106A80804}"/>
                  </a:ext>
                </a:extLst>
              </p:cNvPr>
              <p:cNvSpPr>
                <a:spLocks/>
              </p:cNvSpPr>
              <p:nvPr/>
            </p:nvSpPr>
            <p:spPr bwMode="auto">
              <a:xfrm>
                <a:off x="4957763" y="2895601"/>
                <a:ext cx="52388" cy="195263"/>
              </a:xfrm>
              <a:custGeom>
                <a:avLst/>
                <a:gdLst>
                  <a:gd name="T0" fmla="*/ 14 w 14"/>
                  <a:gd name="T1" fmla="*/ 0 h 52"/>
                  <a:gd name="T2" fmla="*/ 14 w 14"/>
                  <a:gd name="T3" fmla="*/ 52 h 52"/>
                </a:gdLst>
                <a:ahLst/>
                <a:cxnLst>
                  <a:cxn ang="0">
                    <a:pos x="T0" y="T1"/>
                  </a:cxn>
                  <a:cxn ang="0">
                    <a:pos x="T2" y="T3"/>
                  </a:cxn>
                </a:cxnLst>
                <a:rect l="0" t="0" r="r" b="b"/>
                <a:pathLst>
                  <a:path w="14" h="52">
                    <a:moveTo>
                      <a:pt x="14" y="0"/>
                    </a:moveTo>
                    <a:cubicBezTo>
                      <a:pt x="0" y="15"/>
                      <a:pt x="0" y="34"/>
                      <a:pt x="14" y="52"/>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5" name="Freeform 260">
                <a:extLst>
                  <a:ext uri="{FF2B5EF4-FFF2-40B4-BE49-F238E27FC236}">
                    <a16:creationId xmlns:a16="http://schemas.microsoft.com/office/drawing/2014/main" id="{872A3131-C536-4756-B975-DACC55DF3723}"/>
                  </a:ext>
                </a:extLst>
              </p:cNvPr>
              <p:cNvSpPr>
                <a:spLocks/>
              </p:cNvSpPr>
              <p:nvPr/>
            </p:nvSpPr>
            <p:spPr bwMode="auto">
              <a:xfrm>
                <a:off x="5018088" y="2895601"/>
                <a:ext cx="52388" cy="195263"/>
              </a:xfrm>
              <a:custGeom>
                <a:avLst/>
                <a:gdLst>
                  <a:gd name="T0" fmla="*/ 0 w 14"/>
                  <a:gd name="T1" fmla="*/ 0 h 52"/>
                  <a:gd name="T2" fmla="*/ 0 w 14"/>
                  <a:gd name="T3" fmla="*/ 52 h 52"/>
                </a:gdLst>
                <a:ahLst/>
                <a:cxnLst>
                  <a:cxn ang="0">
                    <a:pos x="T0" y="T1"/>
                  </a:cxn>
                  <a:cxn ang="0">
                    <a:pos x="T2" y="T3"/>
                  </a:cxn>
                </a:cxnLst>
                <a:rect l="0" t="0" r="r" b="b"/>
                <a:pathLst>
                  <a:path w="14" h="52">
                    <a:moveTo>
                      <a:pt x="0" y="0"/>
                    </a:moveTo>
                    <a:cubicBezTo>
                      <a:pt x="14" y="15"/>
                      <a:pt x="14" y="34"/>
                      <a:pt x="0" y="52"/>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6" name="Line 261">
                <a:extLst>
                  <a:ext uri="{FF2B5EF4-FFF2-40B4-BE49-F238E27FC236}">
                    <a16:creationId xmlns:a16="http://schemas.microsoft.com/office/drawing/2014/main" id="{8D6C92E4-36B6-469D-8D9D-7E821A2B6AD3}"/>
                  </a:ext>
                </a:extLst>
              </p:cNvPr>
              <p:cNvSpPr>
                <a:spLocks noChangeShapeType="1"/>
              </p:cNvSpPr>
              <p:nvPr/>
            </p:nvSpPr>
            <p:spPr bwMode="auto">
              <a:xfrm>
                <a:off x="4932363" y="3044826"/>
                <a:ext cx="165100" cy="0"/>
              </a:xfrm>
              <a:prstGeom prst="line">
                <a:avLst/>
              </a:prstGeom>
              <a:noFill/>
              <a:ln w="14288"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7" name="Line 262">
                <a:extLst>
                  <a:ext uri="{FF2B5EF4-FFF2-40B4-BE49-F238E27FC236}">
                    <a16:creationId xmlns:a16="http://schemas.microsoft.com/office/drawing/2014/main" id="{B9D7D31E-100C-4875-91DB-E3AA306D1C1C}"/>
                  </a:ext>
                </a:extLst>
              </p:cNvPr>
              <p:cNvSpPr>
                <a:spLocks noChangeShapeType="1"/>
              </p:cNvSpPr>
              <p:nvPr/>
            </p:nvSpPr>
            <p:spPr bwMode="auto">
              <a:xfrm>
                <a:off x="4932363" y="2940051"/>
                <a:ext cx="165100" cy="0"/>
              </a:xfrm>
              <a:prstGeom prst="line">
                <a:avLst/>
              </a:prstGeom>
              <a:noFill/>
              <a:ln w="14288"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8" name="Line 263">
                <a:extLst>
                  <a:ext uri="{FF2B5EF4-FFF2-40B4-BE49-F238E27FC236}">
                    <a16:creationId xmlns:a16="http://schemas.microsoft.com/office/drawing/2014/main" id="{29CE937B-2D75-4864-AD7D-EE0DA1EBAD70}"/>
                  </a:ext>
                </a:extLst>
              </p:cNvPr>
              <p:cNvSpPr>
                <a:spLocks noChangeShapeType="1"/>
              </p:cNvSpPr>
              <p:nvPr/>
            </p:nvSpPr>
            <p:spPr bwMode="auto">
              <a:xfrm>
                <a:off x="4916488" y="2992438"/>
                <a:ext cx="195263" cy="0"/>
              </a:xfrm>
              <a:prstGeom prst="line">
                <a:avLst/>
              </a:prstGeom>
              <a:noFill/>
              <a:ln w="14288"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9" name="Oval 264">
                <a:extLst>
                  <a:ext uri="{FF2B5EF4-FFF2-40B4-BE49-F238E27FC236}">
                    <a16:creationId xmlns:a16="http://schemas.microsoft.com/office/drawing/2014/main" id="{5C237BA8-A5D9-4E6F-B526-E9714857803B}"/>
                  </a:ext>
                </a:extLst>
              </p:cNvPr>
              <p:cNvSpPr>
                <a:spLocks noChangeArrowheads="1"/>
              </p:cNvSpPr>
              <p:nvPr/>
            </p:nvSpPr>
            <p:spPr bwMode="auto">
              <a:xfrm>
                <a:off x="4864100" y="3105151"/>
                <a:ext cx="74613" cy="76200"/>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10" name="Oval 265">
                <a:extLst>
                  <a:ext uri="{FF2B5EF4-FFF2-40B4-BE49-F238E27FC236}">
                    <a16:creationId xmlns:a16="http://schemas.microsoft.com/office/drawing/2014/main" id="{661A5EFA-ECB7-4C9D-A8BD-1FACE7EBBD7D}"/>
                  </a:ext>
                </a:extLst>
              </p:cNvPr>
              <p:cNvSpPr>
                <a:spLocks noChangeArrowheads="1"/>
              </p:cNvSpPr>
              <p:nvPr/>
            </p:nvSpPr>
            <p:spPr bwMode="auto">
              <a:xfrm>
                <a:off x="4976813" y="3105151"/>
                <a:ext cx="74613" cy="76200"/>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11" name="Oval 266">
                <a:extLst>
                  <a:ext uri="{FF2B5EF4-FFF2-40B4-BE49-F238E27FC236}">
                    <a16:creationId xmlns:a16="http://schemas.microsoft.com/office/drawing/2014/main" id="{6503CA85-38C3-44D1-94CA-34EA501E44D5}"/>
                  </a:ext>
                </a:extLst>
              </p:cNvPr>
              <p:cNvSpPr>
                <a:spLocks noChangeArrowheads="1"/>
              </p:cNvSpPr>
              <p:nvPr/>
            </p:nvSpPr>
            <p:spPr bwMode="auto">
              <a:xfrm>
                <a:off x="5089525" y="3105151"/>
                <a:ext cx="74613" cy="76200"/>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12" name="Freeform 267">
                <a:extLst>
                  <a:ext uri="{FF2B5EF4-FFF2-40B4-BE49-F238E27FC236}">
                    <a16:creationId xmlns:a16="http://schemas.microsoft.com/office/drawing/2014/main" id="{AE3AF176-184A-4597-B23C-A8ECB69459A6}"/>
                  </a:ext>
                </a:extLst>
              </p:cNvPr>
              <p:cNvSpPr>
                <a:spLocks/>
              </p:cNvSpPr>
              <p:nvPr/>
            </p:nvSpPr>
            <p:spPr bwMode="auto">
              <a:xfrm>
                <a:off x="4841875" y="3181351"/>
                <a:ext cx="344488" cy="60325"/>
              </a:xfrm>
              <a:custGeom>
                <a:avLst/>
                <a:gdLst>
                  <a:gd name="T0" fmla="*/ 76 w 92"/>
                  <a:gd name="T1" fmla="*/ 0 h 16"/>
                  <a:gd name="T2" fmla="*/ 61 w 92"/>
                  <a:gd name="T3" fmla="*/ 11 h 16"/>
                  <a:gd name="T4" fmla="*/ 46 w 92"/>
                  <a:gd name="T5" fmla="*/ 0 h 16"/>
                  <a:gd name="T6" fmla="*/ 31 w 92"/>
                  <a:gd name="T7" fmla="*/ 11 h 16"/>
                  <a:gd name="T8" fmla="*/ 16 w 92"/>
                  <a:gd name="T9" fmla="*/ 0 h 16"/>
                  <a:gd name="T10" fmla="*/ 0 w 92"/>
                  <a:gd name="T11" fmla="*/ 16 h 16"/>
                  <a:gd name="T12" fmla="*/ 92 w 92"/>
                  <a:gd name="T13" fmla="*/ 16 h 16"/>
                  <a:gd name="T14" fmla="*/ 76 w 92"/>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16">
                    <a:moveTo>
                      <a:pt x="76" y="0"/>
                    </a:moveTo>
                    <a:cubicBezTo>
                      <a:pt x="69" y="0"/>
                      <a:pt x="63" y="4"/>
                      <a:pt x="61" y="11"/>
                    </a:cubicBezTo>
                    <a:cubicBezTo>
                      <a:pt x="59" y="4"/>
                      <a:pt x="53" y="0"/>
                      <a:pt x="46" y="0"/>
                    </a:cubicBezTo>
                    <a:cubicBezTo>
                      <a:pt x="39" y="0"/>
                      <a:pt x="33" y="4"/>
                      <a:pt x="31" y="11"/>
                    </a:cubicBezTo>
                    <a:cubicBezTo>
                      <a:pt x="29" y="4"/>
                      <a:pt x="23" y="0"/>
                      <a:pt x="16" y="0"/>
                    </a:cubicBezTo>
                    <a:cubicBezTo>
                      <a:pt x="7" y="0"/>
                      <a:pt x="0" y="8"/>
                      <a:pt x="0" y="16"/>
                    </a:cubicBezTo>
                    <a:cubicBezTo>
                      <a:pt x="92" y="16"/>
                      <a:pt x="92" y="16"/>
                      <a:pt x="92" y="16"/>
                    </a:cubicBezTo>
                    <a:cubicBezTo>
                      <a:pt x="92" y="8"/>
                      <a:pt x="85" y="0"/>
                      <a:pt x="76" y="0"/>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43" name="Group 42">
            <a:extLst>
              <a:ext uri="{FF2B5EF4-FFF2-40B4-BE49-F238E27FC236}">
                <a16:creationId xmlns:a16="http://schemas.microsoft.com/office/drawing/2014/main" id="{A64F8879-D01A-46C0-82F4-C2574F5186EA}"/>
              </a:ext>
              <a:ext uri="{C183D7F6-B498-43B3-948B-1728B52AA6E4}">
                <adec:decorative xmlns:adec="http://schemas.microsoft.com/office/drawing/2017/decorative" val="1"/>
              </a:ext>
            </a:extLst>
          </p:cNvPr>
          <p:cNvGrpSpPr/>
          <p:nvPr/>
        </p:nvGrpSpPr>
        <p:grpSpPr>
          <a:xfrm>
            <a:off x="9858619" y="4157408"/>
            <a:ext cx="1594605" cy="1902986"/>
            <a:chOff x="9700605" y="4157408"/>
            <a:chExt cx="1729395" cy="1902986"/>
          </a:xfrm>
        </p:grpSpPr>
        <p:sp>
          <p:nvSpPr>
            <p:cNvPr id="331" name="TextBox 330">
              <a:extLst>
                <a:ext uri="{FF2B5EF4-FFF2-40B4-BE49-F238E27FC236}">
                  <a16:creationId xmlns:a16="http://schemas.microsoft.com/office/drawing/2014/main" id="{62109C55-9EBC-4778-80D4-D55D22307915}"/>
                </a:ext>
              </a:extLst>
            </p:cNvPr>
            <p:cNvSpPr txBox="1"/>
            <p:nvPr/>
          </p:nvSpPr>
          <p:spPr>
            <a:xfrm>
              <a:off x="9700605" y="4157408"/>
              <a:ext cx="1729395" cy="492443"/>
            </a:xfrm>
            <a:prstGeom prst="rect">
              <a:avLst/>
            </a:prstGeom>
            <a:noFill/>
          </p:spPr>
          <p:txBody>
            <a:bodyPr wrap="square" lIns="0" tIns="0" rIns="0" bIns="0" rtlCol="0">
              <a:spAutoFit/>
            </a:bodyPr>
            <a:lstStyle/>
            <a:p>
              <a:r>
                <a:rPr lang="en-US" sz="1600" b="1" dirty="0">
                  <a:solidFill>
                    <a:srgbClr val="002060"/>
                  </a:solidFill>
                  <a:latin typeface="Segoe UI" panose="020B0502040204020203" pitchFamily="34" charset="0"/>
                  <a:cs typeface="Segoe UI" panose="020B0502040204020203" pitchFamily="34" charset="0"/>
                </a:rPr>
                <a:t>KEY INSIGHTS AND PATTERN:</a:t>
              </a:r>
            </a:p>
          </p:txBody>
        </p:sp>
        <p:sp>
          <p:nvSpPr>
            <p:cNvPr id="332" name="Rectangle 331">
              <a:extLst>
                <a:ext uri="{FF2B5EF4-FFF2-40B4-BE49-F238E27FC236}">
                  <a16:creationId xmlns:a16="http://schemas.microsoft.com/office/drawing/2014/main" id="{779BDC05-BA31-44EF-B695-331F1F3CEBCA}"/>
                </a:ext>
              </a:extLst>
            </p:cNvPr>
            <p:cNvSpPr/>
            <p:nvPr/>
          </p:nvSpPr>
          <p:spPr>
            <a:xfrm>
              <a:off x="9700606" y="4736955"/>
              <a:ext cx="1729394" cy="1323439"/>
            </a:xfrm>
            <a:prstGeom prst="rect">
              <a:avLst/>
            </a:prstGeom>
          </p:spPr>
          <p:txBody>
            <a:bodyPr wrap="square" lIns="0" tIns="0" rIns="0" bIns="0">
              <a:spAutoFit/>
            </a:bodyPr>
            <a:lstStyle/>
            <a:p>
              <a:pPr algn="ctr"/>
              <a:r>
                <a:rPr lang="en-US" sz="1400" dirty="0">
                  <a:solidFill>
                    <a:srgbClr val="030553"/>
                  </a:solidFill>
                  <a:latin typeface="Segoe UI" panose="020B0502040204020203" pitchFamily="34" charset="0"/>
                  <a:cs typeface="Segoe UI" panose="020B0502040204020203" pitchFamily="34" charset="0"/>
                </a:rPr>
                <a:t>Provide suggestions on the basis of insights for customer satisfaction and profitability boost</a:t>
              </a:r>
              <a:r>
                <a:rPr lang="en-US" sz="1600" dirty="0">
                  <a:solidFill>
                    <a:srgbClr val="030553"/>
                  </a:solidFill>
                  <a:latin typeface="Segoe UI" panose="020B0502040204020203" pitchFamily="34" charset="0"/>
                  <a:cs typeface="Segoe UI" panose="020B0502040204020203" pitchFamily="34" charset="0"/>
                </a:rPr>
                <a:t>.</a:t>
              </a:r>
            </a:p>
          </p:txBody>
        </p:sp>
      </p:grpSp>
      <p:sp>
        <p:nvSpPr>
          <p:cNvPr id="52" name="Rectangle 51">
            <a:extLst>
              <a:ext uri="{FF2B5EF4-FFF2-40B4-BE49-F238E27FC236}">
                <a16:creationId xmlns:a16="http://schemas.microsoft.com/office/drawing/2014/main" id="{46969EBC-E8D3-4914-9A82-8E88F816E77E}"/>
              </a:ext>
            </a:extLst>
          </p:cNvPr>
          <p:cNvSpPr/>
          <p:nvPr/>
        </p:nvSpPr>
        <p:spPr>
          <a:xfrm>
            <a:off x="4297327" y="5850468"/>
            <a:ext cx="3597344" cy="307777"/>
          </a:xfrm>
          <a:prstGeom prst="rect">
            <a:avLst/>
          </a:prstGeom>
        </p:spPr>
        <p:txBody>
          <a:bodyPr wrap="square" lIns="0" tIns="0" rIns="0" bIns="0">
            <a:spAutoFit/>
          </a:bodyPr>
          <a:lstStyle/>
          <a:p>
            <a:pPr algn="ctr"/>
            <a:r>
              <a:rPr lang="en-US" sz="2000" b="1" dirty="0" err="1">
                <a:solidFill>
                  <a:srgbClr val="002060"/>
                </a:solidFill>
                <a:latin typeface="Segoe UI" panose="020B0502040204020203" pitchFamily="34" charset="0"/>
                <a:cs typeface="Segoe UI" panose="020B0502040204020203" pitchFamily="34" charset="0"/>
              </a:rPr>
              <a:t>Astrosage</a:t>
            </a:r>
            <a:r>
              <a:rPr lang="en-US" sz="2000" b="1" dirty="0">
                <a:solidFill>
                  <a:srgbClr val="002060"/>
                </a:solidFill>
                <a:latin typeface="Segoe UI" panose="020B0502040204020203" pitchFamily="34" charset="0"/>
                <a:cs typeface="Segoe UI" panose="020B0502040204020203" pitchFamily="34" charset="0"/>
              </a:rPr>
              <a:t> Dataset Analysis. </a:t>
            </a:r>
            <a:endParaRPr lang="en-US" sz="2000" dirty="0">
              <a:solidFill>
                <a:srgbClr val="002060"/>
              </a:solidFill>
            </a:endParaRPr>
          </a:p>
        </p:txBody>
      </p:sp>
    </p:spTree>
    <p:extLst>
      <p:ext uri="{BB962C8B-B14F-4D97-AF65-F5344CB8AC3E}">
        <p14:creationId xmlns:p14="http://schemas.microsoft.com/office/powerpoint/2010/main" val="18697369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id="{2784E464-B64A-4614-9350-2C88DBD46AB5}"/>
              </a:ext>
            </a:extLst>
          </p:cNvPr>
          <p:cNvSpPr>
            <a:spLocks noGrp="1"/>
          </p:cNvSpPr>
          <p:nvPr>
            <p:ph type="title"/>
          </p:nvPr>
        </p:nvSpPr>
        <p:spPr/>
        <p:txBody>
          <a:bodyPr/>
          <a:lstStyle/>
          <a:p>
            <a:r>
              <a:rPr lang="en-US" dirty="0"/>
              <a:t>Human resources slide 5</a:t>
            </a:r>
          </a:p>
        </p:txBody>
      </p:sp>
      <p:cxnSp>
        <p:nvCxnSpPr>
          <p:cNvPr id="110" name="Straight Connector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Rectangle: Rounded Corners 117">
            <a:extLst>
              <a:ext uri="{FF2B5EF4-FFF2-40B4-BE49-F238E27FC236}">
                <a16:creationId xmlns:a16="http://schemas.microsoft.com/office/drawing/2014/main" id="{A21B85DB-181D-46E7-A9DF-F92B1DF032FD}"/>
              </a:ext>
              <a:ext uri="{C183D7F6-B498-43B3-948B-1728B52AA6E4}">
                <adec:decorative xmlns:adec="http://schemas.microsoft.com/office/drawing/2017/decorative" val="1"/>
              </a:ext>
            </a:extLst>
          </p:cNvPr>
          <p:cNvSpPr/>
          <p:nvPr/>
        </p:nvSpPr>
        <p:spPr>
          <a:xfrm>
            <a:off x="6529218" y="2798158"/>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TextBox 106">
            <a:extLst>
              <a:ext uri="{FF2B5EF4-FFF2-40B4-BE49-F238E27FC236}">
                <a16:creationId xmlns:a16="http://schemas.microsoft.com/office/drawing/2014/main" id="{54EA7ED5-6E34-4D47-91B6-F78F5F8B4C6E}"/>
              </a:ext>
            </a:extLst>
          </p:cNvPr>
          <p:cNvSpPr txBox="1"/>
          <p:nvPr/>
        </p:nvSpPr>
        <p:spPr>
          <a:xfrm>
            <a:off x="8404009" y="1034539"/>
            <a:ext cx="3603287" cy="477631"/>
          </a:xfrm>
          <a:prstGeom prst="rect">
            <a:avLst/>
          </a:prstGeom>
          <a:noFill/>
        </p:spPr>
        <p:txBody>
          <a:bodyPr wrap="square" lIns="0" tIns="0" rIns="0" bIns="0" rtlCol="0">
            <a:spAutoFit/>
          </a:bodyPr>
          <a:lstStyle/>
          <a:p>
            <a:pPr>
              <a:lnSpc>
                <a:spcPts val="4000"/>
              </a:lnSpc>
            </a:pPr>
            <a:r>
              <a:rPr lang="en-US" sz="3200" b="1" dirty="0">
                <a:solidFill>
                  <a:srgbClr val="002060"/>
                </a:solidFill>
                <a:latin typeface="Segoe UI" panose="020B0502040204020203" pitchFamily="34" charset="0"/>
                <a:cs typeface="Segoe UI" panose="020B0502040204020203" pitchFamily="34" charset="0"/>
              </a:rPr>
              <a:t>ANALYSIS</a:t>
            </a:r>
          </a:p>
        </p:txBody>
      </p:sp>
      <p:grpSp>
        <p:nvGrpSpPr>
          <p:cNvPr id="206" name="Group 205" descr="This image is an icon of one person interacting with three people ">
            <a:extLst>
              <a:ext uri="{FF2B5EF4-FFF2-40B4-BE49-F238E27FC236}">
                <a16:creationId xmlns:a16="http://schemas.microsoft.com/office/drawing/2014/main" id="{23348E2E-A7EF-4B89-8F8D-D88C5354E9D5}"/>
              </a:ext>
            </a:extLst>
          </p:cNvPr>
          <p:cNvGrpSpPr/>
          <p:nvPr/>
        </p:nvGrpSpPr>
        <p:grpSpPr>
          <a:xfrm>
            <a:off x="7311721" y="2588528"/>
            <a:ext cx="3067397" cy="553998"/>
            <a:chOff x="7999616" y="3566010"/>
            <a:chExt cx="3067397" cy="553998"/>
          </a:xfrm>
        </p:grpSpPr>
        <p:sp>
          <p:nvSpPr>
            <p:cNvPr id="190" name="Rectangle 189">
              <a:extLst>
                <a:ext uri="{FF2B5EF4-FFF2-40B4-BE49-F238E27FC236}">
                  <a16:creationId xmlns:a16="http://schemas.microsoft.com/office/drawing/2014/main" id="{80F4EEC6-F407-4E25-BBB6-C506B28F5A4C}"/>
                </a:ext>
              </a:extLst>
            </p:cNvPr>
            <p:cNvSpPr/>
            <p:nvPr/>
          </p:nvSpPr>
          <p:spPr>
            <a:xfrm>
              <a:off x="8578718" y="3566010"/>
              <a:ext cx="2488295" cy="553998"/>
            </a:xfrm>
            <a:prstGeom prst="rect">
              <a:avLst/>
            </a:prstGeom>
          </p:spPr>
          <p:txBody>
            <a:bodyPr wrap="square" lIns="0" tIns="0" rIns="0" bIns="0">
              <a:spAutoFit/>
            </a:bodyPr>
            <a:lstStyle/>
            <a:p>
              <a:r>
                <a:rPr lang="en-US" b="1" dirty="0">
                  <a:solidFill>
                    <a:srgbClr val="030553"/>
                  </a:solidFill>
                  <a:latin typeface="Segoe UI" panose="020B0502040204020203" pitchFamily="34" charset="0"/>
                  <a:cs typeface="Segoe UI" panose="020B0502040204020203" pitchFamily="34" charset="0"/>
                </a:rPr>
                <a:t>There are total 28027 users</a:t>
              </a:r>
              <a:r>
                <a:rPr lang="en-US" sz="1600" i="1" dirty="0">
                  <a:solidFill>
                    <a:srgbClr val="030553"/>
                  </a:solidFill>
                  <a:latin typeface="Segoe UI" panose="020B0502040204020203" pitchFamily="34" charset="0"/>
                  <a:cs typeface="Segoe UI" panose="020B0502040204020203" pitchFamily="34" charset="0"/>
                </a:rPr>
                <a:t>.</a:t>
              </a:r>
            </a:p>
          </p:txBody>
        </p:sp>
        <p:grpSp>
          <p:nvGrpSpPr>
            <p:cNvPr id="191" name="Group 190">
              <a:extLst>
                <a:ext uri="{FF2B5EF4-FFF2-40B4-BE49-F238E27FC236}">
                  <a16:creationId xmlns:a16="http://schemas.microsoft.com/office/drawing/2014/main" id="{0FD0F77B-65FD-413C-B2B0-1AD539DC68D3}"/>
                </a:ext>
              </a:extLst>
            </p:cNvPr>
            <p:cNvGrpSpPr/>
            <p:nvPr/>
          </p:nvGrpSpPr>
          <p:grpSpPr>
            <a:xfrm>
              <a:off x="7999616" y="3639194"/>
              <a:ext cx="330200" cy="346075"/>
              <a:chOff x="2686050" y="2895601"/>
              <a:chExt cx="330200" cy="346075"/>
            </a:xfrm>
          </p:grpSpPr>
          <p:sp>
            <p:nvSpPr>
              <p:cNvPr id="192" name="Oval 309">
                <a:extLst>
                  <a:ext uri="{FF2B5EF4-FFF2-40B4-BE49-F238E27FC236}">
                    <a16:creationId xmlns:a16="http://schemas.microsoft.com/office/drawing/2014/main" id="{C57EF862-9A10-430C-8004-66A9241CE18B}"/>
                  </a:ext>
                </a:extLst>
              </p:cNvPr>
              <p:cNvSpPr>
                <a:spLocks noChangeArrowheads="1"/>
              </p:cNvSpPr>
              <p:nvPr/>
            </p:nvSpPr>
            <p:spPr bwMode="auto">
              <a:xfrm>
                <a:off x="2809875" y="2895601"/>
                <a:ext cx="82550" cy="82550"/>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93" name="Freeform 310">
                <a:extLst>
                  <a:ext uri="{FF2B5EF4-FFF2-40B4-BE49-F238E27FC236}">
                    <a16:creationId xmlns:a16="http://schemas.microsoft.com/office/drawing/2014/main" id="{13EA5F29-D427-40C4-AB4D-3D59B3F699E4}"/>
                  </a:ext>
                </a:extLst>
              </p:cNvPr>
              <p:cNvSpPr>
                <a:spLocks/>
              </p:cNvSpPr>
              <p:nvPr/>
            </p:nvSpPr>
            <p:spPr bwMode="auto">
              <a:xfrm>
                <a:off x="2782888" y="2978151"/>
                <a:ext cx="134938" cy="66675"/>
              </a:xfrm>
              <a:custGeom>
                <a:avLst/>
                <a:gdLst>
                  <a:gd name="T0" fmla="*/ 36 w 36"/>
                  <a:gd name="T1" fmla="*/ 18 h 18"/>
                  <a:gd name="T2" fmla="*/ 0 w 36"/>
                  <a:gd name="T3" fmla="*/ 18 h 18"/>
                  <a:gd name="T4" fmla="*/ 18 w 36"/>
                  <a:gd name="T5" fmla="*/ 0 h 18"/>
                  <a:gd name="T6" fmla="*/ 36 w 36"/>
                  <a:gd name="T7" fmla="*/ 18 h 18"/>
                </a:gdLst>
                <a:ahLst/>
                <a:cxnLst>
                  <a:cxn ang="0">
                    <a:pos x="T0" y="T1"/>
                  </a:cxn>
                  <a:cxn ang="0">
                    <a:pos x="T2" y="T3"/>
                  </a:cxn>
                  <a:cxn ang="0">
                    <a:pos x="T4" y="T5"/>
                  </a:cxn>
                  <a:cxn ang="0">
                    <a:pos x="T6" y="T7"/>
                  </a:cxn>
                </a:cxnLst>
                <a:rect l="0" t="0" r="r" b="b"/>
                <a:pathLst>
                  <a:path w="36" h="18">
                    <a:moveTo>
                      <a:pt x="36" y="18"/>
                    </a:moveTo>
                    <a:cubicBezTo>
                      <a:pt x="0" y="18"/>
                      <a:pt x="0" y="18"/>
                      <a:pt x="0" y="18"/>
                    </a:cubicBezTo>
                    <a:cubicBezTo>
                      <a:pt x="0" y="8"/>
                      <a:pt x="8" y="0"/>
                      <a:pt x="18" y="0"/>
                    </a:cubicBezTo>
                    <a:cubicBezTo>
                      <a:pt x="28" y="0"/>
                      <a:pt x="36" y="8"/>
                      <a:pt x="36" y="18"/>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94" name="Oval 311">
                <a:extLst>
                  <a:ext uri="{FF2B5EF4-FFF2-40B4-BE49-F238E27FC236}">
                    <a16:creationId xmlns:a16="http://schemas.microsoft.com/office/drawing/2014/main" id="{D591DE3C-214D-426A-9B8E-741D87BAFB46}"/>
                  </a:ext>
                </a:extLst>
              </p:cNvPr>
              <p:cNvSpPr>
                <a:spLocks noChangeArrowheads="1"/>
              </p:cNvSpPr>
              <p:nvPr/>
            </p:nvSpPr>
            <p:spPr bwMode="auto">
              <a:xfrm>
                <a:off x="2708275"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95" name="Freeform 312">
                <a:extLst>
                  <a:ext uri="{FF2B5EF4-FFF2-40B4-BE49-F238E27FC236}">
                    <a16:creationId xmlns:a16="http://schemas.microsoft.com/office/drawing/2014/main" id="{921D329D-AC5C-496B-96D4-A220BC49B579}"/>
                  </a:ext>
                </a:extLst>
              </p:cNvPr>
              <p:cNvSpPr>
                <a:spLocks/>
              </p:cNvSpPr>
              <p:nvPr/>
            </p:nvSpPr>
            <p:spPr bwMode="auto">
              <a:xfrm>
                <a:off x="2686050"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96" name="Oval 313">
                <a:extLst>
                  <a:ext uri="{FF2B5EF4-FFF2-40B4-BE49-F238E27FC236}">
                    <a16:creationId xmlns:a16="http://schemas.microsoft.com/office/drawing/2014/main" id="{87933186-B346-44AC-85AA-CA346F5FBDEE}"/>
                  </a:ext>
                </a:extLst>
              </p:cNvPr>
              <p:cNvSpPr>
                <a:spLocks noChangeArrowheads="1"/>
              </p:cNvSpPr>
              <p:nvPr/>
            </p:nvSpPr>
            <p:spPr bwMode="auto">
              <a:xfrm>
                <a:off x="2933700"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97" name="Freeform 314">
                <a:extLst>
                  <a:ext uri="{FF2B5EF4-FFF2-40B4-BE49-F238E27FC236}">
                    <a16:creationId xmlns:a16="http://schemas.microsoft.com/office/drawing/2014/main" id="{E0E3BA39-8375-478D-9CF6-4EC7438136A6}"/>
                  </a:ext>
                </a:extLst>
              </p:cNvPr>
              <p:cNvSpPr>
                <a:spLocks/>
              </p:cNvSpPr>
              <p:nvPr/>
            </p:nvSpPr>
            <p:spPr bwMode="auto">
              <a:xfrm>
                <a:off x="2911475"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98" name="Oval 315">
                <a:extLst>
                  <a:ext uri="{FF2B5EF4-FFF2-40B4-BE49-F238E27FC236}">
                    <a16:creationId xmlns:a16="http://schemas.microsoft.com/office/drawing/2014/main" id="{550D4481-BC6A-476D-80E1-F12F8ED9F75F}"/>
                  </a:ext>
                </a:extLst>
              </p:cNvPr>
              <p:cNvSpPr>
                <a:spLocks noChangeArrowheads="1"/>
              </p:cNvSpPr>
              <p:nvPr/>
            </p:nvSpPr>
            <p:spPr bwMode="auto">
              <a:xfrm>
                <a:off x="2933700"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99" name="Freeform 316">
                <a:extLst>
                  <a:ext uri="{FF2B5EF4-FFF2-40B4-BE49-F238E27FC236}">
                    <a16:creationId xmlns:a16="http://schemas.microsoft.com/office/drawing/2014/main" id="{951EE685-6291-44F0-81B1-A3B5791D1C54}"/>
                  </a:ext>
                </a:extLst>
              </p:cNvPr>
              <p:cNvSpPr>
                <a:spLocks/>
              </p:cNvSpPr>
              <p:nvPr/>
            </p:nvSpPr>
            <p:spPr bwMode="auto">
              <a:xfrm>
                <a:off x="2911475"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200" name="Oval 317">
                <a:extLst>
                  <a:ext uri="{FF2B5EF4-FFF2-40B4-BE49-F238E27FC236}">
                    <a16:creationId xmlns:a16="http://schemas.microsoft.com/office/drawing/2014/main" id="{1822195B-E26A-4DF0-B1B1-A36823632E74}"/>
                  </a:ext>
                </a:extLst>
              </p:cNvPr>
              <p:cNvSpPr>
                <a:spLocks noChangeArrowheads="1"/>
              </p:cNvSpPr>
              <p:nvPr/>
            </p:nvSpPr>
            <p:spPr bwMode="auto">
              <a:xfrm>
                <a:off x="2820988"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201" name="Freeform 318">
                <a:extLst>
                  <a:ext uri="{FF2B5EF4-FFF2-40B4-BE49-F238E27FC236}">
                    <a16:creationId xmlns:a16="http://schemas.microsoft.com/office/drawing/2014/main" id="{E33AF9C8-AD93-4E36-9887-B8B748838EED}"/>
                  </a:ext>
                </a:extLst>
              </p:cNvPr>
              <p:cNvSpPr>
                <a:spLocks/>
              </p:cNvSpPr>
              <p:nvPr/>
            </p:nvSpPr>
            <p:spPr bwMode="auto">
              <a:xfrm>
                <a:off x="2798763"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202" name="Freeform 319">
                <a:extLst>
                  <a:ext uri="{FF2B5EF4-FFF2-40B4-BE49-F238E27FC236}">
                    <a16:creationId xmlns:a16="http://schemas.microsoft.com/office/drawing/2014/main" id="{3E3913FB-5C76-4699-89D5-5A71454116E9}"/>
                  </a:ext>
                </a:extLst>
              </p:cNvPr>
              <p:cNvSpPr>
                <a:spLocks/>
              </p:cNvSpPr>
              <p:nvPr/>
            </p:nvSpPr>
            <p:spPr bwMode="auto">
              <a:xfrm>
                <a:off x="2738438" y="3074988"/>
                <a:ext cx="225425" cy="15875"/>
              </a:xfrm>
              <a:custGeom>
                <a:avLst/>
                <a:gdLst>
                  <a:gd name="T0" fmla="*/ 0 w 142"/>
                  <a:gd name="T1" fmla="*/ 10 h 10"/>
                  <a:gd name="T2" fmla="*/ 0 w 142"/>
                  <a:gd name="T3" fmla="*/ 0 h 10"/>
                  <a:gd name="T4" fmla="*/ 142 w 142"/>
                  <a:gd name="T5" fmla="*/ 0 h 10"/>
                  <a:gd name="T6" fmla="*/ 142 w 142"/>
                  <a:gd name="T7" fmla="*/ 10 h 10"/>
                </a:gdLst>
                <a:ahLst/>
                <a:cxnLst>
                  <a:cxn ang="0">
                    <a:pos x="T0" y="T1"/>
                  </a:cxn>
                  <a:cxn ang="0">
                    <a:pos x="T2" y="T3"/>
                  </a:cxn>
                  <a:cxn ang="0">
                    <a:pos x="T4" y="T5"/>
                  </a:cxn>
                  <a:cxn ang="0">
                    <a:pos x="T6" y="T7"/>
                  </a:cxn>
                </a:cxnLst>
                <a:rect l="0" t="0" r="r" b="b"/>
                <a:pathLst>
                  <a:path w="142" h="10">
                    <a:moveTo>
                      <a:pt x="0" y="10"/>
                    </a:moveTo>
                    <a:lnTo>
                      <a:pt x="0" y="0"/>
                    </a:lnTo>
                    <a:lnTo>
                      <a:pt x="142" y="0"/>
                    </a:lnTo>
                    <a:lnTo>
                      <a:pt x="142" y="10"/>
                    </a:ln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203" name="Line 320">
                <a:extLst>
                  <a:ext uri="{FF2B5EF4-FFF2-40B4-BE49-F238E27FC236}">
                    <a16:creationId xmlns:a16="http://schemas.microsoft.com/office/drawing/2014/main" id="{C96335B1-62B8-4482-A67B-BE60CF58E363}"/>
                  </a:ext>
                </a:extLst>
              </p:cNvPr>
              <p:cNvSpPr>
                <a:spLocks noChangeShapeType="1"/>
              </p:cNvSpPr>
              <p:nvPr/>
            </p:nvSpPr>
            <p:spPr bwMode="auto">
              <a:xfrm>
                <a:off x="2851150" y="3044826"/>
                <a:ext cx="0" cy="46038"/>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grpSp>
      </p:grpSp>
      <p:grpSp>
        <p:nvGrpSpPr>
          <p:cNvPr id="205" name="Group 204" descr="This image is an icon of three people interacting. ">
            <a:extLst>
              <a:ext uri="{FF2B5EF4-FFF2-40B4-BE49-F238E27FC236}">
                <a16:creationId xmlns:a16="http://schemas.microsoft.com/office/drawing/2014/main" id="{45696519-F308-4262-9DC5-C541B866A807}"/>
              </a:ext>
            </a:extLst>
          </p:cNvPr>
          <p:cNvGrpSpPr/>
          <p:nvPr/>
        </p:nvGrpSpPr>
        <p:grpSpPr>
          <a:xfrm>
            <a:off x="7374579" y="3687383"/>
            <a:ext cx="3075334" cy="830997"/>
            <a:chOff x="7991679" y="4554108"/>
            <a:chExt cx="3075334" cy="830997"/>
          </a:xfrm>
        </p:grpSpPr>
        <p:grpSp>
          <p:nvGrpSpPr>
            <p:cNvPr id="174" name="Group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reeform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77" name="Freeform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78" name="Oval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79" name="Freeform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0" name="Freeform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1" name="Freeform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2" name="Oval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3" name="Freeform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4" name="Freeform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5" name="Freeform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6" name="Oval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7" name="Freeform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8" name="Line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9" name="Line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grpSp>
        <p:sp>
          <p:nvSpPr>
            <p:cNvPr id="175" name="Rectangle 174">
              <a:extLst>
                <a:ext uri="{FF2B5EF4-FFF2-40B4-BE49-F238E27FC236}">
                  <a16:creationId xmlns:a16="http://schemas.microsoft.com/office/drawing/2014/main" id="{E522F3F9-ECF0-4D2A-9244-1942DCB20E98}"/>
                </a:ext>
              </a:extLst>
            </p:cNvPr>
            <p:cNvSpPr/>
            <p:nvPr/>
          </p:nvSpPr>
          <p:spPr>
            <a:xfrm>
              <a:off x="8578718" y="4554108"/>
              <a:ext cx="2488295" cy="830997"/>
            </a:xfrm>
            <a:prstGeom prst="rect">
              <a:avLst/>
            </a:prstGeom>
          </p:spPr>
          <p:txBody>
            <a:bodyPr wrap="square" lIns="0" tIns="0" rIns="0" bIns="0">
              <a:spAutoFit/>
            </a:bodyPr>
            <a:lstStyle/>
            <a:p>
              <a:r>
                <a:rPr lang="en-US" b="1" dirty="0">
                  <a:solidFill>
                    <a:srgbClr val="030553"/>
                  </a:solidFill>
                  <a:latin typeface="Segoe UI" panose="020B0502040204020203" pitchFamily="34" charset="0"/>
                  <a:cs typeface="Segoe UI" panose="020B0502040204020203" pitchFamily="34" charset="0"/>
                </a:rPr>
                <a:t>The net revenue of the company is 213987.32 Rs</a:t>
              </a:r>
            </a:p>
          </p:txBody>
        </p:sp>
      </p:grpSp>
      <p:graphicFrame>
        <p:nvGraphicFramePr>
          <p:cNvPr id="3" name="Chart 2">
            <a:extLst>
              <a:ext uri="{FF2B5EF4-FFF2-40B4-BE49-F238E27FC236}">
                <a16:creationId xmlns:a16="http://schemas.microsoft.com/office/drawing/2014/main" id="{7FBE0CCA-29F9-4B87-B770-06CB21E3906B}"/>
              </a:ext>
            </a:extLst>
          </p:cNvPr>
          <p:cNvGraphicFramePr>
            <a:graphicFrameLocks/>
          </p:cNvGraphicFramePr>
          <p:nvPr>
            <p:extLst>
              <p:ext uri="{D42A27DB-BD31-4B8C-83A1-F6EECF244321}">
                <p14:modId xmlns:p14="http://schemas.microsoft.com/office/powerpoint/2010/main" val="2058650305"/>
              </p:ext>
            </p:extLst>
          </p:nvPr>
        </p:nvGraphicFramePr>
        <p:xfrm>
          <a:off x="381000" y="1905000"/>
          <a:ext cx="2269067" cy="1855567"/>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D7A3B924-FF2F-8EB6-FCB4-1F026C3EACE2}"/>
              </a:ext>
            </a:extLst>
          </p:cNvPr>
          <p:cNvSpPr txBox="1"/>
          <p:nvPr/>
        </p:nvSpPr>
        <p:spPr>
          <a:xfrm>
            <a:off x="693618" y="1746547"/>
            <a:ext cx="6407134" cy="2062103"/>
          </a:xfrm>
          <a:prstGeom prst="rect">
            <a:avLst/>
          </a:prstGeom>
          <a:noFill/>
        </p:spPr>
        <p:txBody>
          <a:bodyPr wrap="square">
            <a:spAutoFit/>
          </a:bodyPr>
          <a:lstStyle/>
          <a:p>
            <a:r>
              <a:rPr lang="en-US" sz="4800" b="1" i="1" dirty="0">
                <a:solidFill>
                  <a:srgbClr val="030553"/>
                </a:solidFill>
                <a:latin typeface="Segoe UI" panose="020B0502040204020203" pitchFamily="34" charset="0"/>
                <a:cs typeface="Segoe UI" panose="020B0502040204020203" pitchFamily="34" charset="0"/>
              </a:rPr>
              <a:t>KPI – </a:t>
            </a:r>
          </a:p>
          <a:p>
            <a:r>
              <a:rPr lang="en-US" sz="4000" b="1" i="1" dirty="0">
                <a:solidFill>
                  <a:srgbClr val="030553"/>
                </a:solidFill>
                <a:latin typeface="Segoe UI" panose="020B0502040204020203" pitchFamily="34" charset="0"/>
                <a:cs typeface="Segoe UI" panose="020B0502040204020203" pitchFamily="34" charset="0"/>
              </a:rPr>
              <a:t>(Key performance indicator)</a:t>
            </a:r>
          </a:p>
        </p:txBody>
      </p:sp>
      <p:sp>
        <p:nvSpPr>
          <p:cNvPr id="13" name="TextBox 12">
            <a:extLst>
              <a:ext uri="{FF2B5EF4-FFF2-40B4-BE49-F238E27FC236}">
                <a16:creationId xmlns:a16="http://schemas.microsoft.com/office/drawing/2014/main" id="{F3A98358-5453-0999-1EF4-5D960782BF9B}"/>
              </a:ext>
            </a:extLst>
          </p:cNvPr>
          <p:cNvSpPr txBox="1"/>
          <p:nvPr/>
        </p:nvSpPr>
        <p:spPr>
          <a:xfrm>
            <a:off x="570557" y="4092443"/>
            <a:ext cx="6184900" cy="1323439"/>
          </a:xfrm>
          <a:prstGeom prst="rect">
            <a:avLst/>
          </a:prstGeom>
          <a:noFill/>
        </p:spPr>
        <p:txBody>
          <a:bodyPr wrap="square">
            <a:spAutoFit/>
          </a:bodyPr>
          <a:lstStyle/>
          <a:p>
            <a:r>
              <a:rPr lang="en-US" sz="4000" b="1" i="1" dirty="0">
                <a:solidFill>
                  <a:srgbClr val="030553"/>
                </a:solidFill>
                <a:latin typeface="Segoe UI" panose="020B0502040204020203" pitchFamily="34" charset="0"/>
                <a:cs typeface="Segoe UI" panose="020B0502040204020203" pitchFamily="34" charset="0"/>
              </a:rPr>
              <a:t>1) Total users -</a:t>
            </a:r>
          </a:p>
          <a:p>
            <a:r>
              <a:rPr lang="en-US" sz="4000" b="1" i="1" dirty="0">
                <a:solidFill>
                  <a:srgbClr val="030553"/>
                </a:solidFill>
                <a:latin typeface="Segoe UI" panose="020B0502040204020203" pitchFamily="34" charset="0"/>
                <a:cs typeface="Segoe UI" panose="020B0502040204020203" pitchFamily="34" charset="0"/>
              </a:rPr>
              <a:t>2) Net revenue-</a:t>
            </a:r>
          </a:p>
        </p:txBody>
      </p:sp>
      <p:pic>
        <p:nvPicPr>
          <p:cNvPr id="5" name="Picture 4" descr="A close-up of a white card&#10;&#10;AI-generated content may be incorrect.">
            <a:extLst>
              <a:ext uri="{FF2B5EF4-FFF2-40B4-BE49-F238E27FC236}">
                <a16:creationId xmlns:a16="http://schemas.microsoft.com/office/drawing/2014/main" id="{8632D952-BA93-841D-AB25-020C749875EC}"/>
              </a:ext>
            </a:extLst>
          </p:cNvPr>
          <p:cNvPicPr>
            <a:picLocks noChangeAspect="1"/>
          </p:cNvPicPr>
          <p:nvPr/>
        </p:nvPicPr>
        <p:blipFill>
          <a:blip r:embed="rId4"/>
          <a:stretch>
            <a:fillRect/>
          </a:stretch>
        </p:blipFill>
        <p:spPr>
          <a:xfrm>
            <a:off x="1595621" y="85816"/>
            <a:ext cx="3583676" cy="1367816"/>
          </a:xfrm>
          <a:prstGeom prst="rect">
            <a:avLst/>
          </a:prstGeom>
        </p:spPr>
      </p:pic>
    </p:spTree>
    <p:extLst>
      <p:ext uri="{BB962C8B-B14F-4D97-AF65-F5344CB8AC3E}">
        <p14:creationId xmlns:p14="http://schemas.microsoft.com/office/powerpoint/2010/main" val="3740025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4CC8422-BD58-AA9E-4E63-E9DC5594AB66}"/>
              </a:ext>
              <a:ext uri="{C183D7F6-B498-43B3-948B-1728B52AA6E4}">
                <adec:decorative xmlns:adec="http://schemas.microsoft.com/office/drawing/2017/decorative" val="1"/>
              </a:ext>
            </a:extLst>
          </p:cNvPr>
          <p:cNvCxnSpPr>
            <a:cxnSpLocks/>
          </p:cNvCxnSpPr>
          <p:nvPr/>
        </p:nvCxnSpPr>
        <p:spPr>
          <a:xfrm>
            <a:off x="6751014" y="0"/>
            <a:ext cx="0" cy="6858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A68A9C3-7478-FA3B-C849-F070C0E67AD1}"/>
              </a:ext>
            </a:extLst>
          </p:cNvPr>
          <p:cNvSpPr txBox="1"/>
          <p:nvPr/>
        </p:nvSpPr>
        <p:spPr>
          <a:xfrm>
            <a:off x="8439835" y="342146"/>
            <a:ext cx="2770032" cy="477631"/>
          </a:xfrm>
          <a:prstGeom prst="rect">
            <a:avLst/>
          </a:prstGeom>
          <a:noFill/>
        </p:spPr>
        <p:txBody>
          <a:bodyPr wrap="square" lIns="0" tIns="0" rIns="0" bIns="0" rtlCol="0">
            <a:spAutoFit/>
          </a:bodyPr>
          <a:lstStyle/>
          <a:p>
            <a:pPr>
              <a:lnSpc>
                <a:spcPts val="4000"/>
              </a:lnSpc>
            </a:pPr>
            <a:r>
              <a:rPr lang="en-US" sz="3200" b="1" dirty="0">
                <a:solidFill>
                  <a:srgbClr val="002060"/>
                </a:solidFill>
                <a:latin typeface="Segoe UI" panose="020B0502040204020203" pitchFamily="34" charset="0"/>
                <a:cs typeface="Segoe UI" panose="020B0502040204020203" pitchFamily="34" charset="0"/>
              </a:rPr>
              <a:t>ANALYSIS</a:t>
            </a:r>
          </a:p>
        </p:txBody>
      </p:sp>
      <p:sp>
        <p:nvSpPr>
          <p:cNvPr id="6" name="Rectangle: Rounded Corners 5">
            <a:extLst>
              <a:ext uri="{FF2B5EF4-FFF2-40B4-BE49-F238E27FC236}">
                <a16:creationId xmlns:a16="http://schemas.microsoft.com/office/drawing/2014/main" id="{076CCCA9-C9DC-8E86-601D-7587EAF875DC}"/>
              </a:ext>
              <a:ext uri="{C183D7F6-B498-43B3-948B-1728B52AA6E4}">
                <adec:decorative xmlns:adec="http://schemas.microsoft.com/office/drawing/2017/decorative" val="1"/>
              </a:ext>
            </a:extLst>
          </p:cNvPr>
          <p:cNvSpPr/>
          <p:nvPr/>
        </p:nvSpPr>
        <p:spPr>
          <a:xfrm>
            <a:off x="6529218" y="3265749"/>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BC2EB8AA-7A99-F345-3F2F-03B84E323888}"/>
              </a:ext>
            </a:extLst>
          </p:cNvPr>
          <p:cNvSpPr txBox="1"/>
          <p:nvPr/>
        </p:nvSpPr>
        <p:spPr>
          <a:xfrm>
            <a:off x="7229818" y="982143"/>
            <a:ext cx="4461934" cy="5355312"/>
          </a:xfrm>
          <a:prstGeom prst="rect">
            <a:avLst/>
          </a:prstGeom>
          <a:noFill/>
        </p:spPr>
        <p:txBody>
          <a:bodyPr wrap="square" rtlCol="0">
            <a:spAutoFit/>
          </a:bodyPr>
          <a:lstStyle/>
          <a:p>
            <a:r>
              <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1)The average daily call volume is </a:t>
            </a:r>
            <a:r>
              <a:rPr lang="en-IN"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250.</a:t>
            </a:r>
          </a:p>
          <a:p>
            <a:pPr marL="342900" indent="-342900">
              <a:buAutoNum type="arabicParenR"/>
            </a:pPr>
            <a:endPar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r>
              <a:rPr lang="en-IN" dirty="0">
                <a:solidFill>
                  <a:srgbClr val="030553"/>
                </a:solidFill>
                <a:latin typeface="Segoe UI" panose="020B0502040204020203" pitchFamily="34" charset="0"/>
                <a:cs typeface="Segoe UI" panose="020B0502040204020203" pitchFamily="34" charset="0"/>
              </a:rPr>
              <a:t>2)</a:t>
            </a:r>
            <a:r>
              <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On </a:t>
            </a:r>
            <a:r>
              <a:rPr lang="en-IN"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10/12/23</a:t>
            </a:r>
            <a:r>
              <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there was highest call volume </a:t>
            </a:r>
            <a:r>
              <a:rPr lang="en-IN" sz="1800" dirty="0" err="1">
                <a:solidFill>
                  <a:srgbClr val="030553"/>
                </a:solidFill>
                <a:effectLst/>
                <a:latin typeface="Segoe UI" panose="020B0502040204020203" pitchFamily="34" charset="0"/>
                <a:ea typeface="Calibri" panose="020F0502020204030204" pitchFamily="34" charset="0"/>
                <a:cs typeface="Segoe UI" panose="020B0502040204020203" pitchFamily="34" charset="0"/>
              </a:rPr>
              <a:t>i.e</a:t>
            </a:r>
            <a:r>
              <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a:t>
            </a:r>
            <a:r>
              <a:rPr lang="en-IN"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430</a:t>
            </a:r>
            <a:r>
              <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a:t>
            </a:r>
          </a:p>
          <a:p>
            <a:endPar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r>
              <a:rPr lang="en-IN" dirty="0">
                <a:solidFill>
                  <a:srgbClr val="030553"/>
                </a:solidFill>
                <a:latin typeface="Segoe UI" panose="020B0502040204020203" pitchFamily="34" charset="0"/>
                <a:cs typeface="Segoe UI" panose="020B0502040204020203" pitchFamily="34" charset="0"/>
              </a:rPr>
              <a:t>3) </a:t>
            </a:r>
            <a:r>
              <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On </a:t>
            </a:r>
            <a:r>
              <a:rPr lang="en-IN"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03/01/2024</a:t>
            </a:r>
            <a:r>
              <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there was lowest call volume i.e. </a:t>
            </a:r>
            <a:r>
              <a:rPr lang="en-IN"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107.</a:t>
            </a:r>
          </a:p>
          <a:p>
            <a:endParaRPr lang="en-IN"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r>
              <a:rPr lang="en-IN" dirty="0">
                <a:solidFill>
                  <a:srgbClr val="030553"/>
                </a:solidFill>
                <a:latin typeface="Segoe UI" panose="020B0502040204020203" pitchFamily="34" charset="0"/>
                <a:cs typeface="Segoe UI" panose="020B0502040204020203" pitchFamily="34" charset="0"/>
              </a:rPr>
              <a:t>4)</a:t>
            </a:r>
            <a:r>
              <a:rPr lang="en-IN"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December –</a:t>
            </a:r>
            <a:r>
              <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Highest call volume.</a:t>
            </a:r>
          </a:p>
          <a:p>
            <a:r>
              <a:rPr lang="en-IN"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January –</a:t>
            </a:r>
            <a:r>
              <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Lowest call volume.</a:t>
            </a:r>
          </a:p>
          <a:p>
            <a:endPar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5) Call centre receive approx.</a:t>
            </a: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 250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calls per day but only </a:t>
            </a: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56.41%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of calls gets complete in total from astrologer side.</a:t>
            </a:r>
          </a:p>
          <a:p>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 </a:t>
            </a:r>
          </a:p>
          <a:p>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Suggestion –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There is a need of hiring new skilled agents and freelancers to manage the workload of existing agents.</a:t>
            </a:r>
          </a:p>
          <a:p>
            <a:endParaRPr lang="en-IN" dirty="0">
              <a:solidFill>
                <a:srgbClr val="030553"/>
              </a:solidFill>
              <a:latin typeface="Segoe UI" panose="020B0502040204020203" pitchFamily="34" charset="0"/>
              <a:cs typeface="Segoe UI" panose="020B0502040204020203" pitchFamily="34" charset="0"/>
            </a:endParaRPr>
          </a:p>
        </p:txBody>
      </p:sp>
      <p:graphicFrame>
        <p:nvGraphicFramePr>
          <p:cNvPr id="4" name="Chart 3">
            <a:extLst>
              <a:ext uri="{FF2B5EF4-FFF2-40B4-BE49-F238E27FC236}">
                <a16:creationId xmlns:a16="http://schemas.microsoft.com/office/drawing/2014/main" id="{7962323D-2F82-4597-8ACC-3D7E55FF4B0B}"/>
              </a:ext>
            </a:extLst>
          </p:cNvPr>
          <p:cNvGraphicFramePr>
            <a:graphicFrameLocks/>
          </p:cNvGraphicFramePr>
          <p:nvPr>
            <p:extLst>
              <p:ext uri="{D42A27DB-BD31-4B8C-83A1-F6EECF244321}">
                <p14:modId xmlns:p14="http://schemas.microsoft.com/office/powerpoint/2010/main" val="2885147829"/>
              </p:ext>
            </p:extLst>
          </p:nvPr>
        </p:nvGraphicFramePr>
        <p:xfrm>
          <a:off x="0" y="1534886"/>
          <a:ext cx="6751013" cy="360317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210795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0662E325-53D7-C76D-8D50-0104176CCE0A}"/>
              </a:ext>
            </a:extLst>
          </p:cNvPr>
          <p:cNvGraphicFramePr>
            <a:graphicFrameLocks/>
          </p:cNvGraphicFramePr>
          <p:nvPr>
            <p:extLst>
              <p:ext uri="{D42A27DB-BD31-4B8C-83A1-F6EECF244321}">
                <p14:modId xmlns:p14="http://schemas.microsoft.com/office/powerpoint/2010/main" val="2331476716"/>
              </p:ext>
            </p:extLst>
          </p:nvPr>
        </p:nvGraphicFramePr>
        <p:xfrm>
          <a:off x="440265" y="618067"/>
          <a:ext cx="6002868" cy="4639732"/>
        </p:xfrm>
        <a:graphic>
          <a:graphicData uri="http://schemas.openxmlformats.org/drawingml/2006/chart">
            <c:chart xmlns:c="http://schemas.openxmlformats.org/drawingml/2006/chart" xmlns:r="http://schemas.openxmlformats.org/officeDocument/2006/relationships" r:id="rId2"/>
          </a:graphicData>
        </a:graphic>
      </p:graphicFrame>
      <p:cxnSp>
        <p:nvCxnSpPr>
          <p:cNvPr id="3" name="Straight Connector 2">
            <a:extLst>
              <a:ext uri="{FF2B5EF4-FFF2-40B4-BE49-F238E27FC236}">
                <a16:creationId xmlns:a16="http://schemas.microsoft.com/office/drawing/2014/main" id="{B8819B05-E66C-B6F2-63B6-F7DCDEFBB493}"/>
              </a:ext>
              <a:ext uri="{C183D7F6-B498-43B3-948B-1728B52AA6E4}">
                <adec:decorative xmlns:adec="http://schemas.microsoft.com/office/drawing/2017/decorative" val="1"/>
              </a:ext>
            </a:extLst>
          </p:cNvPr>
          <p:cNvCxnSpPr>
            <a:cxnSpLocks/>
          </p:cNvCxnSpPr>
          <p:nvPr/>
        </p:nvCxnSpPr>
        <p:spPr>
          <a:xfrm>
            <a:off x="6751014" y="0"/>
            <a:ext cx="0" cy="6858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Rectangle: Rounded Corners 4">
            <a:extLst>
              <a:ext uri="{FF2B5EF4-FFF2-40B4-BE49-F238E27FC236}">
                <a16:creationId xmlns:a16="http://schemas.microsoft.com/office/drawing/2014/main" id="{D2FE3240-B485-3171-B1D6-442AAC1DFD50}"/>
              </a:ext>
              <a:ext uri="{C183D7F6-B498-43B3-948B-1728B52AA6E4}">
                <adec:decorative xmlns:adec="http://schemas.microsoft.com/office/drawing/2017/decorative" val="1"/>
              </a:ext>
            </a:extLst>
          </p:cNvPr>
          <p:cNvSpPr/>
          <p:nvPr/>
        </p:nvSpPr>
        <p:spPr>
          <a:xfrm>
            <a:off x="6529218" y="3265749"/>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3F87F6C9-7ED0-C20E-C701-15661DC15457}"/>
              </a:ext>
            </a:extLst>
          </p:cNvPr>
          <p:cNvSpPr txBox="1"/>
          <p:nvPr/>
        </p:nvSpPr>
        <p:spPr>
          <a:xfrm>
            <a:off x="8482169" y="379251"/>
            <a:ext cx="2770032" cy="477631"/>
          </a:xfrm>
          <a:prstGeom prst="rect">
            <a:avLst/>
          </a:prstGeom>
          <a:noFill/>
        </p:spPr>
        <p:txBody>
          <a:bodyPr wrap="square" lIns="0" tIns="0" rIns="0" bIns="0" rtlCol="0">
            <a:spAutoFit/>
          </a:bodyPr>
          <a:lstStyle/>
          <a:p>
            <a:pPr>
              <a:lnSpc>
                <a:spcPts val="4000"/>
              </a:lnSpc>
            </a:pPr>
            <a:r>
              <a:rPr lang="en-US" sz="3200" b="1" dirty="0">
                <a:solidFill>
                  <a:srgbClr val="002060"/>
                </a:solidFill>
                <a:latin typeface="Segoe UI" panose="020B0502040204020203" pitchFamily="34" charset="0"/>
                <a:cs typeface="Segoe UI" panose="020B0502040204020203" pitchFamily="34" charset="0"/>
              </a:rPr>
              <a:t>ANALYSIS</a:t>
            </a:r>
          </a:p>
        </p:txBody>
      </p:sp>
      <p:sp>
        <p:nvSpPr>
          <p:cNvPr id="8" name="TextBox 7">
            <a:extLst>
              <a:ext uri="{FF2B5EF4-FFF2-40B4-BE49-F238E27FC236}">
                <a16:creationId xmlns:a16="http://schemas.microsoft.com/office/drawing/2014/main" id="{DAFDFF74-7635-9E8A-63D4-0F2B69663395}"/>
              </a:ext>
            </a:extLst>
          </p:cNvPr>
          <p:cNvSpPr txBox="1"/>
          <p:nvPr/>
        </p:nvSpPr>
        <p:spPr>
          <a:xfrm>
            <a:off x="7058895" y="1181100"/>
            <a:ext cx="5031503" cy="4247317"/>
          </a:xfrm>
          <a:prstGeom prst="rect">
            <a:avLst/>
          </a:prstGeom>
          <a:noFill/>
        </p:spPr>
        <p:txBody>
          <a:bodyPr wrap="square" rtlCol="0">
            <a:spAutoFit/>
          </a:bodyPr>
          <a:lstStyle/>
          <a:p>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1) </a:t>
            </a: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Satisfied user (Rating-5,6,7,8) = 27.49 %</a:t>
            </a:r>
          </a:p>
          <a:p>
            <a:pPr marL="342900" indent="-342900">
              <a:buAutoNum type="arabicParenR"/>
            </a:pPr>
            <a:endPar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endParaRPr>
          </a:p>
          <a:p>
            <a:r>
              <a:rPr lang="en-IN" dirty="0">
                <a:solidFill>
                  <a:srgbClr val="030553"/>
                </a:solidFill>
                <a:latin typeface="Segoe UI" panose="020B0502040204020203" pitchFamily="34" charset="0"/>
                <a:cs typeface="Segoe UI" panose="020B0502040204020203" pitchFamily="34" charset="0"/>
              </a:rPr>
              <a:t>2)</a:t>
            </a: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Unsatisfied user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(Rating-0,1,2,3,4)</a:t>
            </a: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 =  72.5%</a:t>
            </a:r>
          </a:p>
          <a:p>
            <a:endPar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r>
              <a:rPr lang="en-IN" dirty="0">
                <a:solidFill>
                  <a:srgbClr val="030553"/>
                </a:solidFill>
                <a:latin typeface="Segoe UI" panose="020B0502040204020203" pitchFamily="34" charset="0"/>
                <a:cs typeface="Segoe UI" panose="020B0502040204020203" pitchFamily="34" charset="0"/>
              </a:rPr>
              <a:t>3)</a:t>
            </a:r>
            <a:r>
              <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Out of 8541 calls only 3453 calls are getting completed, which is </a:t>
            </a:r>
            <a:r>
              <a:rPr lang="en-IN"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40.43 %.</a:t>
            </a:r>
          </a:p>
          <a:p>
            <a:endPar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r>
              <a:rPr lang="en-IN" dirty="0">
                <a:solidFill>
                  <a:srgbClr val="030553"/>
                </a:solidFill>
                <a:latin typeface="Segoe UI" panose="020B0502040204020203" pitchFamily="34" charset="0"/>
                <a:cs typeface="Segoe UI" panose="020B0502040204020203" pitchFamily="34" charset="0"/>
              </a:rPr>
              <a:t>4)</a:t>
            </a:r>
            <a:r>
              <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That means  </a:t>
            </a:r>
            <a:r>
              <a:rPr lang="en-IN"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59.57 % </a:t>
            </a:r>
            <a:r>
              <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of users are not getting the service despite of booking the call session.</a:t>
            </a:r>
          </a:p>
          <a:p>
            <a:endParaRPr lang="en-IN"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r>
              <a:rPr lang="en-IN"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Suggestion – </a:t>
            </a:r>
            <a:r>
              <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Invest in training programs for the agents, by which they will get training to give better service to the users and manage time properly.</a:t>
            </a:r>
          </a:p>
          <a:p>
            <a:endParaRPr lang="en-IN" dirty="0">
              <a:solidFill>
                <a:srgbClr val="030553"/>
              </a:solidFill>
              <a:latin typeface="Segoe UI" panose="020B0502040204020203" pitchFamily="34" charset="0"/>
              <a:cs typeface="Segoe UI" panose="020B0502040204020203" pitchFamily="34" charset="0"/>
            </a:endParaRPr>
          </a:p>
        </p:txBody>
      </p:sp>
      <p:sp>
        <p:nvSpPr>
          <p:cNvPr id="9" name="TextBox 8">
            <a:extLst>
              <a:ext uri="{FF2B5EF4-FFF2-40B4-BE49-F238E27FC236}">
                <a16:creationId xmlns:a16="http://schemas.microsoft.com/office/drawing/2014/main" id="{D2D05381-19A6-1071-CCDE-B0669A5F1EB4}"/>
              </a:ext>
            </a:extLst>
          </p:cNvPr>
          <p:cNvSpPr txBox="1"/>
          <p:nvPr/>
        </p:nvSpPr>
        <p:spPr>
          <a:xfrm>
            <a:off x="1244600" y="5604933"/>
            <a:ext cx="4478867" cy="369332"/>
          </a:xfrm>
          <a:prstGeom prst="rect">
            <a:avLst/>
          </a:prstGeom>
          <a:noFill/>
        </p:spPr>
        <p:txBody>
          <a:bodyPr wrap="square" rtlCol="0">
            <a:spAutoFit/>
          </a:bodyPr>
          <a:lstStyle/>
          <a:p>
            <a:r>
              <a:rPr lang="en-US" dirty="0"/>
              <a:t>(User distribution on the basis of rating)</a:t>
            </a:r>
            <a:endParaRPr lang="en-IN" dirty="0"/>
          </a:p>
        </p:txBody>
      </p:sp>
    </p:spTree>
    <p:extLst>
      <p:ext uri="{BB962C8B-B14F-4D97-AF65-F5344CB8AC3E}">
        <p14:creationId xmlns:p14="http://schemas.microsoft.com/office/powerpoint/2010/main" val="2499975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EA44B247-B924-C4FA-E1E2-B18A7E400F32}"/>
              </a:ext>
            </a:extLst>
          </p:cNvPr>
          <p:cNvGraphicFramePr>
            <a:graphicFrameLocks/>
          </p:cNvGraphicFramePr>
          <p:nvPr>
            <p:extLst>
              <p:ext uri="{D42A27DB-BD31-4B8C-83A1-F6EECF244321}">
                <p14:modId xmlns:p14="http://schemas.microsoft.com/office/powerpoint/2010/main" val="3780018757"/>
              </p:ext>
            </p:extLst>
          </p:nvPr>
        </p:nvGraphicFramePr>
        <p:xfrm>
          <a:off x="698239" y="552510"/>
          <a:ext cx="4965961" cy="5645090"/>
        </p:xfrm>
        <a:graphic>
          <a:graphicData uri="http://schemas.openxmlformats.org/drawingml/2006/chart">
            <c:chart xmlns:c="http://schemas.openxmlformats.org/drawingml/2006/chart" xmlns:r="http://schemas.openxmlformats.org/officeDocument/2006/relationships" r:id="rId2"/>
          </a:graphicData>
        </a:graphic>
      </p:graphicFrame>
      <p:cxnSp>
        <p:nvCxnSpPr>
          <p:cNvPr id="3" name="Straight Connector 2">
            <a:extLst>
              <a:ext uri="{FF2B5EF4-FFF2-40B4-BE49-F238E27FC236}">
                <a16:creationId xmlns:a16="http://schemas.microsoft.com/office/drawing/2014/main" id="{E0B8E70E-F0D6-9FD0-A7DA-7EB0DD5C82D6}"/>
              </a:ext>
              <a:ext uri="{C183D7F6-B498-43B3-948B-1728B52AA6E4}">
                <adec:decorative xmlns:adec="http://schemas.microsoft.com/office/drawing/2017/decorative" val="1"/>
              </a:ext>
            </a:extLst>
          </p:cNvPr>
          <p:cNvCxnSpPr>
            <a:cxnSpLocks/>
          </p:cNvCxnSpPr>
          <p:nvPr/>
        </p:nvCxnSpPr>
        <p:spPr>
          <a:xfrm>
            <a:off x="6751014" y="0"/>
            <a:ext cx="0" cy="6858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E13B8410-3BDE-B680-2E4A-D6CA75DC5964}"/>
              </a:ext>
              <a:ext uri="{C183D7F6-B498-43B3-948B-1728B52AA6E4}">
                <adec:decorative xmlns:adec="http://schemas.microsoft.com/office/drawing/2017/decorative" val="1"/>
              </a:ext>
            </a:extLst>
          </p:cNvPr>
          <p:cNvSpPr/>
          <p:nvPr/>
        </p:nvSpPr>
        <p:spPr>
          <a:xfrm>
            <a:off x="6529218" y="3196704"/>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31776A3C-0B16-3E4E-0D04-392DCBD167B8}"/>
              </a:ext>
            </a:extLst>
          </p:cNvPr>
          <p:cNvSpPr txBox="1"/>
          <p:nvPr/>
        </p:nvSpPr>
        <p:spPr>
          <a:xfrm>
            <a:off x="8412144" y="383043"/>
            <a:ext cx="3195656" cy="569964"/>
          </a:xfrm>
          <a:prstGeom prst="rect">
            <a:avLst/>
          </a:prstGeom>
          <a:noFill/>
        </p:spPr>
        <p:txBody>
          <a:bodyPr wrap="square">
            <a:spAutoFit/>
          </a:bodyPr>
          <a:lstStyle/>
          <a:p>
            <a:pPr>
              <a:lnSpc>
                <a:spcPts val="4000"/>
              </a:lnSpc>
            </a:pPr>
            <a:r>
              <a:rPr lang="en-US" sz="3200" b="1" dirty="0">
                <a:solidFill>
                  <a:srgbClr val="002060"/>
                </a:solidFill>
                <a:latin typeface="Segoe UI" panose="020B0502040204020203" pitchFamily="34" charset="0"/>
                <a:cs typeface="Segoe UI" panose="020B0502040204020203" pitchFamily="34" charset="0"/>
              </a:rPr>
              <a:t>ANALYSIS</a:t>
            </a:r>
          </a:p>
        </p:txBody>
      </p:sp>
      <p:sp>
        <p:nvSpPr>
          <p:cNvPr id="11" name="TextBox 10">
            <a:extLst>
              <a:ext uri="{FF2B5EF4-FFF2-40B4-BE49-F238E27FC236}">
                <a16:creationId xmlns:a16="http://schemas.microsoft.com/office/drawing/2014/main" id="{EDB4728D-995E-A99C-5693-BBB9ADE5BA46}"/>
              </a:ext>
            </a:extLst>
          </p:cNvPr>
          <p:cNvSpPr txBox="1"/>
          <p:nvPr/>
        </p:nvSpPr>
        <p:spPr>
          <a:xfrm>
            <a:off x="7194606" y="1130836"/>
            <a:ext cx="4794185" cy="5219163"/>
          </a:xfrm>
          <a:prstGeom prst="rect">
            <a:avLst/>
          </a:prstGeom>
          <a:noFill/>
        </p:spPr>
        <p:txBody>
          <a:bodyPr wrap="square" rtlCol="0">
            <a:spAutoFit/>
          </a:bodyPr>
          <a:lstStyle/>
          <a:p>
            <a:pPr algn="just">
              <a:lnSpc>
                <a:spcPct val="107000"/>
              </a:lnSpc>
              <a:spcAft>
                <a:spcPts val="800"/>
              </a:spcAft>
            </a:pPr>
            <a:r>
              <a:rPr lang="en-US" dirty="0">
                <a:solidFill>
                  <a:srgbClr val="030553"/>
                </a:solidFill>
                <a:latin typeface="Segoe UI" panose="020B0502040204020203" pitchFamily="34" charset="0"/>
                <a:cs typeface="Segoe UI" panose="020B0502040204020203" pitchFamily="34" charset="0"/>
              </a:rPr>
              <a:t>1)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The </a:t>
            </a: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78.72%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of the total net income for the </a:t>
            </a: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company</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 comes from </a:t>
            </a: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Call service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only.</a:t>
            </a:r>
            <a:endPar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pPr algn="just">
              <a:lnSpc>
                <a:spcPct val="107000"/>
              </a:lnSpc>
              <a:spcAft>
                <a:spcPts val="800"/>
              </a:spcAft>
            </a:pP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2) And the </a:t>
            </a: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78.46%</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 of the total income for the </a:t>
            </a: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astrologer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comes from </a:t>
            </a: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Call service</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a:t>
            </a:r>
          </a:p>
          <a:p>
            <a:pPr algn="just">
              <a:lnSpc>
                <a:spcPct val="107000"/>
              </a:lnSpc>
              <a:spcAft>
                <a:spcPts val="800"/>
              </a:spcAft>
            </a:pPr>
            <a:r>
              <a:rPr lang="en-IN" dirty="0">
                <a:solidFill>
                  <a:srgbClr val="030553"/>
                </a:solidFill>
                <a:latin typeface="Segoe UI" panose="020B0502040204020203" pitchFamily="34" charset="0"/>
                <a:ea typeface="Times New Roman" panose="02020603050405020304" pitchFamily="18" charset="0"/>
                <a:cs typeface="Segoe UI" panose="020B0502040204020203" pitchFamily="34" charset="0"/>
              </a:rPr>
              <a:t>3) Total revenue = 213987.32 </a:t>
            </a:r>
            <a:r>
              <a:rPr lang="en-IN" dirty="0" err="1">
                <a:solidFill>
                  <a:srgbClr val="030553"/>
                </a:solidFill>
                <a:latin typeface="Segoe UI" panose="020B0502040204020203" pitchFamily="34" charset="0"/>
                <a:ea typeface="Times New Roman" panose="02020603050405020304" pitchFamily="18" charset="0"/>
                <a:cs typeface="Segoe UI" panose="020B0502040204020203" pitchFamily="34" charset="0"/>
              </a:rPr>
              <a:t>rs</a:t>
            </a:r>
            <a:r>
              <a:rPr lang="en-IN" dirty="0">
                <a:solidFill>
                  <a:srgbClr val="030553"/>
                </a:solidFill>
                <a:latin typeface="Segoe UI" panose="020B0502040204020203" pitchFamily="34" charset="0"/>
                <a:ea typeface="Times New Roman" panose="02020603050405020304" pitchFamily="18" charset="0"/>
                <a:cs typeface="Segoe UI" panose="020B0502040204020203" pitchFamily="34" charset="0"/>
              </a:rPr>
              <a:t>.</a:t>
            </a:r>
          </a:p>
          <a:p>
            <a:pPr algn="just">
              <a:lnSpc>
                <a:spcPct val="107000"/>
              </a:lnSpc>
              <a:spcAft>
                <a:spcPts val="800"/>
              </a:spcAft>
            </a:pP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4) Correlation between </a:t>
            </a: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net income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and </a:t>
            </a: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astrologer earning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is </a:t>
            </a: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0.997</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,which suggests a very strong positive linear relationship between two variables.</a:t>
            </a:r>
          </a:p>
          <a:p>
            <a:pPr algn="just">
              <a:lnSpc>
                <a:spcPct val="107000"/>
              </a:lnSpc>
              <a:spcAft>
                <a:spcPts val="800"/>
              </a:spcAft>
            </a:pP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Suggestion -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So if the call service is a key revenue driver, investing in training programs would be a strategic move to sustain and enhance that success.</a:t>
            </a:r>
            <a:endPar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pPr algn="just">
              <a:lnSpc>
                <a:spcPct val="107000"/>
              </a:lnSpc>
              <a:spcAft>
                <a:spcPts val="800"/>
              </a:spcAft>
            </a:pPr>
            <a:endPar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endParaRPr lang="en-IN" dirty="0">
              <a:solidFill>
                <a:srgbClr val="030553"/>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8414811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43F08990-BB12-D250-D78F-B809DD673B31}"/>
              </a:ext>
            </a:extLst>
          </p:cNvPr>
          <p:cNvGraphicFramePr>
            <a:graphicFrameLocks/>
          </p:cNvGraphicFramePr>
          <p:nvPr>
            <p:extLst>
              <p:ext uri="{D42A27DB-BD31-4B8C-83A1-F6EECF244321}">
                <p14:modId xmlns:p14="http://schemas.microsoft.com/office/powerpoint/2010/main" val="1802673674"/>
              </p:ext>
            </p:extLst>
          </p:nvPr>
        </p:nvGraphicFramePr>
        <p:xfrm>
          <a:off x="136679" y="1312723"/>
          <a:ext cx="6416522" cy="3767277"/>
        </p:xfrm>
        <a:graphic>
          <a:graphicData uri="http://schemas.openxmlformats.org/drawingml/2006/chart">
            <c:chart xmlns:c="http://schemas.openxmlformats.org/drawingml/2006/chart" xmlns:r="http://schemas.openxmlformats.org/officeDocument/2006/relationships" r:id="rId2"/>
          </a:graphicData>
        </a:graphic>
      </p:graphicFrame>
      <p:cxnSp>
        <p:nvCxnSpPr>
          <p:cNvPr id="3" name="Straight Connector 2">
            <a:extLst>
              <a:ext uri="{FF2B5EF4-FFF2-40B4-BE49-F238E27FC236}">
                <a16:creationId xmlns:a16="http://schemas.microsoft.com/office/drawing/2014/main" id="{FEC984F8-DCF0-5444-2E14-BC35673F0BF9}"/>
              </a:ext>
              <a:ext uri="{C183D7F6-B498-43B3-948B-1728B52AA6E4}">
                <adec:decorative xmlns:adec="http://schemas.microsoft.com/office/drawing/2017/decorative" val="1"/>
              </a:ext>
            </a:extLst>
          </p:cNvPr>
          <p:cNvCxnSpPr>
            <a:cxnSpLocks/>
          </p:cNvCxnSpPr>
          <p:nvPr/>
        </p:nvCxnSpPr>
        <p:spPr>
          <a:xfrm>
            <a:off x="6773323" y="0"/>
            <a:ext cx="0" cy="6858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050AB43B-F908-EFE0-48F2-FB4E347B8C62}"/>
              </a:ext>
              <a:ext uri="{C183D7F6-B498-43B3-948B-1728B52AA6E4}">
                <adec:decorative xmlns:adec="http://schemas.microsoft.com/office/drawing/2017/decorative" val="1"/>
              </a:ext>
            </a:extLst>
          </p:cNvPr>
          <p:cNvSpPr/>
          <p:nvPr/>
        </p:nvSpPr>
        <p:spPr>
          <a:xfrm>
            <a:off x="6553201" y="3196361"/>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5B382403-257E-6C8A-22CA-1D5DE9854A25}"/>
              </a:ext>
            </a:extLst>
          </p:cNvPr>
          <p:cNvSpPr txBox="1"/>
          <p:nvPr/>
        </p:nvSpPr>
        <p:spPr>
          <a:xfrm>
            <a:off x="8488344" y="331988"/>
            <a:ext cx="3195656" cy="569964"/>
          </a:xfrm>
          <a:prstGeom prst="rect">
            <a:avLst/>
          </a:prstGeom>
          <a:noFill/>
        </p:spPr>
        <p:txBody>
          <a:bodyPr wrap="square">
            <a:spAutoFit/>
          </a:bodyPr>
          <a:lstStyle/>
          <a:p>
            <a:pPr>
              <a:lnSpc>
                <a:spcPts val="4000"/>
              </a:lnSpc>
            </a:pPr>
            <a:r>
              <a:rPr lang="en-US" sz="3200" b="1" dirty="0">
                <a:solidFill>
                  <a:srgbClr val="002060"/>
                </a:solidFill>
                <a:latin typeface="Segoe UI" panose="020B0502040204020203" pitchFamily="34" charset="0"/>
                <a:cs typeface="Segoe UI" panose="020B0502040204020203" pitchFamily="34" charset="0"/>
              </a:rPr>
              <a:t>ANALYSIS</a:t>
            </a:r>
          </a:p>
        </p:txBody>
      </p:sp>
      <p:sp>
        <p:nvSpPr>
          <p:cNvPr id="8" name="TextBox 7">
            <a:extLst>
              <a:ext uri="{FF2B5EF4-FFF2-40B4-BE49-F238E27FC236}">
                <a16:creationId xmlns:a16="http://schemas.microsoft.com/office/drawing/2014/main" id="{C0C3A70A-D0B9-F510-1698-256E8F2A4CD9}"/>
              </a:ext>
            </a:extLst>
          </p:cNvPr>
          <p:cNvSpPr txBox="1"/>
          <p:nvPr/>
        </p:nvSpPr>
        <p:spPr>
          <a:xfrm>
            <a:off x="7216915" y="1098404"/>
            <a:ext cx="4343395" cy="5687967"/>
          </a:xfrm>
          <a:prstGeom prst="rect">
            <a:avLst/>
          </a:prstGeom>
          <a:noFill/>
        </p:spPr>
        <p:txBody>
          <a:bodyPr wrap="square" rtlCol="0">
            <a:spAutoFit/>
          </a:bodyPr>
          <a:lstStyle/>
          <a:p>
            <a:pPr marL="342900" indent="-342900">
              <a:buAutoNum type="arabicParenR"/>
            </a:pPr>
            <a:r>
              <a:rPr lang="en-US" dirty="0">
                <a:solidFill>
                  <a:srgbClr val="030553"/>
                </a:solidFill>
                <a:latin typeface="Segoe UI" panose="020B0502040204020203" pitchFamily="34" charset="0"/>
                <a:cs typeface="Segoe UI" panose="020B0502040204020203" pitchFamily="34" charset="0"/>
              </a:rPr>
              <a:t>Around </a:t>
            </a:r>
            <a:r>
              <a:rPr lang="en-US" b="1" dirty="0">
                <a:solidFill>
                  <a:srgbClr val="030553"/>
                </a:solidFill>
                <a:latin typeface="Segoe UI" panose="020B0502040204020203" pitchFamily="34" charset="0"/>
                <a:cs typeface="Segoe UI" panose="020B0502040204020203" pitchFamily="34" charset="0"/>
              </a:rPr>
              <a:t>8.00 am </a:t>
            </a:r>
            <a:r>
              <a:rPr lang="en-US" dirty="0">
                <a:solidFill>
                  <a:srgbClr val="030553"/>
                </a:solidFill>
                <a:latin typeface="Segoe UI" panose="020B0502040204020203" pitchFamily="34" charset="0"/>
                <a:cs typeface="Segoe UI" panose="020B0502040204020203" pitchFamily="34" charset="0"/>
              </a:rPr>
              <a:t>the traffic of the callers are very </a:t>
            </a:r>
            <a:r>
              <a:rPr lang="en-US" b="1" dirty="0">
                <a:solidFill>
                  <a:srgbClr val="030553"/>
                </a:solidFill>
                <a:latin typeface="Segoe UI" panose="020B0502040204020203" pitchFamily="34" charset="0"/>
                <a:cs typeface="Segoe UI" panose="020B0502040204020203" pitchFamily="34" charset="0"/>
              </a:rPr>
              <a:t>high</a:t>
            </a:r>
            <a:r>
              <a:rPr lang="en-US" dirty="0">
                <a:solidFill>
                  <a:srgbClr val="030553"/>
                </a:solidFill>
                <a:latin typeface="Segoe UI" panose="020B0502040204020203" pitchFamily="34" charset="0"/>
                <a:cs typeface="Segoe UI" panose="020B0502040204020203" pitchFamily="34" charset="0"/>
              </a:rPr>
              <a:t>.</a:t>
            </a:r>
          </a:p>
          <a:p>
            <a:pPr marL="342900" indent="-342900">
              <a:buAutoNum type="arabicParenR"/>
            </a:pPr>
            <a:endParaRPr lang="en-US" dirty="0">
              <a:solidFill>
                <a:srgbClr val="030553"/>
              </a:solidFill>
              <a:latin typeface="Segoe UI" panose="020B0502040204020203" pitchFamily="34" charset="0"/>
              <a:cs typeface="Segoe UI" panose="020B0502040204020203" pitchFamily="34" charset="0"/>
            </a:endParaRPr>
          </a:p>
          <a:p>
            <a:pPr marL="342900" indent="-342900">
              <a:buAutoNum type="arabicParenR" startAt="2"/>
            </a:pPr>
            <a:r>
              <a:rPr lang="en-US" dirty="0">
                <a:solidFill>
                  <a:srgbClr val="030553"/>
                </a:solidFill>
                <a:latin typeface="Segoe UI" panose="020B0502040204020203" pitchFamily="34" charset="0"/>
                <a:cs typeface="Segoe UI" panose="020B0502040204020203" pitchFamily="34" charset="0"/>
              </a:rPr>
              <a:t>Around </a:t>
            </a:r>
            <a:r>
              <a:rPr lang="en-US" b="1" dirty="0">
                <a:solidFill>
                  <a:srgbClr val="030553"/>
                </a:solidFill>
                <a:latin typeface="Segoe UI" panose="020B0502040204020203" pitchFamily="34" charset="0"/>
                <a:cs typeface="Segoe UI" panose="020B0502040204020203" pitchFamily="34" charset="0"/>
              </a:rPr>
              <a:t>01.00 am </a:t>
            </a:r>
            <a:r>
              <a:rPr lang="en-US" dirty="0">
                <a:solidFill>
                  <a:srgbClr val="030553"/>
                </a:solidFill>
                <a:latin typeface="Segoe UI" panose="020B0502040204020203" pitchFamily="34" charset="0"/>
                <a:cs typeface="Segoe UI" panose="020B0502040204020203" pitchFamily="34" charset="0"/>
              </a:rPr>
              <a:t>at night the traffic is very </a:t>
            </a:r>
            <a:r>
              <a:rPr lang="en-US" b="1" dirty="0">
                <a:solidFill>
                  <a:srgbClr val="030553"/>
                </a:solidFill>
                <a:latin typeface="Segoe UI" panose="020B0502040204020203" pitchFamily="34" charset="0"/>
                <a:cs typeface="Segoe UI" panose="020B0502040204020203" pitchFamily="34" charset="0"/>
              </a:rPr>
              <a:t>low</a:t>
            </a:r>
            <a:r>
              <a:rPr lang="en-US" dirty="0">
                <a:solidFill>
                  <a:srgbClr val="030553"/>
                </a:solidFill>
                <a:latin typeface="Segoe UI" panose="020B0502040204020203" pitchFamily="34" charset="0"/>
                <a:cs typeface="Segoe UI" panose="020B0502040204020203" pitchFamily="34" charset="0"/>
              </a:rPr>
              <a:t>.</a:t>
            </a:r>
          </a:p>
          <a:p>
            <a:pPr marL="342900" indent="-342900">
              <a:buAutoNum type="arabicParenR" startAt="2"/>
            </a:pPr>
            <a:endParaRPr lang="en-US" dirty="0">
              <a:solidFill>
                <a:srgbClr val="030553"/>
              </a:solidFill>
              <a:latin typeface="Segoe UI" panose="020B0502040204020203" pitchFamily="34" charset="0"/>
              <a:cs typeface="Segoe UI" panose="020B0502040204020203" pitchFamily="34" charset="0"/>
            </a:endParaRPr>
          </a:p>
          <a:p>
            <a:pPr marL="342900" indent="-342900">
              <a:buAutoNum type="arabicParenR" startAt="2"/>
            </a:pPr>
            <a:r>
              <a:rPr lang="en-US" dirty="0">
                <a:solidFill>
                  <a:srgbClr val="030553"/>
                </a:solidFill>
                <a:latin typeface="Segoe UI" panose="020B0502040204020203" pitchFamily="34" charset="0"/>
                <a:cs typeface="Segoe UI" panose="020B0502040204020203" pitchFamily="34" charset="0"/>
              </a:rPr>
              <a:t> Approx</a:t>
            </a:r>
            <a:r>
              <a:rPr lang="en-US" b="1" dirty="0">
                <a:solidFill>
                  <a:srgbClr val="030553"/>
                </a:solidFill>
                <a:latin typeface="Segoe UI" panose="020B0502040204020203" pitchFamily="34" charset="0"/>
                <a:cs typeface="Segoe UI" panose="020B0502040204020203" pitchFamily="34" charset="0"/>
              </a:rPr>
              <a:t> 660 </a:t>
            </a:r>
            <a:r>
              <a:rPr lang="en-US" dirty="0">
                <a:solidFill>
                  <a:srgbClr val="030553"/>
                </a:solidFill>
                <a:latin typeface="Segoe UI" panose="020B0502040204020203" pitchFamily="34" charset="0"/>
                <a:cs typeface="Segoe UI" panose="020B0502040204020203" pitchFamily="34" charset="0"/>
              </a:rPr>
              <a:t>users calls around 8.00 am.</a:t>
            </a:r>
          </a:p>
          <a:p>
            <a:pPr marL="342900" indent="-342900">
              <a:buAutoNum type="arabicParenR" startAt="2"/>
            </a:pPr>
            <a:endParaRPr lang="en-US" dirty="0">
              <a:solidFill>
                <a:srgbClr val="030553"/>
              </a:solidFill>
              <a:latin typeface="Segoe UI" panose="020B0502040204020203" pitchFamily="34" charset="0"/>
              <a:cs typeface="Segoe UI" panose="020B0502040204020203" pitchFamily="34" charset="0"/>
            </a:endParaRPr>
          </a:p>
          <a:p>
            <a:r>
              <a:rPr lang="en-US" dirty="0">
                <a:solidFill>
                  <a:srgbClr val="030553"/>
                </a:solidFill>
                <a:latin typeface="Segoe UI" panose="020B0502040204020203" pitchFamily="34" charset="0"/>
                <a:cs typeface="Segoe UI" panose="020B0502040204020203" pitchFamily="34" charset="0"/>
              </a:rPr>
              <a:t>4)  There are only </a:t>
            </a:r>
            <a:r>
              <a:rPr lang="en-US" b="1" dirty="0">
                <a:solidFill>
                  <a:srgbClr val="030553"/>
                </a:solidFill>
                <a:latin typeface="Segoe UI" panose="020B0502040204020203" pitchFamily="34" charset="0"/>
                <a:cs typeface="Segoe UI" panose="020B0502040204020203" pitchFamily="34" charset="0"/>
              </a:rPr>
              <a:t>131</a:t>
            </a:r>
            <a:r>
              <a:rPr lang="en-US" dirty="0">
                <a:solidFill>
                  <a:srgbClr val="030553"/>
                </a:solidFill>
                <a:latin typeface="Segoe UI" panose="020B0502040204020203" pitchFamily="34" charset="0"/>
                <a:cs typeface="Segoe UI" panose="020B0502040204020203" pitchFamily="34" charset="0"/>
              </a:rPr>
              <a:t> agents.</a:t>
            </a:r>
          </a:p>
          <a:p>
            <a:endParaRPr lang="en-US" dirty="0">
              <a:solidFill>
                <a:srgbClr val="030553"/>
              </a:solidFill>
              <a:latin typeface="Segoe UI" panose="020B0502040204020203" pitchFamily="34" charset="0"/>
              <a:cs typeface="Segoe UI" panose="020B0502040204020203" pitchFamily="34" charset="0"/>
            </a:endParaRPr>
          </a:p>
          <a:p>
            <a:r>
              <a:rPr lang="en-US" b="1" dirty="0">
                <a:solidFill>
                  <a:srgbClr val="030553"/>
                </a:solidFill>
                <a:latin typeface="Segoe UI" panose="020B0502040204020203" pitchFamily="34" charset="0"/>
                <a:cs typeface="Segoe UI" panose="020B0502040204020203" pitchFamily="34" charset="0"/>
              </a:rPr>
              <a:t>Suggestion-</a:t>
            </a:r>
            <a:r>
              <a:rPr lang="en-US" dirty="0">
                <a:solidFill>
                  <a:srgbClr val="030553"/>
                </a:solidFill>
                <a:latin typeface="Segoe UI" panose="020B0502040204020203" pitchFamily="34" charset="0"/>
                <a:cs typeface="Segoe UI" panose="020B0502040204020203" pitchFamily="34" charset="0"/>
              </a:rPr>
              <a:t> </a:t>
            </a:r>
          </a:p>
          <a:p>
            <a:r>
              <a:rPr lang="en-US" dirty="0">
                <a:solidFill>
                  <a:srgbClr val="030553"/>
                </a:solidFill>
                <a:latin typeface="Segoe UI" panose="020B0502040204020203" pitchFamily="34" charset="0"/>
                <a:cs typeface="Segoe UI" panose="020B0502040204020203" pitchFamily="34" charset="0"/>
              </a:rPr>
              <a:t>1) Hire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part time or freelancer agents , this reserve agents will balance the workload without increasing permanent cost.</a:t>
            </a:r>
            <a:endPar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pPr algn="just">
              <a:lnSpc>
                <a:spcPct val="107000"/>
              </a:lnSpc>
              <a:spcAft>
                <a:spcPts val="800"/>
              </a:spcAft>
            </a:pP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2)Shift optimization- Optimizing more agents shifts to peak periods accordingly. Ensure that more agents are scheduled during high – traffics time.</a:t>
            </a:r>
            <a:endPar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p:txBody>
      </p:sp>
    </p:spTree>
    <p:extLst>
      <p:ext uri="{BB962C8B-B14F-4D97-AF65-F5344CB8AC3E}">
        <p14:creationId xmlns:p14="http://schemas.microsoft.com/office/powerpoint/2010/main" val="3940120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FDA93E-B836-EBE7-3D7D-8DEEA4749CEC}"/>
              </a:ext>
            </a:extLst>
          </p:cNvPr>
          <p:cNvSpPr txBox="1"/>
          <p:nvPr/>
        </p:nvSpPr>
        <p:spPr>
          <a:xfrm>
            <a:off x="8390435" y="370344"/>
            <a:ext cx="2294467" cy="569964"/>
          </a:xfrm>
          <a:prstGeom prst="rect">
            <a:avLst/>
          </a:prstGeom>
          <a:noFill/>
        </p:spPr>
        <p:txBody>
          <a:bodyPr wrap="square">
            <a:spAutoFit/>
          </a:bodyPr>
          <a:lstStyle/>
          <a:p>
            <a:pPr>
              <a:lnSpc>
                <a:spcPts val="4000"/>
              </a:lnSpc>
            </a:pPr>
            <a:r>
              <a:rPr lang="en-US" sz="3200" b="1" dirty="0">
                <a:solidFill>
                  <a:srgbClr val="002060"/>
                </a:solidFill>
                <a:latin typeface="Segoe UI" panose="020B0502040204020203" pitchFamily="34" charset="0"/>
                <a:cs typeface="Segoe UI" panose="020B0502040204020203" pitchFamily="34" charset="0"/>
              </a:rPr>
              <a:t>ANALYSIS</a:t>
            </a:r>
          </a:p>
        </p:txBody>
      </p:sp>
      <p:cxnSp>
        <p:nvCxnSpPr>
          <p:cNvPr id="4" name="Straight Connector 3">
            <a:extLst>
              <a:ext uri="{FF2B5EF4-FFF2-40B4-BE49-F238E27FC236}">
                <a16:creationId xmlns:a16="http://schemas.microsoft.com/office/drawing/2014/main" id="{C41CB3D7-3343-8F54-3EC0-BE5165FA4B98}"/>
              </a:ext>
              <a:ext uri="{C183D7F6-B498-43B3-948B-1728B52AA6E4}">
                <adec:decorative xmlns:adec="http://schemas.microsoft.com/office/drawing/2017/decorative" val="1"/>
              </a:ext>
            </a:extLst>
          </p:cNvPr>
          <p:cNvCxnSpPr>
            <a:cxnSpLocks/>
          </p:cNvCxnSpPr>
          <p:nvPr/>
        </p:nvCxnSpPr>
        <p:spPr>
          <a:xfrm>
            <a:off x="6773323" y="0"/>
            <a:ext cx="0" cy="6858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Rectangle: Rounded Corners 4">
            <a:extLst>
              <a:ext uri="{FF2B5EF4-FFF2-40B4-BE49-F238E27FC236}">
                <a16:creationId xmlns:a16="http://schemas.microsoft.com/office/drawing/2014/main" id="{846FD26F-4D20-2BFF-DA66-9647C20B65D4}"/>
              </a:ext>
              <a:ext uri="{C183D7F6-B498-43B3-948B-1728B52AA6E4}">
                <adec:decorative xmlns:adec="http://schemas.microsoft.com/office/drawing/2017/decorative" val="1"/>
              </a:ext>
            </a:extLst>
          </p:cNvPr>
          <p:cNvSpPr/>
          <p:nvPr/>
        </p:nvSpPr>
        <p:spPr>
          <a:xfrm>
            <a:off x="6553201" y="3196361"/>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0D31361F-3F7E-6607-FBEB-4CE3D9AC7A0F}"/>
              </a:ext>
            </a:extLst>
          </p:cNvPr>
          <p:cNvSpPr txBox="1"/>
          <p:nvPr/>
        </p:nvSpPr>
        <p:spPr>
          <a:xfrm>
            <a:off x="6993446" y="1384076"/>
            <a:ext cx="4842953" cy="4247317"/>
          </a:xfrm>
          <a:prstGeom prst="rect">
            <a:avLst/>
          </a:prstGeom>
          <a:noFill/>
        </p:spPr>
        <p:txBody>
          <a:bodyPr wrap="square">
            <a:spAutoFit/>
          </a:bodyPr>
          <a:lstStyle/>
          <a:p>
            <a:pPr marL="342900" indent="-342900">
              <a:buAutoNum type="arabicParenR"/>
            </a:pPr>
            <a:r>
              <a:rPr lang="en-US" b="1" dirty="0">
                <a:solidFill>
                  <a:srgbClr val="030553"/>
                </a:solidFill>
                <a:latin typeface="Segoe UI" panose="020B0502040204020203" pitchFamily="34" charset="0"/>
                <a:ea typeface="Calibri" panose="020F0502020204030204" pitchFamily="34" charset="0"/>
                <a:cs typeface="Segoe UI" panose="020B0502040204020203" pitchFamily="34" charset="0"/>
              </a:rPr>
              <a:t>7256 </a:t>
            </a: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times Guru gets the rating of </a:t>
            </a:r>
            <a:r>
              <a:rPr lang="en-US" b="1" dirty="0">
                <a:solidFill>
                  <a:srgbClr val="030553"/>
                </a:solidFill>
                <a:latin typeface="Segoe UI" panose="020B0502040204020203" pitchFamily="34" charset="0"/>
                <a:ea typeface="Calibri" panose="020F0502020204030204" pitchFamily="34" charset="0"/>
                <a:cs typeface="Segoe UI" panose="020B0502040204020203" pitchFamily="34" charset="0"/>
              </a:rPr>
              <a:t>0.</a:t>
            </a:r>
          </a:p>
          <a:p>
            <a:pPr marL="342900" indent="-342900">
              <a:buAutoNum type="arabicParenR"/>
            </a:pPr>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2)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Satisfied user </a:t>
            </a: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(Rating-5,6,7,8) = 27.49 %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  </a:t>
            </a:r>
            <a:endPar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3)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Unsatisfied user </a:t>
            </a:r>
            <a:r>
              <a:rPr lang="en-IN" sz="1800" b="1"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(Rating-0,1,2,3,4) =  72.51 %</a:t>
            </a:r>
          </a:p>
          <a:p>
            <a:endPar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r>
              <a:rPr lang="en-US" b="1" dirty="0">
                <a:solidFill>
                  <a:srgbClr val="030553"/>
                </a:solidFill>
                <a:latin typeface="Segoe UI" panose="020B0502040204020203" pitchFamily="34" charset="0"/>
                <a:cs typeface="Segoe UI" panose="020B0502040204020203" pitchFamily="34" charset="0"/>
              </a:rPr>
              <a:t>Suggestion-</a:t>
            </a:r>
          </a:p>
          <a:p>
            <a:r>
              <a:rPr lang="en-US" b="1" dirty="0">
                <a:solidFill>
                  <a:srgbClr val="030553"/>
                </a:solidFill>
                <a:latin typeface="Segoe UI" panose="020B0502040204020203" pitchFamily="34" charset="0"/>
                <a:cs typeface="Segoe UI" panose="020B0502040204020203" pitchFamily="34" charset="0"/>
              </a:rPr>
              <a:t>Company should run training program which include-</a:t>
            </a:r>
          </a:p>
          <a:p>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1) Call Handling Techniques</a:t>
            </a:r>
            <a:endPar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2)</a:t>
            </a:r>
            <a:r>
              <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Enhancing Skills</a:t>
            </a:r>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3) Cross-Selling: </a:t>
            </a:r>
            <a:endPar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r>
              <a:rPr lang="en-IN" dirty="0">
                <a:solidFill>
                  <a:srgbClr val="030553"/>
                </a:solidFill>
                <a:latin typeface="Segoe UI" panose="020B0502040204020203" pitchFamily="34" charset="0"/>
                <a:ea typeface="Times New Roman" panose="02020603050405020304" pitchFamily="18" charset="0"/>
                <a:cs typeface="Segoe UI" panose="020B0502040204020203" pitchFamily="34" charset="0"/>
              </a:rPr>
              <a:t>4)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Adaptation to Growth</a:t>
            </a:r>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pPr marL="342900" indent="-342900">
              <a:buAutoNum type="arabicParenR"/>
            </a:pPr>
            <a:endParaRPr lang="en-US"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p:txBody>
      </p:sp>
      <p:graphicFrame>
        <p:nvGraphicFramePr>
          <p:cNvPr id="13" name="Chart 12">
            <a:extLst>
              <a:ext uri="{FF2B5EF4-FFF2-40B4-BE49-F238E27FC236}">
                <a16:creationId xmlns:a16="http://schemas.microsoft.com/office/drawing/2014/main" id="{184B809D-18C2-4F8A-AAB9-D6A702D7E28C}"/>
              </a:ext>
            </a:extLst>
          </p:cNvPr>
          <p:cNvGraphicFramePr>
            <a:graphicFrameLocks/>
          </p:cNvGraphicFramePr>
          <p:nvPr>
            <p:extLst>
              <p:ext uri="{D42A27DB-BD31-4B8C-83A1-F6EECF244321}">
                <p14:modId xmlns:p14="http://schemas.microsoft.com/office/powerpoint/2010/main" val="4185417496"/>
              </p:ext>
            </p:extLst>
          </p:nvPr>
        </p:nvGraphicFramePr>
        <p:xfrm>
          <a:off x="288738" y="940307"/>
          <a:ext cx="6137460" cy="469108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049080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8939BB1B-E316-4EA8-8A55-C6E888253638}"/>
              </a:ext>
            </a:extLst>
          </p:cNvPr>
          <p:cNvGraphicFramePr>
            <a:graphicFrameLocks/>
          </p:cNvGraphicFramePr>
          <p:nvPr>
            <p:extLst>
              <p:ext uri="{D42A27DB-BD31-4B8C-83A1-F6EECF244321}">
                <p14:modId xmlns:p14="http://schemas.microsoft.com/office/powerpoint/2010/main" val="1141469345"/>
              </p:ext>
            </p:extLst>
          </p:nvPr>
        </p:nvGraphicFramePr>
        <p:xfrm>
          <a:off x="522514" y="635001"/>
          <a:ext cx="5977317" cy="5651500"/>
        </p:xfrm>
        <a:graphic>
          <a:graphicData uri="http://schemas.openxmlformats.org/drawingml/2006/chart">
            <c:chart xmlns:c="http://schemas.openxmlformats.org/drawingml/2006/chart" xmlns:r="http://schemas.openxmlformats.org/officeDocument/2006/relationships" r:id="rId2"/>
          </a:graphicData>
        </a:graphic>
      </p:graphicFrame>
      <p:cxnSp>
        <p:nvCxnSpPr>
          <p:cNvPr id="4" name="Straight Connector 3">
            <a:extLst>
              <a:ext uri="{FF2B5EF4-FFF2-40B4-BE49-F238E27FC236}">
                <a16:creationId xmlns:a16="http://schemas.microsoft.com/office/drawing/2014/main" id="{A29127C1-FCDB-E305-9EBB-3EAA9BB5188E}"/>
              </a:ext>
              <a:ext uri="{C183D7F6-B498-43B3-948B-1728B52AA6E4}">
                <adec:decorative xmlns:adec="http://schemas.microsoft.com/office/drawing/2017/decorative" val="1"/>
              </a:ext>
            </a:extLst>
          </p:cNvPr>
          <p:cNvCxnSpPr>
            <a:cxnSpLocks/>
          </p:cNvCxnSpPr>
          <p:nvPr/>
        </p:nvCxnSpPr>
        <p:spPr>
          <a:xfrm>
            <a:off x="6773323" y="0"/>
            <a:ext cx="0" cy="6858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Rectangle: Rounded Corners 4">
            <a:extLst>
              <a:ext uri="{FF2B5EF4-FFF2-40B4-BE49-F238E27FC236}">
                <a16:creationId xmlns:a16="http://schemas.microsoft.com/office/drawing/2014/main" id="{F2D37AA3-72BB-33D5-D57B-6E07E4174993}"/>
              </a:ext>
              <a:ext uri="{C183D7F6-B498-43B3-948B-1728B52AA6E4}">
                <adec:decorative xmlns:adec="http://schemas.microsoft.com/office/drawing/2017/decorative" val="1"/>
              </a:ext>
            </a:extLst>
          </p:cNvPr>
          <p:cNvSpPr/>
          <p:nvPr/>
        </p:nvSpPr>
        <p:spPr>
          <a:xfrm>
            <a:off x="6553201" y="3196361"/>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915DFE9A-7A58-1A02-241A-91A2F393C9FD}"/>
              </a:ext>
            </a:extLst>
          </p:cNvPr>
          <p:cNvSpPr txBox="1"/>
          <p:nvPr/>
        </p:nvSpPr>
        <p:spPr>
          <a:xfrm>
            <a:off x="8483601" y="535445"/>
            <a:ext cx="2404532" cy="569964"/>
          </a:xfrm>
          <a:prstGeom prst="rect">
            <a:avLst/>
          </a:prstGeom>
          <a:noFill/>
        </p:spPr>
        <p:txBody>
          <a:bodyPr wrap="square">
            <a:spAutoFit/>
          </a:bodyPr>
          <a:lstStyle/>
          <a:p>
            <a:pPr>
              <a:lnSpc>
                <a:spcPts val="4000"/>
              </a:lnSpc>
            </a:pPr>
            <a:r>
              <a:rPr lang="en-US" sz="3200" b="1" dirty="0">
                <a:solidFill>
                  <a:srgbClr val="002060"/>
                </a:solidFill>
                <a:latin typeface="Segoe UI" panose="020B0502040204020203" pitchFamily="34" charset="0"/>
                <a:cs typeface="Segoe UI" panose="020B0502040204020203" pitchFamily="34" charset="0"/>
              </a:rPr>
              <a:t>ANALYSIS</a:t>
            </a:r>
          </a:p>
        </p:txBody>
      </p:sp>
      <p:sp>
        <p:nvSpPr>
          <p:cNvPr id="9" name="TextBox 8">
            <a:extLst>
              <a:ext uri="{FF2B5EF4-FFF2-40B4-BE49-F238E27FC236}">
                <a16:creationId xmlns:a16="http://schemas.microsoft.com/office/drawing/2014/main" id="{D6CA42AD-7B10-A859-73F8-E0C69D5BE0BF}"/>
              </a:ext>
            </a:extLst>
          </p:cNvPr>
          <p:cNvSpPr txBox="1"/>
          <p:nvPr/>
        </p:nvSpPr>
        <p:spPr>
          <a:xfrm>
            <a:off x="7103534" y="1411300"/>
            <a:ext cx="4565952" cy="4524315"/>
          </a:xfrm>
          <a:prstGeom prst="rect">
            <a:avLst/>
          </a:prstGeom>
          <a:noFill/>
        </p:spPr>
        <p:txBody>
          <a:bodyPr wrap="square">
            <a:spAutoFit/>
          </a:bodyPr>
          <a:lstStyle/>
          <a:p>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1) </a:t>
            </a:r>
            <a:r>
              <a:rPr lang="en-US"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Astro </a:t>
            </a:r>
            <a:r>
              <a:rPr lang="en-US" sz="1800" b="1" dirty="0" err="1">
                <a:solidFill>
                  <a:srgbClr val="030553"/>
                </a:solidFill>
                <a:effectLst/>
                <a:latin typeface="Segoe UI" panose="020B0502040204020203" pitchFamily="34" charset="0"/>
                <a:ea typeface="Calibri" panose="020F0502020204030204" pitchFamily="34" charset="0"/>
                <a:cs typeface="Segoe UI" panose="020B0502040204020203" pitchFamily="34" charset="0"/>
              </a:rPr>
              <a:t>Krishaa</a:t>
            </a:r>
            <a:r>
              <a:rPr lang="en-US"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a:t>
            </a:r>
            <a:r>
              <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Guru id -287 ) got the highest number of </a:t>
            </a:r>
            <a:r>
              <a:rPr lang="en-US"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8</a:t>
            </a:r>
            <a:r>
              <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which is </a:t>
            </a:r>
            <a:r>
              <a:rPr lang="en-US"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169 </a:t>
            </a:r>
            <a:r>
              <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times , which is highest satisfaction score earned guru.</a:t>
            </a:r>
            <a:endPar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2) </a:t>
            </a:r>
            <a:r>
              <a:rPr lang="en-US"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Astro  Yogendra </a:t>
            </a:r>
            <a:r>
              <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(Guru id- 201 ) got the highest number of </a:t>
            </a:r>
            <a:r>
              <a:rPr lang="en-US"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0</a:t>
            </a:r>
            <a:r>
              <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i.e. </a:t>
            </a:r>
            <a:r>
              <a:rPr lang="en-US"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482</a:t>
            </a:r>
            <a:r>
              <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times , which is lowest satisfaction score earned guru.</a:t>
            </a:r>
            <a:endPar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r>
              <a:rPr lang="en-US" b="1" dirty="0">
                <a:solidFill>
                  <a:srgbClr val="030553"/>
                </a:solidFill>
                <a:latin typeface="Segoe UI" panose="020B0502040204020203" pitchFamily="34" charset="0"/>
                <a:cs typeface="Segoe UI" panose="020B0502040204020203" pitchFamily="34" charset="0"/>
              </a:rPr>
              <a:t>Suggestion – </a:t>
            </a:r>
          </a:p>
          <a:p>
            <a:r>
              <a:rPr lang="en-US" b="1" dirty="0">
                <a:solidFill>
                  <a:srgbClr val="030553"/>
                </a:solidFill>
                <a:latin typeface="Segoe UI" panose="020B0502040204020203" pitchFamily="34" charset="0"/>
                <a:cs typeface="Segoe UI" panose="020B0502040204020203" pitchFamily="34" charset="0"/>
              </a:rPr>
              <a:t>Company can implement strategies like-</a:t>
            </a:r>
          </a:p>
          <a:p>
            <a:pPr marL="342900" indent="-342900">
              <a:buAutoNum type="arabicParenR"/>
            </a:pPr>
            <a:r>
              <a:rPr lang="en-US" dirty="0">
                <a:solidFill>
                  <a:srgbClr val="030553"/>
                </a:solidFill>
                <a:latin typeface="Segoe UI" panose="020B0502040204020203" pitchFamily="34" charset="0"/>
                <a:cs typeface="Segoe UI" panose="020B0502040204020203" pitchFamily="34" charset="0"/>
              </a:rPr>
              <a:t>Professional development and training.</a:t>
            </a:r>
          </a:p>
          <a:p>
            <a:pPr marL="342900" indent="-342900">
              <a:buAutoNum type="arabicParenR"/>
            </a:pPr>
            <a:r>
              <a:rPr lang="en-US" dirty="0">
                <a:solidFill>
                  <a:srgbClr val="030553"/>
                </a:solidFill>
                <a:latin typeface="Segoe UI" panose="020B0502040204020203" pitchFamily="34" charset="0"/>
                <a:cs typeface="Segoe UI" panose="020B0502040204020203" pitchFamily="34" charset="0"/>
              </a:rPr>
              <a:t>Clear performance metrics.</a:t>
            </a:r>
          </a:p>
          <a:p>
            <a:pPr marL="342900" indent="-342900">
              <a:buAutoNum type="arabicParenR"/>
            </a:pPr>
            <a:r>
              <a:rPr lang="en-US" dirty="0">
                <a:solidFill>
                  <a:srgbClr val="030553"/>
                </a:solidFill>
                <a:latin typeface="Segoe UI" panose="020B0502040204020203" pitchFamily="34" charset="0"/>
                <a:cs typeface="Segoe UI" panose="020B0502040204020203" pitchFamily="34" charset="0"/>
              </a:rPr>
              <a:t> Recognition and  reward.</a:t>
            </a:r>
          </a:p>
          <a:p>
            <a:pPr marL="342900" indent="-342900">
              <a:buAutoNum type="arabicParenR"/>
            </a:pPr>
            <a:r>
              <a:rPr lang="en-US" dirty="0">
                <a:solidFill>
                  <a:srgbClr val="030553"/>
                </a:solidFill>
                <a:latin typeface="Segoe UI" panose="020B0502040204020203" pitchFamily="34" charset="0"/>
                <a:cs typeface="Segoe UI" panose="020B0502040204020203" pitchFamily="34" charset="0"/>
              </a:rPr>
              <a:t> Upgrade technology and tools.</a:t>
            </a:r>
          </a:p>
          <a:p>
            <a:endPar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endParaRPr>
          </a:p>
        </p:txBody>
      </p:sp>
    </p:spTree>
    <p:extLst>
      <p:ext uri="{BB962C8B-B14F-4D97-AF65-F5344CB8AC3E}">
        <p14:creationId xmlns:p14="http://schemas.microsoft.com/office/powerpoint/2010/main" val="35814431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766BCBAE-32E9-4F73-8CB2-450FB54586DD}"/>
              </a:ext>
            </a:extLst>
          </p:cNvPr>
          <p:cNvGraphicFramePr>
            <a:graphicFrameLocks/>
          </p:cNvGraphicFramePr>
          <p:nvPr>
            <p:extLst>
              <p:ext uri="{D42A27DB-BD31-4B8C-83A1-F6EECF244321}">
                <p14:modId xmlns:p14="http://schemas.microsoft.com/office/powerpoint/2010/main" val="3113411862"/>
              </p:ext>
            </p:extLst>
          </p:nvPr>
        </p:nvGraphicFramePr>
        <p:xfrm>
          <a:off x="213429" y="1244600"/>
          <a:ext cx="6318590" cy="3488267"/>
        </p:xfrm>
        <a:graphic>
          <a:graphicData uri="http://schemas.openxmlformats.org/drawingml/2006/chart">
            <c:chart xmlns:c="http://schemas.openxmlformats.org/drawingml/2006/chart" xmlns:r="http://schemas.openxmlformats.org/officeDocument/2006/relationships" r:id="rId2"/>
          </a:graphicData>
        </a:graphic>
      </p:graphicFrame>
      <p:cxnSp>
        <p:nvCxnSpPr>
          <p:cNvPr id="6" name="Straight Connector 5">
            <a:extLst>
              <a:ext uri="{FF2B5EF4-FFF2-40B4-BE49-F238E27FC236}">
                <a16:creationId xmlns:a16="http://schemas.microsoft.com/office/drawing/2014/main" id="{DCA96C5F-BE14-D85F-74B9-9AB2B2BF3CC0}"/>
              </a:ext>
              <a:ext uri="{C183D7F6-B498-43B3-948B-1728B52AA6E4}">
                <adec:decorative xmlns:adec="http://schemas.microsoft.com/office/drawing/2017/decorative" val="1"/>
              </a:ext>
            </a:extLst>
          </p:cNvPr>
          <p:cNvCxnSpPr>
            <a:cxnSpLocks/>
          </p:cNvCxnSpPr>
          <p:nvPr/>
        </p:nvCxnSpPr>
        <p:spPr>
          <a:xfrm>
            <a:off x="6773323" y="0"/>
            <a:ext cx="0" cy="6858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D541E9F4-CFD4-9764-C1FF-0D9BA5B5128B}"/>
              </a:ext>
              <a:ext uri="{C183D7F6-B498-43B3-948B-1728B52AA6E4}">
                <adec:decorative xmlns:adec="http://schemas.microsoft.com/office/drawing/2017/decorative" val="1"/>
              </a:ext>
            </a:extLst>
          </p:cNvPr>
          <p:cNvSpPr/>
          <p:nvPr/>
        </p:nvSpPr>
        <p:spPr>
          <a:xfrm>
            <a:off x="6553201" y="3196361"/>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BE32860D-ACFD-4FB9-21F2-734CC309B04D}"/>
              </a:ext>
            </a:extLst>
          </p:cNvPr>
          <p:cNvSpPr txBox="1"/>
          <p:nvPr/>
        </p:nvSpPr>
        <p:spPr>
          <a:xfrm>
            <a:off x="8484084" y="351113"/>
            <a:ext cx="3299096" cy="569964"/>
          </a:xfrm>
          <a:prstGeom prst="rect">
            <a:avLst/>
          </a:prstGeom>
          <a:noFill/>
        </p:spPr>
        <p:txBody>
          <a:bodyPr wrap="square">
            <a:spAutoFit/>
          </a:bodyPr>
          <a:lstStyle/>
          <a:p>
            <a:pPr>
              <a:lnSpc>
                <a:spcPts val="4000"/>
              </a:lnSpc>
            </a:pPr>
            <a:r>
              <a:rPr lang="en-US" sz="3200" b="1" dirty="0">
                <a:solidFill>
                  <a:srgbClr val="002060"/>
                </a:solidFill>
                <a:latin typeface="Segoe UI" panose="020B0502040204020203" pitchFamily="34" charset="0"/>
                <a:cs typeface="Segoe UI" panose="020B0502040204020203" pitchFamily="34" charset="0"/>
              </a:rPr>
              <a:t>ANALYSIS</a:t>
            </a:r>
          </a:p>
        </p:txBody>
      </p:sp>
      <p:sp>
        <p:nvSpPr>
          <p:cNvPr id="10" name="TextBox 9">
            <a:extLst>
              <a:ext uri="{FF2B5EF4-FFF2-40B4-BE49-F238E27FC236}">
                <a16:creationId xmlns:a16="http://schemas.microsoft.com/office/drawing/2014/main" id="{3DCC5941-0545-9E2A-65E0-95E991EDB4DF}"/>
              </a:ext>
            </a:extLst>
          </p:cNvPr>
          <p:cNvSpPr txBox="1"/>
          <p:nvPr/>
        </p:nvSpPr>
        <p:spPr>
          <a:xfrm>
            <a:off x="7255933" y="1244600"/>
            <a:ext cx="4174066" cy="5355312"/>
          </a:xfrm>
          <a:prstGeom prst="rect">
            <a:avLst/>
          </a:prstGeom>
          <a:noFill/>
        </p:spPr>
        <p:txBody>
          <a:bodyPr wrap="square" rtlCol="0">
            <a:spAutoFit/>
          </a:bodyPr>
          <a:lstStyle/>
          <a:p>
            <a:r>
              <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1)  </a:t>
            </a:r>
            <a:r>
              <a:rPr lang="en-US"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72 % </a:t>
            </a:r>
            <a:r>
              <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of users use </a:t>
            </a:r>
            <a:r>
              <a:rPr lang="en-US" sz="1800" b="1" dirty="0" err="1">
                <a:solidFill>
                  <a:srgbClr val="030553"/>
                </a:solidFill>
                <a:effectLst/>
                <a:latin typeface="Segoe UI" panose="020B0502040204020203" pitchFamily="34" charset="0"/>
                <a:ea typeface="Calibri" panose="020F0502020204030204" pitchFamily="34" charset="0"/>
                <a:cs typeface="Segoe UI" panose="020B0502040204020203" pitchFamily="34" charset="0"/>
              </a:rPr>
              <a:t>Gurucool</a:t>
            </a:r>
            <a:r>
              <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website.(Source of consultancy)</a:t>
            </a:r>
          </a:p>
          <a:p>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r>
              <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2) </a:t>
            </a:r>
            <a:r>
              <a:rPr lang="en-US"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28 % </a:t>
            </a:r>
            <a:r>
              <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of users use </a:t>
            </a:r>
            <a:r>
              <a:rPr lang="en-US"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App</a:t>
            </a:r>
            <a:r>
              <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(Source of consultancy)</a:t>
            </a:r>
          </a:p>
          <a:p>
            <a:endPar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3) </a:t>
            </a:r>
            <a:r>
              <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Highest sales  generated by </a:t>
            </a:r>
            <a:r>
              <a:rPr lang="en-US"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App</a:t>
            </a:r>
            <a:r>
              <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i.e. </a:t>
            </a:r>
            <a:r>
              <a:rPr lang="en-US"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125267.38</a:t>
            </a:r>
          </a:p>
          <a:p>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r>
              <a:rPr lang="en-US" b="1" dirty="0">
                <a:solidFill>
                  <a:srgbClr val="030553"/>
                </a:solidFill>
                <a:latin typeface="Segoe UI" panose="020B0502040204020203" pitchFamily="34" charset="0"/>
                <a:ea typeface="Calibri" panose="020F0502020204030204" pitchFamily="34" charset="0"/>
                <a:cs typeface="Segoe UI" panose="020B0502040204020203" pitchFamily="34" charset="0"/>
              </a:rPr>
              <a:t>Suggestions – </a:t>
            </a:r>
            <a:r>
              <a:rPr lang="en-IN" sz="1800" dirty="0" err="1">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Gurucool</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 is only one platform which  provide the service of the Chat to the users.</a:t>
            </a:r>
            <a:r>
              <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a:t>
            </a:r>
          </a:p>
          <a:p>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But the average rating of the </a:t>
            </a:r>
            <a:r>
              <a:rPr lang="en-IN" sz="1800" dirty="0" err="1">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Gurucool</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 is 2.71, which is the clear indicator of unsatisfied users.</a:t>
            </a:r>
          </a:p>
          <a:p>
            <a:r>
              <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So it is very necessary to improve technology and provide satisfaction to the </a:t>
            </a:r>
            <a:r>
              <a:rPr lang="en-IN" sz="1800" dirty="0">
                <a:solidFill>
                  <a:srgbClr val="000000"/>
                </a:solidFill>
                <a:effectLst/>
                <a:latin typeface="Calibri" panose="020F0502020204030204" pitchFamily="34" charset="0"/>
                <a:ea typeface="Times New Roman" panose="02020603050405020304" pitchFamily="18" charset="0"/>
              </a:rPr>
              <a:t>users</a:t>
            </a:r>
            <a:r>
              <a:rPr lang="en-US" dirty="0">
                <a:latin typeface="Calibri" panose="020F0502020204030204" pitchFamily="34" charset="0"/>
                <a:ea typeface="Calibri" panose="020F0502020204030204" pitchFamily="34" charset="0"/>
                <a:cs typeface="Arial" panose="020B0604020202020204" pitchFamily="34" charset="0"/>
              </a:rPr>
              <a:t> </a:t>
            </a:r>
            <a:endParaRPr lang="en-IN" sz="1800" dirty="0">
              <a:effectLst/>
              <a:latin typeface="Calibri" panose="020F0502020204030204" pitchFamily="34" charset="0"/>
              <a:ea typeface="Calibri" panose="020F0502020204030204" pitchFamily="34" charset="0"/>
              <a:cs typeface="Arial" panose="020B0604020202020204" pitchFamily="34" charset="0"/>
            </a:endParaRPr>
          </a:p>
          <a:p>
            <a:endParaRPr lang="en-IN" dirty="0"/>
          </a:p>
        </p:txBody>
      </p:sp>
      <p:graphicFrame>
        <p:nvGraphicFramePr>
          <p:cNvPr id="3" name="Chart 2">
            <a:extLst>
              <a:ext uri="{FF2B5EF4-FFF2-40B4-BE49-F238E27FC236}">
                <a16:creationId xmlns:a16="http://schemas.microsoft.com/office/drawing/2014/main" id="{530BABD8-C834-424B-9174-B0E1FA34A1DB}"/>
              </a:ext>
            </a:extLst>
          </p:cNvPr>
          <p:cNvGraphicFramePr>
            <a:graphicFrameLocks/>
          </p:cNvGraphicFramePr>
          <p:nvPr>
            <p:extLst>
              <p:ext uri="{D42A27DB-BD31-4B8C-83A1-F6EECF244321}">
                <p14:modId xmlns:p14="http://schemas.microsoft.com/office/powerpoint/2010/main" val="1351195760"/>
              </p:ext>
            </p:extLst>
          </p:nvPr>
        </p:nvGraphicFramePr>
        <p:xfrm>
          <a:off x="326574" y="1244600"/>
          <a:ext cx="5744017" cy="383902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487648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F64F1051-AF3F-40EA-ABE3-507AAF388899}"/>
              </a:ext>
            </a:extLst>
          </p:cNvPr>
          <p:cNvGraphicFramePr>
            <a:graphicFrameLocks/>
          </p:cNvGraphicFramePr>
          <p:nvPr>
            <p:extLst>
              <p:ext uri="{D42A27DB-BD31-4B8C-83A1-F6EECF244321}">
                <p14:modId xmlns:p14="http://schemas.microsoft.com/office/powerpoint/2010/main" val="956699637"/>
              </p:ext>
            </p:extLst>
          </p:nvPr>
        </p:nvGraphicFramePr>
        <p:xfrm>
          <a:off x="396027" y="1173622"/>
          <a:ext cx="6228231" cy="4820778"/>
        </p:xfrm>
        <a:graphic>
          <a:graphicData uri="http://schemas.openxmlformats.org/drawingml/2006/chart">
            <c:chart xmlns:c="http://schemas.openxmlformats.org/drawingml/2006/chart" xmlns:r="http://schemas.openxmlformats.org/officeDocument/2006/relationships" r:id="rId2"/>
          </a:graphicData>
        </a:graphic>
      </p:graphicFrame>
      <p:cxnSp>
        <p:nvCxnSpPr>
          <p:cNvPr id="2" name="Straight Connector 1">
            <a:extLst>
              <a:ext uri="{FF2B5EF4-FFF2-40B4-BE49-F238E27FC236}">
                <a16:creationId xmlns:a16="http://schemas.microsoft.com/office/drawing/2014/main" id="{93E3901B-3310-CD96-8D5C-E40104195ECE}"/>
              </a:ext>
              <a:ext uri="{C183D7F6-B498-43B3-948B-1728B52AA6E4}">
                <adec:decorative xmlns:adec="http://schemas.microsoft.com/office/drawing/2017/decorative" val="1"/>
              </a:ext>
            </a:extLst>
          </p:cNvPr>
          <p:cNvCxnSpPr>
            <a:cxnSpLocks/>
          </p:cNvCxnSpPr>
          <p:nvPr/>
        </p:nvCxnSpPr>
        <p:spPr>
          <a:xfrm>
            <a:off x="6773323" y="0"/>
            <a:ext cx="0" cy="6858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4A372829-148A-A270-2ED4-F7A809621660}"/>
              </a:ext>
              <a:ext uri="{C183D7F6-B498-43B3-948B-1728B52AA6E4}">
                <adec:decorative xmlns:adec="http://schemas.microsoft.com/office/drawing/2017/decorative" val="1"/>
              </a:ext>
            </a:extLst>
          </p:cNvPr>
          <p:cNvSpPr/>
          <p:nvPr/>
        </p:nvSpPr>
        <p:spPr>
          <a:xfrm>
            <a:off x="6553201" y="3196361"/>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8671D2B-7FCC-8139-2A30-46A95CB5DCF9}"/>
              </a:ext>
            </a:extLst>
          </p:cNvPr>
          <p:cNvSpPr txBox="1"/>
          <p:nvPr/>
        </p:nvSpPr>
        <p:spPr>
          <a:xfrm>
            <a:off x="8585200" y="644310"/>
            <a:ext cx="2133600" cy="569964"/>
          </a:xfrm>
          <a:prstGeom prst="rect">
            <a:avLst/>
          </a:prstGeom>
          <a:noFill/>
        </p:spPr>
        <p:txBody>
          <a:bodyPr wrap="square">
            <a:spAutoFit/>
          </a:bodyPr>
          <a:lstStyle/>
          <a:p>
            <a:pPr>
              <a:lnSpc>
                <a:spcPts val="4000"/>
              </a:lnSpc>
            </a:pPr>
            <a:r>
              <a:rPr lang="en-US" sz="3200" b="1" dirty="0">
                <a:solidFill>
                  <a:srgbClr val="002060"/>
                </a:solidFill>
                <a:latin typeface="Segoe UI" panose="020B0502040204020203" pitchFamily="34" charset="0"/>
                <a:cs typeface="Segoe UI" panose="020B0502040204020203" pitchFamily="34" charset="0"/>
              </a:rPr>
              <a:t>ANALYSIS</a:t>
            </a:r>
          </a:p>
        </p:txBody>
      </p:sp>
      <p:sp>
        <p:nvSpPr>
          <p:cNvPr id="7" name="TextBox 6">
            <a:extLst>
              <a:ext uri="{FF2B5EF4-FFF2-40B4-BE49-F238E27FC236}">
                <a16:creationId xmlns:a16="http://schemas.microsoft.com/office/drawing/2014/main" id="{2E913367-E117-B7FB-368D-0CD1C862C4F1}"/>
              </a:ext>
            </a:extLst>
          </p:cNvPr>
          <p:cNvSpPr txBox="1"/>
          <p:nvPr/>
        </p:nvSpPr>
        <p:spPr>
          <a:xfrm>
            <a:off x="7145855" y="1414195"/>
            <a:ext cx="4959059" cy="5355312"/>
          </a:xfrm>
          <a:prstGeom prst="rect">
            <a:avLst/>
          </a:prstGeom>
          <a:noFill/>
        </p:spPr>
        <p:txBody>
          <a:bodyPr wrap="square">
            <a:spAutoFit/>
          </a:bodyPr>
          <a:lstStyle/>
          <a:p>
            <a:pPr marL="342900" indent="-342900">
              <a:buAutoNum type="arabicParenR"/>
            </a:pPr>
            <a:r>
              <a:rPr lang="en-US"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29 % </a:t>
            </a:r>
            <a:r>
              <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of chats get </a:t>
            </a:r>
            <a:r>
              <a:rPr lang="en-US" sz="1800" b="1"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completed</a:t>
            </a:r>
            <a:r>
              <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rPr>
              <a:t> between agents and users.</a:t>
            </a:r>
          </a:p>
          <a:p>
            <a:pPr marL="342900" indent="-342900">
              <a:buAutoNum type="arabicParenR"/>
            </a:pPr>
            <a:endParaRPr lang="en-US"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2) </a:t>
            </a:r>
            <a:r>
              <a:rPr lang="en-US" b="1" dirty="0">
                <a:solidFill>
                  <a:srgbClr val="030553"/>
                </a:solidFill>
                <a:latin typeface="Segoe UI" panose="020B0502040204020203" pitchFamily="34" charset="0"/>
                <a:ea typeface="Calibri" panose="020F0502020204030204" pitchFamily="34" charset="0"/>
                <a:cs typeface="Segoe UI" panose="020B0502040204020203" pitchFamily="34" charset="0"/>
              </a:rPr>
              <a:t>34 % </a:t>
            </a: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of chat remain </a:t>
            </a:r>
            <a:r>
              <a:rPr lang="en-US" b="1" dirty="0">
                <a:solidFill>
                  <a:srgbClr val="030553"/>
                </a:solidFill>
                <a:latin typeface="Segoe UI" panose="020B0502040204020203" pitchFamily="34" charset="0"/>
                <a:ea typeface="Calibri" panose="020F0502020204030204" pitchFamily="34" charset="0"/>
                <a:cs typeface="Segoe UI" panose="020B0502040204020203" pitchFamily="34" charset="0"/>
              </a:rPr>
              <a:t>incomplete</a:t>
            </a: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a:t>
            </a:r>
          </a:p>
          <a:p>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3) While </a:t>
            </a:r>
            <a:r>
              <a:rPr lang="en-US" b="1" dirty="0">
                <a:solidFill>
                  <a:srgbClr val="030553"/>
                </a:solidFill>
                <a:latin typeface="Segoe UI" panose="020B0502040204020203" pitchFamily="34" charset="0"/>
                <a:ea typeface="Calibri" panose="020F0502020204030204" pitchFamily="34" charset="0"/>
                <a:cs typeface="Segoe UI" panose="020B0502040204020203" pitchFamily="34" charset="0"/>
              </a:rPr>
              <a:t>37 % </a:t>
            </a: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of chat get </a:t>
            </a:r>
            <a:r>
              <a:rPr lang="en-US" b="1" dirty="0">
                <a:solidFill>
                  <a:srgbClr val="030553"/>
                </a:solidFill>
                <a:latin typeface="Segoe UI" panose="020B0502040204020203" pitchFamily="34" charset="0"/>
                <a:ea typeface="Calibri" panose="020F0502020204030204" pitchFamily="34" charset="0"/>
                <a:cs typeface="Segoe UI" panose="020B0502040204020203" pitchFamily="34" charset="0"/>
              </a:rPr>
              <a:t>failed</a:t>
            </a: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a:t>
            </a:r>
          </a:p>
          <a:p>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4)</a:t>
            </a:r>
            <a:r>
              <a:rPr lang="en-US" b="1" dirty="0">
                <a:solidFill>
                  <a:srgbClr val="030553"/>
                </a:solidFill>
                <a:latin typeface="Segoe UI" panose="020B0502040204020203" pitchFamily="34" charset="0"/>
                <a:ea typeface="Calibri" panose="020F0502020204030204" pitchFamily="34" charset="0"/>
                <a:cs typeface="Segoe UI" panose="020B0502040204020203" pitchFamily="34" charset="0"/>
              </a:rPr>
              <a:t>69.62 % </a:t>
            </a: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of total users use chat service and </a:t>
            </a:r>
            <a:r>
              <a:rPr lang="en-US" dirty="0" err="1">
                <a:solidFill>
                  <a:srgbClr val="030553"/>
                </a:solidFill>
                <a:latin typeface="Segoe UI" panose="020B0502040204020203" pitchFamily="34" charset="0"/>
                <a:ea typeface="Calibri" panose="020F0502020204030204" pitchFamily="34" charset="0"/>
                <a:cs typeface="Segoe UI" panose="020B0502040204020203" pitchFamily="34" charset="0"/>
              </a:rPr>
              <a:t>gurucool</a:t>
            </a: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 is only website which provide chat service.</a:t>
            </a:r>
          </a:p>
          <a:p>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r>
              <a:rPr lang="en-US" b="1" dirty="0">
                <a:solidFill>
                  <a:srgbClr val="030553"/>
                </a:solidFill>
                <a:latin typeface="Segoe UI" panose="020B0502040204020203" pitchFamily="34" charset="0"/>
                <a:cs typeface="Segoe UI" panose="020B0502040204020203" pitchFamily="34" charset="0"/>
              </a:rPr>
              <a:t>Suggestion-</a:t>
            </a: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 </a:t>
            </a:r>
          </a:p>
          <a:p>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Investing in </a:t>
            </a:r>
            <a:r>
              <a:rPr lang="en-IN" sz="1800" dirty="0" err="1">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gurucool</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 technology upgrades will help to improve the overall experience and will help to increase the retention rate of the users. And increase the user satisfaction as it is only 2.71 for chat service.</a:t>
            </a:r>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endParaRPr lang="en-US" dirty="0">
              <a:latin typeface="Calibri" panose="020F0502020204030204" pitchFamily="34" charset="0"/>
              <a:ea typeface="Calibri" panose="020F0502020204030204" pitchFamily="34" charset="0"/>
              <a:cs typeface="Arial" panose="020B0604020202020204" pitchFamily="34" charset="0"/>
            </a:endParaRPr>
          </a:p>
          <a:p>
            <a:endParaRPr lang="en-US"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340159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hart 10">
            <a:extLst>
              <a:ext uri="{FF2B5EF4-FFF2-40B4-BE49-F238E27FC236}">
                <a16:creationId xmlns:a16="http://schemas.microsoft.com/office/drawing/2014/main" id="{B5930FB4-79C3-4E81-A2BB-DE930EF49F67}"/>
              </a:ext>
            </a:extLst>
          </p:cNvPr>
          <p:cNvGraphicFramePr>
            <a:graphicFrameLocks/>
          </p:cNvGraphicFramePr>
          <p:nvPr>
            <p:extLst>
              <p:ext uri="{D42A27DB-BD31-4B8C-83A1-F6EECF244321}">
                <p14:modId xmlns:p14="http://schemas.microsoft.com/office/powerpoint/2010/main" val="776606576"/>
              </p:ext>
            </p:extLst>
          </p:nvPr>
        </p:nvGraphicFramePr>
        <p:xfrm>
          <a:off x="163287" y="846668"/>
          <a:ext cx="6266695" cy="4770361"/>
        </p:xfrm>
        <a:graphic>
          <a:graphicData uri="http://schemas.openxmlformats.org/drawingml/2006/chart">
            <c:chart xmlns:c="http://schemas.openxmlformats.org/drawingml/2006/chart" xmlns:r="http://schemas.openxmlformats.org/officeDocument/2006/relationships" r:id="rId2"/>
          </a:graphicData>
        </a:graphic>
      </p:graphicFrame>
      <p:cxnSp>
        <p:nvCxnSpPr>
          <p:cNvPr id="2" name="Straight Connector 1">
            <a:extLst>
              <a:ext uri="{FF2B5EF4-FFF2-40B4-BE49-F238E27FC236}">
                <a16:creationId xmlns:a16="http://schemas.microsoft.com/office/drawing/2014/main" id="{3D8A22E2-8476-5100-5A4B-6DD4753DFB59}"/>
              </a:ext>
              <a:ext uri="{C183D7F6-B498-43B3-948B-1728B52AA6E4}">
                <adec:decorative xmlns:adec="http://schemas.microsoft.com/office/drawing/2017/decorative" val="1"/>
              </a:ext>
            </a:extLst>
          </p:cNvPr>
          <p:cNvCxnSpPr>
            <a:cxnSpLocks/>
          </p:cNvCxnSpPr>
          <p:nvPr/>
        </p:nvCxnSpPr>
        <p:spPr>
          <a:xfrm>
            <a:off x="6773323" y="0"/>
            <a:ext cx="0" cy="6858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63CFB3B2-08B4-4D90-948F-C205164F4B98}"/>
              </a:ext>
              <a:ext uri="{C183D7F6-B498-43B3-948B-1728B52AA6E4}">
                <adec:decorative xmlns:adec="http://schemas.microsoft.com/office/drawing/2017/decorative" val="1"/>
              </a:ext>
            </a:extLst>
          </p:cNvPr>
          <p:cNvSpPr/>
          <p:nvPr/>
        </p:nvSpPr>
        <p:spPr>
          <a:xfrm>
            <a:off x="6553201" y="3196361"/>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6FD06C5-D7AC-9C66-2BA9-29CAB9968590}"/>
              </a:ext>
            </a:extLst>
          </p:cNvPr>
          <p:cNvSpPr txBox="1"/>
          <p:nvPr/>
        </p:nvSpPr>
        <p:spPr>
          <a:xfrm>
            <a:off x="6896538" y="1501655"/>
            <a:ext cx="5295462" cy="5258363"/>
          </a:xfrm>
          <a:prstGeom prst="rect">
            <a:avLst/>
          </a:prstGeom>
          <a:noFill/>
        </p:spPr>
        <p:txBody>
          <a:bodyPr wrap="square">
            <a:spAutoFit/>
          </a:bodyPr>
          <a:lstStyle/>
          <a:p>
            <a:pPr marL="342900" indent="-342900">
              <a:buAutoNum type="arabicParenR"/>
            </a:pP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Only </a:t>
            </a:r>
            <a:r>
              <a:rPr lang="en-US" b="1" dirty="0">
                <a:solidFill>
                  <a:srgbClr val="030553"/>
                </a:solidFill>
                <a:latin typeface="Segoe UI" panose="020B0502040204020203" pitchFamily="34" charset="0"/>
                <a:ea typeface="Calibri" panose="020F0502020204030204" pitchFamily="34" charset="0"/>
                <a:cs typeface="Segoe UI" panose="020B0502040204020203" pitchFamily="34" charset="0"/>
              </a:rPr>
              <a:t>41 % </a:t>
            </a: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users call get </a:t>
            </a:r>
            <a:r>
              <a:rPr lang="en-US" b="1" dirty="0">
                <a:solidFill>
                  <a:srgbClr val="030553"/>
                </a:solidFill>
                <a:latin typeface="Segoe UI" panose="020B0502040204020203" pitchFamily="34" charset="0"/>
                <a:ea typeface="Calibri" panose="020F0502020204030204" pitchFamily="34" charset="0"/>
                <a:cs typeface="Segoe UI" panose="020B0502040204020203" pitchFamily="34" charset="0"/>
              </a:rPr>
              <a:t>completed</a:t>
            </a: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a:t>
            </a:r>
          </a:p>
          <a:p>
            <a:pPr marL="342900" indent="-342900">
              <a:buAutoNum type="arabicParenR"/>
            </a:pPr>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pPr marL="342900" indent="-342900">
              <a:buAutoNum type="arabicParenR"/>
            </a:pPr>
            <a:r>
              <a:rPr lang="en-US" b="1" dirty="0">
                <a:solidFill>
                  <a:srgbClr val="030553"/>
                </a:solidFill>
                <a:latin typeface="Segoe UI" panose="020B0502040204020203" pitchFamily="34" charset="0"/>
                <a:ea typeface="Calibri" panose="020F0502020204030204" pitchFamily="34" charset="0"/>
                <a:cs typeface="Segoe UI" panose="020B0502040204020203" pitchFamily="34" charset="0"/>
              </a:rPr>
              <a:t>20 % </a:t>
            </a: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of user  didn’t got any answer.</a:t>
            </a:r>
          </a:p>
          <a:p>
            <a:pPr marL="342900" indent="-342900">
              <a:buAutoNum type="arabicParenR"/>
            </a:pPr>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pPr marL="342900" indent="-342900">
              <a:buAutoNum type="arabicParenR"/>
            </a:pP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 While </a:t>
            </a:r>
            <a:r>
              <a:rPr lang="en-US" b="1" dirty="0">
                <a:solidFill>
                  <a:srgbClr val="030553"/>
                </a:solidFill>
                <a:latin typeface="Segoe UI" panose="020B0502040204020203" pitchFamily="34" charset="0"/>
                <a:ea typeface="Calibri" panose="020F0502020204030204" pitchFamily="34" charset="0"/>
                <a:cs typeface="Segoe UI" panose="020B0502040204020203" pitchFamily="34" charset="0"/>
              </a:rPr>
              <a:t>14 % </a:t>
            </a: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users call get </a:t>
            </a:r>
            <a:r>
              <a:rPr lang="en-US" b="1" dirty="0">
                <a:solidFill>
                  <a:srgbClr val="030553"/>
                </a:solidFill>
                <a:latin typeface="Segoe UI" panose="020B0502040204020203" pitchFamily="34" charset="0"/>
                <a:ea typeface="Calibri" panose="020F0502020204030204" pitchFamily="34" charset="0"/>
                <a:cs typeface="Segoe UI" panose="020B0502040204020203" pitchFamily="34" charset="0"/>
              </a:rPr>
              <a:t>failed</a:t>
            </a: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a:t>
            </a:r>
          </a:p>
          <a:p>
            <a:pPr marL="342900" indent="-342900">
              <a:buAutoNum type="arabicParenR"/>
            </a:pPr>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pPr marL="342900" indent="-342900">
              <a:buAutoNum type="arabicParenR"/>
            </a:pP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 And </a:t>
            </a:r>
            <a:r>
              <a:rPr lang="en-US" b="1" dirty="0">
                <a:solidFill>
                  <a:srgbClr val="030553"/>
                </a:solidFill>
                <a:latin typeface="Segoe UI" panose="020B0502040204020203" pitchFamily="34" charset="0"/>
                <a:ea typeface="Calibri" panose="020F0502020204030204" pitchFamily="34" charset="0"/>
                <a:cs typeface="Segoe UI" panose="020B0502040204020203" pitchFamily="34" charset="0"/>
              </a:rPr>
              <a:t>10 % </a:t>
            </a: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of users call remain </a:t>
            </a:r>
            <a:r>
              <a:rPr lang="en-US" b="1" dirty="0">
                <a:solidFill>
                  <a:srgbClr val="030553"/>
                </a:solidFill>
                <a:latin typeface="Segoe UI" panose="020B0502040204020203" pitchFamily="34" charset="0"/>
                <a:ea typeface="Calibri" panose="020F0502020204030204" pitchFamily="34" charset="0"/>
                <a:cs typeface="Segoe UI" panose="020B0502040204020203" pitchFamily="34" charset="0"/>
              </a:rPr>
              <a:t>incomplete</a:t>
            </a: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a:t>
            </a:r>
          </a:p>
          <a:p>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r>
              <a:rPr lang="en-US" b="1" dirty="0">
                <a:solidFill>
                  <a:srgbClr val="030553"/>
                </a:solidFill>
                <a:latin typeface="Segoe UI" panose="020B0502040204020203" pitchFamily="34" charset="0"/>
                <a:cs typeface="Segoe UI" panose="020B0502040204020203" pitchFamily="34" charset="0"/>
              </a:rPr>
              <a:t>Suggestions-</a:t>
            </a:r>
            <a:r>
              <a:rPr lang="en-US" dirty="0">
                <a:solidFill>
                  <a:srgbClr val="030553"/>
                </a:solidFill>
                <a:latin typeface="Segoe UI" panose="020B0502040204020203" pitchFamily="34" charset="0"/>
                <a:ea typeface="Calibri" panose="020F0502020204030204" pitchFamily="34" charset="0"/>
                <a:cs typeface="Segoe UI" panose="020B0502040204020203" pitchFamily="34" charset="0"/>
              </a:rPr>
              <a:t> </a:t>
            </a:r>
          </a:p>
          <a:p>
            <a:r>
              <a:rPr lang="en-US" dirty="0">
                <a:solidFill>
                  <a:srgbClr val="030553"/>
                </a:solidFill>
                <a:latin typeface="Segoe UI" panose="020B0502040204020203" pitchFamily="34" charset="0"/>
                <a:cs typeface="Segoe UI" panose="020B0502040204020203" pitchFamily="34" charset="0"/>
              </a:rPr>
              <a:t>1) Hire </a:t>
            </a: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part time or freelancer agents , this reserve agents will balance the workload without increasing permanent cost.</a:t>
            </a:r>
            <a:endPar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pPr algn="just">
              <a:lnSpc>
                <a:spcPct val="107000"/>
              </a:lnSpc>
              <a:spcAft>
                <a:spcPts val="800"/>
              </a:spcAft>
            </a:pPr>
            <a:r>
              <a:rPr lang="en-IN" sz="18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2)Shift optimization- Optimizing more agents shifts to peak periods accordingly. Ensure that more agents are scheduled during high – traffics time.</a:t>
            </a:r>
            <a:endParaRPr lang="en-IN" sz="18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a:p>
            <a:endParaRPr lang="en-US" dirty="0">
              <a:solidFill>
                <a:srgbClr val="030553"/>
              </a:solidFill>
              <a:latin typeface="Segoe UI" panose="020B0502040204020203" pitchFamily="34" charset="0"/>
              <a:ea typeface="Calibri" panose="020F0502020204030204" pitchFamily="34" charset="0"/>
              <a:cs typeface="Segoe UI" panose="020B0502040204020203" pitchFamily="34" charset="0"/>
            </a:endParaRPr>
          </a:p>
        </p:txBody>
      </p:sp>
      <p:sp>
        <p:nvSpPr>
          <p:cNvPr id="6" name="TextBox 5">
            <a:extLst>
              <a:ext uri="{FF2B5EF4-FFF2-40B4-BE49-F238E27FC236}">
                <a16:creationId xmlns:a16="http://schemas.microsoft.com/office/drawing/2014/main" id="{D1F18197-7B24-C0F3-D9DE-6EA53330FDE9}"/>
              </a:ext>
            </a:extLst>
          </p:cNvPr>
          <p:cNvSpPr txBox="1"/>
          <p:nvPr/>
        </p:nvSpPr>
        <p:spPr>
          <a:xfrm>
            <a:off x="8585200" y="644310"/>
            <a:ext cx="2133600" cy="569964"/>
          </a:xfrm>
          <a:prstGeom prst="rect">
            <a:avLst/>
          </a:prstGeom>
          <a:noFill/>
        </p:spPr>
        <p:txBody>
          <a:bodyPr wrap="square">
            <a:spAutoFit/>
          </a:bodyPr>
          <a:lstStyle/>
          <a:p>
            <a:pPr>
              <a:lnSpc>
                <a:spcPts val="4000"/>
              </a:lnSpc>
            </a:pPr>
            <a:r>
              <a:rPr lang="en-US" sz="3200" b="1" dirty="0">
                <a:solidFill>
                  <a:srgbClr val="002060"/>
                </a:solidFill>
                <a:latin typeface="Segoe UI" panose="020B0502040204020203" pitchFamily="34" charset="0"/>
                <a:cs typeface="Segoe UI" panose="020B0502040204020203" pitchFamily="34" charset="0"/>
              </a:rPr>
              <a:t>ANALYSIS</a:t>
            </a:r>
          </a:p>
        </p:txBody>
      </p:sp>
    </p:spTree>
    <p:extLst>
      <p:ext uri="{BB962C8B-B14F-4D97-AF65-F5344CB8AC3E}">
        <p14:creationId xmlns:p14="http://schemas.microsoft.com/office/powerpoint/2010/main" val="7542846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8336C4B5-E15C-4086-8FF8-C33A073734A2}"/>
              </a:ext>
            </a:extLst>
          </p:cNvPr>
          <p:cNvSpPr>
            <a:spLocks noGrp="1"/>
          </p:cNvSpPr>
          <p:nvPr>
            <p:ph type="title"/>
          </p:nvPr>
        </p:nvSpPr>
        <p:spPr/>
        <p:txBody>
          <a:bodyPr/>
          <a:lstStyle/>
          <a:p>
            <a:r>
              <a:rPr lang="en-US" dirty="0"/>
              <a:t>Human resources slide 7</a:t>
            </a:r>
          </a:p>
        </p:txBody>
      </p:sp>
      <p:sp>
        <p:nvSpPr>
          <p:cNvPr id="57" name="TextBox 56">
            <a:extLst>
              <a:ext uri="{FF2B5EF4-FFF2-40B4-BE49-F238E27FC236}">
                <a16:creationId xmlns:a16="http://schemas.microsoft.com/office/drawing/2014/main" id="{25264A13-2CF6-4653-9A8E-AE29B6F25F8E}"/>
              </a:ext>
            </a:extLst>
          </p:cNvPr>
          <p:cNvSpPr txBox="1"/>
          <p:nvPr/>
        </p:nvSpPr>
        <p:spPr>
          <a:xfrm>
            <a:off x="723900" y="457291"/>
            <a:ext cx="3803018" cy="1159742"/>
          </a:xfrm>
          <a:prstGeom prst="rect">
            <a:avLst/>
          </a:prstGeom>
          <a:noFill/>
        </p:spPr>
        <p:txBody>
          <a:bodyPr wrap="square" lIns="0" tIns="0" rIns="0" bIns="0" rtlCol="0">
            <a:noAutofit/>
          </a:bodyPr>
          <a:lstStyle/>
          <a:p>
            <a:pPr>
              <a:lnSpc>
                <a:spcPts val="4000"/>
              </a:lnSpc>
            </a:pPr>
            <a:r>
              <a:rPr lang="en-US" sz="3600" b="1" dirty="0">
                <a:solidFill>
                  <a:srgbClr val="002060"/>
                </a:solidFill>
                <a:latin typeface="Segoe UI" panose="020B0502040204020203" pitchFamily="34" charset="0"/>
                <a:cs typeface="Segoe UI" panose="020B0502040204020203" pitchFamily="34" charset="0"/>
              </a:rPr>
              <a:t>ANALYSIS</a:t>
            </a:r>
          </a:p>
        </p:txBody>
      </p:sp>
      <p:grpSp>
        <p:nvGrpSpPr>
          <p:cNvPr id="67" name="Group 66">
            <a:extLst>
              <a:ext uri="{FF2B5EF4-FFF2-40B4-BE49-F238E27FC236}">
                <a16:creationId xmlns:a16="http://schemas.microsoft.com/office/drawing/2014/main" id="{A6D12FB3-2E0E-4392-B30A-8FABD55972D2}"/>
              </a:ext>
              <a:ext uri="{C183D7F6-B498-43B3-948B-1728B52AA6E4}">
                <adec:decorative xmlns:adec="http://schemas.microsoft.com/office/drawing/2017/decorative" val="1"/>
              </a:ext>
            </a:extLst>
          </p:cNvPr>
          <p:cNvGrpSpPr/>
          <p:nvPr/>
        </p:nvGrpSpPr>
        <p:grpSpPr>
          <a:xfrm>
            <a:off x="-12700" y="1794009"/>
            <a:ext cx="12204700" cy="2514602"/>
            <a:chOff x="-12700" y="2162907"/>
            <a:chExt cx="12204700" cy="2514602"/>
          </a:xfrm>
        </p:grpSpPr>
        <p:pic>
          <p:nvPicPr>
            <p:cNvPr id="2" name="Picture 1" descr="A group of people sitting at a desk&#10;">
              <a:extLst>
                <a:ext uri="{FF2B5EF4-FFF2-40B4-BE49-F238E27FC236}">
                  <a16:creationId xmlns:a16="http://schemas.microsoft.com/office/drawing/2014/main" id="{2D62790E-5C31-4474-BE12-F50234A0C76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4"/>
            <a:stretch/>
          </p:blipFill>
          <p:spPr>
            <a:xfrm>
              <a:off x="-12700" y="2162908"/>
              <a:ext cx="12192000" cy="2514601"/>
            </a:xfrm>
            <a:prstGeom prst="rect">
              <a:avLst/>
            </a:prstGeom>
          </p:spPr>
        </p:pic>
        <p:sp>
          <p:nvSpPr>
            <p:cNvPr id="3" name="Rectangle 2" descr="This is an image of a desk with laptop computers and people working.">
              <a:extLst>
                <a:ext uri="{FF2B5EF4-FFF2-40B4-BE49-F238E27FC236}">
                  <a16:creationId xmlns:a16="http://schemas.microsoft.com/office/drawing/2014/main" id="{53AEFB1F-87BB-40C6-9BC7-E1CE0AC0AC1B}"/>
                </a:ext>
              </a:extLst>
            </p:cNvPr>
            <p:cNvSpPr/>
            <p:nvPr/>
          </p:nvSpPr>
          <p:spPr>
            <a:xfrm>
              <a:off x="0" y="2162907"/>
              <a:ext cx="12192000" cy="2514601"/>
            </a:xfrm>
            <a:prstGeom prst="rect">
              <a:avLst/>
            </a:prstGeom>
            <a:gradFill>
              <a:gsLst>
                <a:gs pos="1000">
                  <a:srgbClr val="7CEFD8">
                    <a:alpha val="79000"/>
                  </a:srgbClr>
                </a:gs>
                <a:gs pos="61000">
                  <a:srgbClr val="6672E4">
                    <a:alpha val="84000"/>
                  </a:srgbClr>
                </a:gs>
                <a:gs pos="98000">
                  <a:srgbClr val="882BE5">
                    <a:alpha val="66000"/>
                  </a:srgbClr>
                </a:gs>
              </a:gsLst>
              <a:lin ang="5400000" scaled="1"/>
            </a:gradFill>
            <a:ln w="12700" cap="flat">
              <a:noFill/>
              <a:prstDash val="solid"/>
              <a:miter lim="800000"/>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dirty="0">
                <a:solidFill>
                  <a:schemeClr val="tx1"/>
                </a:solidFill>
              </a:endParaRPr>
            </a:p>
          </p:txBody>
        </p:sp>
        <p:sp>
          <p:nvSpPr>
            <p:cNvPr id="14" name="Oval 13">
              <a:extLst>
                <a:ext uri="{FF2B5EF4-FFF2-40B4-BE49-F238E27FC236}">
                  <a16:creationId xmlns:a16="http://schemas.microsoft.com/office/drawing/2014/main" id="{3CFBA714-94A9-4CEA-9D73-2E90A898B450}"/>
                </a:ext>
                <a:ext uri="{C183D7F6-B498-43B3-948B-1728B52AA6E4}">
                  <adec:decorative xmlns:adec="http://schemas.microsoft.com/office/drawing/2017/decorative" val="1"/>
                </a:ext>
              </a:extLst>
            </p:cNvPr>
            <p:cNvSpPr/>
            <p:nvPr/>
          </p:nvSpPr>
          <p:spPr>
            <a:xfrm>
              <a:off x="852826" y="2694293"/>
              <a:ext cx="1431828" cy="1431827"/>
            </a:xfrm>
            <a:prstGeom prst="ellipse">
              <a:avLst/>
            </a:prstGeom>
            <a:solidFill>
              <a:schemeClr val="bg1">
                <a:alpha val="19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6" name="Oval 15">
              <a:extLst>
                <a:ext uri="{FF2B5EF4-FFF2-40B4-BE49-F238E27FC236}">
                  <a16:creationId xmlns:a16="http://schemas.microsoft.com/office/drawing/2014/main" id="{3EB48CA9-382A-48A4-B5F2-BBE91C08FD62}"/>
                </a:ext>
              </a:extLst>
            </p:cNvPr>
            <p:cNvSpPr/>
            <p:nvPr/>
          </p:nvSpPr>
          <p:spPr>
            <a:xfrm>
              <a:off x="1737814" y="3936470"/>
              <a:ext cx="239688" cy="239688"/>
            </a:xfrm>
            <a:prstGeom prst="ellipse">
              <a:avLst/>
            </a:prstGeom>
            <a:solidFill>
              <a:srgbClr val="8335E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B20BBE89-8E4D-448A-8F53-F45437DD24BB}"/>
                </a:ext>
              </a:extLst>
            </p:cNvPr>
            <p:cNvSpPr/>
            <p:nvPr/>
          </p:nvSpPr>
          <p:spPr>
            <a:xfrm>
              <a:off x="1782422" y="3981078"/>
              <a:ext cx="150473" cy="150473"/>
            </a:xfrm>
            <a:prstGeom prst="ellipse">
              <a:avLst/>
            </a:prstGeom>
            <a:solidFill>
              <a:srgbClr val="833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DC02C732-8960-4820-B185-F087E030DAAA}"/>
                </a:ext>
              </a:extLst>
            </p:cNvPr>
            <p:cNvSpPr txBox="1"/>
            <p:nvPr/>
          </p:nvSpPr>
          <p:spPr>
            <a:xfrm>
              <a:off x="1111884" y="3189004"/>
              <a:ext cx="913713" cy="492443"/>
            </a:xfrm>
            <a:prstGeom prst="rect">
              <a:avLst/>
            </a:prstGeom>
            <a:noFill/>
          </p:spPr>
          <p:txBody>
            <a:bodyPr wrap="none" lIns="0" tIns="0" rIns="0" bIns="0" rtlCol="0">
              <a:spAutoFit/>
            </a:bodyPr>
            <a:lstStyle/>
            <a:p>
              <a:pPr algn="ctr"/>
              <a:r>
                <a:rPr lang="en-US" sz="3200" b="1" dirty="0">
                  <a:solidFill>
                    <a:schemeClr val="bg1"/>
                  </a:solidFill>
                  <a:latin typeface="+mj-lt"/>
                </a:rPr>
                <a:t>0.991</a:t>
              </a:r>
            </a:p>
          </p:txBody>
        </p:sp>
        <p:sp>
          <p:nvSpPr>
            <p:cNvPr id="29" name="Oval 28">
              <a:extLst>
                <a:ext uri="{FF2B5EF4-FFF2-40B4-BE49-F238E27FC236}">
                  <a16:creationId xmlns:a16="http://schemas.microsoft.com/office/drawing/2014/main" id="{1B02FFA3-53E3-4FFD-922C-CCB9EFEA5C8A}"/>
                </a:ext>
                <a:ext uri="{C183D7F6-B498-43B3-948B-1728B52AA6E4}">
                  <adec:decorative xmlns:adec="http://schemas.microsoft.com/office/drawing/2017/decorative" val="1"/>
                </a:ext>
              </a:extLst>
            </p:cNvPr>
            <p:cNvSpPr/>
            <p:nvPr/>
          </p:nvSpPr>
          <p:spPr>
            <a:xfrm>
              <a:off x="3845077" y="2719313"/>
              <a:ext cx="1431828" cy="1431826"/>
            </a:xfrm>
            <a:prstGeom prst="ellipse">
              <a:avLst/>
            </a:prstGeom>
            <a:solidFill>
              <a:schemeClr val="bg1">
                <a:alpha val="19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1" name="Oval 30">
              <a:extLst>
                <a:ext uri="{FF2B5EF4-FFF2-40B4-BE49-F238E27FC236}">
                  <a16:creationId xmlns:a16="http://schemas.microsoft.com/office/drawing/2014/main" id="{0EB5F512-613A-44CC-ACE3-5B63ACC24F3F}"/>
                </a:ext>
              </a:extLst>
            </p:cNvPr>
            <p:cNvSpPr/>
            <p:nvPr/>
          </p:nvSpPr>
          <p:spPr>
            <a:xfrm>
              <a:off x="5016340" y="2881739"/>
              <a:ext cx="239688" cy="239688"/>
            </a:xfrm>
            <a:prstGeom prst="ellipse">
              <a:avLst/>
            </a:prstGeom>
            <a:solidFill>
              <a:srgbClr val="8335E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CDD030F3-5250-4104-9D3A-3BDB421469D0}"/>
                </a:ext>
              </a:extLst>
            </p:cNvPr>
            <p:cNvSpPr/>
            <p:nvPr/>
          </p:nvSpPr>
          <p:spPr>
            <a:xfrm>
              <a:off x="5060947" y="2926346"/>
              <a:ext cx="150473" cy="150473"/>
            </a:xfrm>
            <a:prstGeom prst="ellipse">
              <a:avLst/>
            </a:prstGeom>
            <a:solidFill>
              <a:srgbClr val="833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1CC8C601-FB40-4573-87B3-B1126A610542}"/>
                </a:ext>
              </a:extLst>
            </p:cNvPr>
            <p:cNvSpPr txBox="1"/>
            <p:nvPr/>
          </p:nvSpPr>
          <p:spPr>
            <a:xfrm>
              <a:off x="3961470" y="3189005"/>
              <a:ext cx="1199046" cy="492443"/>
            </a:xfrm>
            <a:prstGeom prst="rect">
              <a:avLst/>
            </a:prstGeom>
            <a:noFill/>
          </p:spPr>
          <p:txBody>
            <a:bodyPr wrap="none" lIns="0" tIns="0" rIns="0" bIns="0" rtlCol="0">
              <a:spAutoFit/>
            </a:bodyPr>
            <a:lstStyle/>
            <a:p>
              <a:pPr algn="ctr"/>
              <a:r>
                <a:rPr lang="en-US" sz="3200" b="1" dirty="0">
                  <a:solidFill>
                    <a:schemeClr val="bg1"/>
                  </a:solidFill>
                  <a:latin typeface="+mj-lt"/>
                </a:rPr>
                <a:t>40.43%</a:t>
              </a:r>
            </a:p>
          </p:txBody>
        </p:sp>
        <p:sp>
          <p:nvSpPr>
            <p:cNvPr id="41" name="Oval 40">
              <a:extLst>
                <a:ext uri="{FF2B5EF4-FFF2-40B4-BE49-F238E27FC236}">
                  <a16:creationId xmlns:a16="http://schemas.microsoft.com/office/drawing/2014/main" id="{9AA6EBCD-B27A-4FC4-87A8-ED6638C5545A}"/>
                </a:ext>
              </a:extLst>
            </p:cNvPr>
            <p:cNvSpPr/>
            <p:nvPr/>
          </p:nvSpPr>
          <p:spPr>
            <a:xfrm>
              <a:off x="6798890" y="2719313"/>
              <a:ext cx="1431828" cy="1431826"/>
            </a:xfrm>
            <a:prstGeom prst="ellipse">
              <a:avLst/>
            </a:prstGeom>
            <a:solidFill>
              <a:schemeClr val="bg1">
                <a:alpha val="19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2" name="Arc 41">
              <a:extLst>
                <a:ext uri="{FF2B5EF4-FFF2-40B4-BE49-F238E27FC236}">
                  <a16:creationId xmlns:a16="http://schemas.microsoft.com/office/drawing/2014/main" id="{63F2913C-4436-40AC-9048-54405BD23C0C}"/>
                </a:ext>
                <a:ext uri="{C183D7F6-B498-43B3-948B-1728B52AA6E4}">
                  <adec:decorative xmlns:adec="http://schemas.microsoft.com/office/drawing/2017/decorative" val="1"/>
                </a:ext>
              </a:extLst>
            </p:cNvPr>
            <p:cNvSpPr/>
            <p:nvPr/>
          </p:nvSpPr>
          <p:spPr>
            <a:xfrm>
              <a:off x="6798890" y="2719313"/>
              <a:ext cx="1431827" cy="1431826"/>
            </a:xfrm>
            <a:prstGeom prst="arc">
              <a:avLst>
                <a:gd name="adj1" fmla="val 16200000"/>
                <a:gd name="adj2" fmla="val 755116"/>
              </a:avLst>
            </a:prstGeom>
            <a:ln w="38100">
              <a:gradFill>
                <a:gsLst>
                  <a:gs pos="0">
                    <a:srgbClr val="7BEBD8"/>
                  </a:gs>
                  <a:gs pos="8000">
                    <a:srgbClr val="6B8DE1"/>
                  </a:gs>
                  <a:gs pos="100000">
                    <a:srgbClr val="8335E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3" name="Oval 42">
              <a:extLst>
                <a:ext uri="{FF2B5EF4-FFF2-40B4-BE49-F238E27FC236}">
                  <a16:creationId xmlns:a16="http://schemas.microsoft.com/office/drawing/2014/main" id="{B9703755-0B67-41E7-B72A-5A3A54730479}"/>
                </a:ext>
              </a:extLst>
            </p:cNvPr>
            <p:cNvSpPr/>
            <p:nvPr/>
          </p:nvSpPr>
          <p:spPr>
            <a:xfrm>
              <a:off x="8110117" y="3485949"/>
              <a:ext cx="239688" cy="239688"/>
            </a:xfrm>
            <a:prstGeom prst="ellipse">
              <a:avLst/>
            </a:prstGeom>
            <a:solidFill>
              <a:srgbClr val="8335E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a:extLst>
                <a:ext uri="{FF2B5EF4-FFF2-40B4-BE49-F238E27FC236}">
                  <a16:creationId xmlns:a16="http://schemas.microsoft.com/office/drawing/2014/main" id="{7668F955-7C8C-4C69-AA19-CD562C2DFDCC}"/>
                </a:ext>
              </a:extLst>
            </p:cNvPr>
            <p:cNvSpPr/>
            <p:nvPr/>
          </p:nvSpPr>
          <p:spPr>
            <a:xfrm>
              <a:off x="8154725" y="3530557"/>
              <a:ext cx="150473" cy="150473"/>
            </a:xfrm>
            <a:prstGeom prst="ellipse">
              <a:avLst/>
            </a:prstGeom>
            <a:solidFill>
              <a:srgbClr val="833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5C436978-7B84-4F27-8A32-574050B29AD0}"/>
                </a:ext>
              </a:extLst>
            </p:cNvPr>
            <p:cNvSpPr txBox="1"/>
            <p:nvPr/>
          </p:nvSpPr>
          <p:spPr>
            <a:xfrm>
              <a:off x="6974826" y="3189005"/>
              <a:ext cx="1199046" cy="492443"/>
            </a:xfrm>
            <a:prstGeom prst="rect">
              <a:avLst/>
            </a:prstGeom>
            <a:noFill/>
          </p:spPr>
          <p:txBody>
            <a:bodyPr wrap="none" lIns="0" tIns="0" rIns="0" bIns="0" rtlCol="0">
              <a:spAutoFit/>
            </a:bodyPr>
            <a:lstStyle/>
            <a:p>
              <a:pPr algn="ctr"/>
              <a:r>
                <a:rPr lang="en-US" sz="3200" b="1" dirty="0">
                  <a:solidFill>
                    <a:schemeClr val="bg1"/>
                  </a:solidFill>
                  <a:latin typeface="+mj-lt"/>
                </a:rPr>
                <a:t>27.49%</a:t>
              </a:r>
            </a:p>
          </p:txBody>
        </p:sp>
        <p:grpSp>
          <p:nvGrpSpPr>
            <p:cNvPr id="46" name="Group 45">
              <a:extLst>
                <a:ext uri="{FF2B5EF4-FFF2-40B4-BE49-F238E27FC236}">
                  <a16:creationId xmlns:a16="http://schemas.microsoft.com/office/drawing/2014/main" id="{65E89B9B-4C47-402B-9C75-47765E1F7593}"/>
                </a:ext>
              </a:extLst>
            </p:cNvPr>
            <p:cNvGrpSpPr/>
            <p:nvPr/>
          </p:nvGrpSpPr>
          <p:grpSpPr>
            <a:xfrm>
              <a:off x="9871788" y="2706779"/>
              <a:ext cx="1431828" cy="1456895"/>
              <a:chOff x="7168469" y="2677815"/>
              <a:chExt cx="1431828" cy="1456895"/>
            </a:xfrm>
          </p:grpSpPr>
          <p:grpSp>
            <p:nvGrpSpPr>
              <p:cNvPr id="51" name="Group 50">
                <a:extLst>
                  <a:ext uri="{FF2B5EF4-FFF2-40B4-BE49-F238E27FC236}">
                    <a16:creationId xmlns:a16="http://schemas.microsoft.com/office/drawing/2014/main" id="{02C4BAC1-CFE0-4BB6-AB1E-3D97B9D3C37C}"/>
                  </a:ext>
                </a:extLst>
              </p:cNvPr>
              <p:cNvGrpSpPr/>
              <p:nvPr/>
            </p:nvGrpSpPr>
            <p:grpSpPr>
              <a:xfrm>
                <a:off x="7168469" y="2677815"/>
                <a:ext cx="1431828" cy="1456895"/>
                <a:chOff x="7168469" y="2677815"/>
                <a:chExt cx="1431828" cy="1456895"/>
              </a:xfrm>
            </p:grpSpPr>
            <p:sp>
              <p:nvSpPr>
                <p:cNvPr id="53" name="Oval 52">
                  <a:extLst>
                    <a:ext uri="{FF2B5EF4-FFF2-40B4-BE49-F238E27FC236}">
                      <a16:creationId xmlns:a16="http://schemas.microsoft.com/office/drawing/2014/main" id="{52EBF013-87F7-4305-9CC9-737BE16F0D9F}"/>
                    </a:ext>
                    <a:ext uri="{C183D7F6-B498-43B3-948B-1728B52AA6E4}">
                      <adec:decorative xmlns:adec="http://schemas.microsoft.com/office/drawing/2017/decorative" val="1"/>
                    </a:ext>
                  </a:extLst>
                </p:cNvPr>
                <p:cNvSpPr/>
                <p:nvPr/>
              </p:nvSpPr>
              <p:spPr>
                <a:xfrm>
                  <a:off x="7168469" y="2702884"/>
                  <a:ext cx="1431828" cy="1431826"/>
                </a:xfrm>
                <a:prstGeom prst="ellipse">
                  <a:avLst/>
                </a:prstGeom>
                <a:solidFill>
                  <a:schemeClr val="bg1">
                    <a:alpha val="19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4" name="Arc 53">
                  <a:extLst>
                    <a:ext uri="{FF2B5EF4-FFF2-40B4-BE49-F238E27FC236}">
                      <a16:creationId xmlns:a16="http://schemas.microsoft.com/office/drawing/2014/main" id="{2CC348C5-CD52-4041-A9DC-8F47C9D04352}"/>
                    </a:ext>
                  </a:extLst>
                </p:cNvPr>
                <p:cNvSpPr/>
                <p:nvPr/>
              </p:nvSpPr>
              <p:spPr>
                <a:xfrm>
                  <a:off x="7168469" y="2702884"/>
                  <a:ext cx="1431827" cy="1431826"/>
                </a:xfrm>
                <a:prstGeom prst="arc">
                  <a:avLst>
                    <a:gd name="adj1" fmla="val 16200000"/>
                    <a:gd name="adj2" fmla="val 17724961"/>
                  </a:avLst>
                </a:prstGeom>
                <a:ln w="38100">
                  <a:gradFill>
                    <a:gsLst>
                      <a:gs pos="0">
                        <a:srgbClr val="7BEBD8"/>
                      </a:gs>
                      <a:gs pos="8000">
                        <a:srgbClr val="6B8DE1"/>
                      </a:gs>
                      <a:gs pos="100000">
                        <a:srgbClr val="8335E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5" name="Oval 54">
                  <a:extLst>
                    <a:ext uri="{FF2B5EF4-FFF2-40B4-BE49-F238E27FC236}">
                      <a16:creationId xmlns:a16="http://schemas.microsoft.com/office/drawing/2014/main" id="{083CA45F-7535-4D5F-A010-B7B38ED57BC7}"/>
                    </a:ext>
                  </a:extLst>
                </p:cNvPr>
                <p:cNvSpPr/>
                <p:nvPr/>
              </p:nvSpPr>
              <p:spPr>
                <a:xfrm>
                  <a:off x="8095353" y="2677815"/>
                  <a:ext cx="239688" cy="239687"/>
                </a:xfrm>
                <a:prstGeom prst="ellipse">
                  <a:avLst/>
                </a:prstGeom>
                <a:solidFill>
                  <a:srgbClr val="8335E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43FCBFAE-6E88-440A-ACEC-41E289885112}"/>
                    </a:ext>
                  </a:extLst>
                </p:cNvPr>
                <p:cNvSpPr/>
                <p:nvPr/>
              </p:nvSpPr>
              <p:spPr>
                <a:xfrm>
                  <a:off x="8139961" y="2722422"/>
                  <a:ext cx="150473" cy="150473"/>
                </a:xfrm>
                <a:prstGeom prst="ellipse">
                  <a:avLst/>
                </a:prstGeom>
                <a:solidFill>
                  <a:srgbClr val="833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2" name="TextBox 51">
                <a:extLst>
                  <a:ext uri="{FF2B5EF4-FFF2-40B4-BE49-F238E27FC236}">
                    <a16:creationId xmlns:a16="http://schemas.microsoft.com/office/drawing/2014/main" id="{38F4B3FC-E555-4F37-BC12-4940EF773A7E}"/>
                  </a:ext>
                </a:extLst>
              </p:cNvPr>
              <p:cNvSpPr txBox="1"/>
              <p:nvPr/>
            </p:nvSpPr>
            <p:spPr>
              <a:xfrm>
                <a:off x="7284864" y="3160041"/>
                <a:ext cx="1199046" cy="492443"/>
              </a:xfrm>
              <a:prstGeom prst="rect">
                <a:avLst/>
              </a:prstGeom>
              <a:noFill/>
            </p:spPr>
            <p:txBody>
              <a:bodyPr wrap="none" lIns="0" tIns="0" rIns="0" bIns="0" rtlCol="0">
                <a:spAutoFit/>
              </a:bodyPr>
              <a:lstStyle/>
              <a:p>
                <a:pPr algn="ctr"/>
                <a:r>
                  <a:rPr lang="en-US" sz="3200" b="1" dirty="0">
                    <a:solidFill>
                      <a:schemeClr val="bg1"/>
                    </a:solidFill>
                    <a:latin typeface="+mj-lt"/>
                  </a:rPr>
                  <a:t>69.62%</a:t>
                </a:r>
              </a:p>
            </p:txBody>
          </p:sp>
        </p:grpSp>
        <p:sp>
          <p:nvSpPr>
            <p:cNvPr id="64" name="Arc 63">
              <a:extLst>
                <a:ext uri="{FF2B5EF4-FFF2-40B4-BE49-F238E27FC236}">
                  <a16:creationId xmlns:a16="http://schemas.microsoft.com/office/drawing/2014/main" id="{CAE87D92-1F07-49DE-BFD7-F74BD728BD31}"/>
                </a:ext>
              </a:extLst>
            </p:cNvPr>
            <p:cNvSpPr/>
            <p:nvPr/>
          </p:nvSpPr>
          <p:spPr>
            <a:xfrm>
              <a:off x="3843489" y="2720981"/>
              <a:ext cx="1431827" cy="1431826"/>
            </a:xfrm>
            <a:prstGeom prst="arc">
              <a:avLst>
                <a:gd name="adj1" fmla="val 16200000"/>
                <a:gd name="adj2" fmla="val 19003948"/>
              </a:avLst>
            </a:prstGeom>
            <a:ln w="38100">
              <a:gradFill>
                <a:gsLst>
                  <a:gs pos="0">
                    <a:srgbClr val="7BEBD8"/>
                  </a:gs>
                  <a:gs pos="8000">
                    <a:srgbClr val="6B8DE1"/>
                  </a:gs>
                  <a:gs pos="100000">
                    <a:srgbClr val="8335E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6" name="Arc 65">
              <a:extLst>
                <a:ext uri="{FF2B5EF4-FFF2-40B4-BE49-F238E27FC236}">
                  <a16:creationId xmlns:a16="http://schemas.microsoft.com/office/drawing/2014/main" id="{45B3FF71-3684-4143-BA68-D4583307C956}"/>
                </a:ext>
              </a:extLst>
            </p:cNvPr>
            <p:cNvSpPr/>
            <p:nvPr/>
          </p:nvSpPr>
          <p:spPr>
            <a:xfrm>
              <a:off x="852826" y="2694293"/>
              <a:ext cx="1431827" cy="1431826"/>
            </a:xfrm>
            <a:prstGeom prst="arc">
              <a:avLst>
                <a:gd name="adj1" fmla="val 16200000"/>
                <a:gd name="adj2" fmla="val 3850353"/>
              </a:avLst>
            </a:prstGeom>
            <a:ln w="38100">
              <a:gradFill>
                <a:gsLst>
                  <a:gs pos="0">
                    <a:srgbClr val="7BEBD8"/>
                  </a:gs>
                  <a:gs pos="8000">
                    <a:srgbClr val="6B8DE1"/>
                  </a:gs>
                  <a:gs pos="100000">
                    <a:srgbClr val="8335E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sp>
        <p:nvSpPr>
          <p:cNvPr id="18" name="TextBox 17">
            <a:extLst>
              <a:ext uri="{FF2B5EF4-FFF2-40B4-BE49-F238E27FC236}">
                <a16:creationId xmlns:a16="http://schemas.microsoft.com/office/drawing/2014/main" id="{39929E06-4AB9-4598-A963-82CCC18A3FF2}"/>
              </a:ext>
            </a:extLst>
          </p:cNvPr>
          <p:cNvSpPr txBox="1"/>
          <p:nvPr/>
        </p:nvSpPr>
        <p:spPr>
          <a:xfrm>
            <a:off x="274474" y="4696754"/>
            <a:ext cx="2588529" cy="492443"/>
          </a:xfrm>
          <a:prstGeom prst="rect">
            <a:avLst/>
          </a:prstGeom>
          <a:noFill/>
        </p:spPr>
        <p:txBody>
          <a:bodyPr wrap="none" lIns="0" tIns="0" rIns="0" bIns="0" rtlCol="0">
            <a:spAutoFit/>
          </a:bodyPr>
          <a:lstStyle/>
          <a:p>
            <a:pPr algn="ctr"/>
            <a:r>
              <a:rPr lang="en-US" sz="1600" b="1" dirty="0">
                <a:solidFill>
                  <a:srgbClr val="030553"/>
                </a:solidFill>
                <a:latin typeface="Segoe UI" panose="020B0502040204020203" pitchFamily="34" charset="0"/>
                <a:cs typeface="Segoe UI" panose="020B0502040204020203" pitchFamily="34" charset="0"/>
              </a:rPr>
              <a:t>Correlation of net revenue </a:t>
            </a:r>
          </a:p>
          <a:p>
            <a:pPr algn="ctr"/>
            <a:r>
              <a:rPr lang="en-US" sz="1600" b="1" dirty="0">
                <a:solidFill>
                  <a:srgbClr val="030553"/>
                </a:solidFill>
                <a:latin typeface="Segoe UI" panose="020B0502040204020203" pitchFamily="34" charset="0"/>
                <a:cs typeface="Segoe UI" panose="020B0502040204020203" pitchFamily="34" charset="0"/>
              </a:rPr>
              <a:t>and astrologer earning</a:t>
            </a:r>
          </a:p>
        </p:txBody>
      </p:sp>
      <p:cxnSp>
        <p:nvCxnSpPr>
          <p:cNvPr id="20" name="Straight Connector 19">
            <a:extLst>
              <a:ext uri="{FF2B5EF4-FFF2-40B4-BE49-F238E27FC236}">
                <a16:creationId xmlns:a16="http://schemas.microsoft.com/office/drawing/2014/main" id="{A258B9C9-A63C-4AE4-8EB4-544F3A70C2F7}"/>
              </a:ext>
              <a:ext uri="{C183D7F6-B498-43B3-948B-1728B52AA6E4}">
                <adec:decorative xmlns:adec="http://schemas.microsoft.com/office/drawing/2017/decorative" val="1"/>
              </a:ext>
            </a:extLst>
          </p:cNvPr>
          <p:cNvCxnSpPr/>
          <p:nvPr/>
        </p:nvCxnSpPr>
        <p:spPr>
          <a:xfrm>
            <a:off x="1329338" y="5277685"/>
            <a:ext cx="478805"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9" name="Text Placeholder 2">
            <a:extLst>
              <a:ext uri="{FF2B5EF4-FFF2-40B4-BE49-F238E27FC236}">
                <a16:creationId xmlns:a16="http://schemas.microsoft.com/office/drawing/2014/main" id="{9DF162EE-A4BE-4D4C-9A3C-51FC2F765D81}"/>
              </a:ext>
            </a:extLst>
          </p:cNvPr>
          <p:cNvSpPr txBox="1">
            <a:spLocks/>
          </p:cNvSpPr>
          <p:nvPr/>
        </p:nvSpPr>
        <p:spPr>
          <a:xfrm>
            <a:off x="241881" y="5454662"/>
            <a:ext cx="2653720" cy="1252522"/>
          </a:xfrm>
          <a:prstGeom prst="rect">
            <a:avLst/>
          </a:prstGeom>
        </p:spPr>
        <p:txBody>
          <a:bodyPr vert="horz" wrap="square" lIns="0" tIns="0" rIns="0" bIns="0" rtlCol="0">
            <a:sp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US" sz="1400" dirty="0">
                <a:solidFill>
                  <a:srgbClr val="030553"/>
                </a:solidFill>
                <a:latin typeface="Segoe UI" panose="020B0502040204020203" pitchFamily="34" charset="0"/>
                <a:cs typeface="Segoe UI" panose="020B0502040204020203" pitchFamily="34" charset="0"/>
              </a:rPr>
              <a:t>This suggest the positive relation. As the astrologer earning will increase the net revenue will also increase.</a:t>
            </a:r>
          </a:p>
        </p:txBody>
      </p:sp>
      <p:sp>
        <p:nvSpPr>
          <p:cNvPr id="24" name="TextBox 23">
            <a:extLst>
              <a:ext uri="{FF2B5EF4-FFF2-40B4-BE49-F238E27FC236}">
                <a16:creationId xmlns:a16="http://schemas.microsoft.com/office/drawing/2014/main" id="{AB0754C1-4097-4CDA-B3CB-7304331CBBB9}"/>
              </a:ext>
            </a:extLst>
          </p:cNvPr>
          <p:cNvSpPr txBox="1"/>
          <p:nvPr/>
        </p:nvSpPr>
        <p:spPr>
          <a:xfrm>
            <a:off x="3737469" y="4841787"/>
            <a:ext cx="1647053" cy="276999"/>
          </a:xfrm>
          <a:prstGeom prst="rect">
            <a:avLst/>
          </a:prstGeom>
          <a:noFill/>
        </p:spPr>
        <p:txBody>
          <a:bodyPr wrap="none" lIns="0" tIns="0" rIns="0" bIns="0" rtlCol="0">
            <a:spAutoFit/>
          </a:bodyPr>
          <a:lstStyle/>
          <a:p>
            <a:pPr algn="ctr"/>
            <a:r>
              <a:rPr lang="en-US" sz="1600" b="1" dirty="0">
                <a:solidFill>
                  <a:srgbClr val="030553"/>
                </a:solidFill>
                <a:latin typeface="Segoe UI" panose="020B0502040204020203" pitchFamily="34" charset="0"/>
                <a:cs typeface="Segoe UI" panose="020B0502040204020203" pitchFamily="34" charset="0"/>
              </a:rPr>
              <a:t>Completed</a:t>
            </a:r>
            <a:r>
              <a:rPr lang="en-US" b="1" dirty="0">
                <a:solidFill>
                  <a:srgbClr val="030553"/>
                </a:solidFill>
                <a:latin typeface="Segoe UI" panose="020B0502040204020203" pitchFamily="34" charset="0"/>
                <a:cs typeface="Segoe UI" panose="020B0502040204020203" pitchFamily="34" charset="0"/>
              </a:rPr>
              <a:t> calls </a:t>
            </a:r>
          </a:p>
        </p:txBody>
      </p:sp>
      <p:cxnSp>
        <p:nvCxnSpPr>
          <p:cNvPr id="26" name="Straight Connector 25">
            <a:extLst>
              <a:ext uri="{FF2B5EF4-FFF2-40B4-BE49-F238E27FC236}">
                <a16:creationId xmlns:a16="http://schemas.microsoft.com/office/drawing/2014/main" id="{EE30765C-622F-4015-90C6-297DE00BBDB5}"/>
              </a:ext>
              <a:ext uri="{C183D7F6-B498-43B3-948B-1728B52AA6E4}">
                <adec:decorative xmlns:adec="http://schemas.microsoft.com/office/drawing/2017/decorative" val="1"/>
              </a:ext>
            </a:extLst>
          </p:cNvPr>
          <p:cNvCxnSpPr/>
          <p:nvPr/>
        </p:nvCxnSpPr>
        <p:spPr>
          <a:xfrm>
            <a:off x="4321589" y="5277686"/>
            <a:ext cx="478805"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25" name="Text Placeholder 2">
            <a:extLst>
              <a:ext uri="{FF2B5EF4-FFF2-40B4-BE49-F238E27FC236}">
                <a16:creationId xmlns:a16="http://schemas.microsoft.com/office/drawing/2014/main" id="{72AC3065-20B0-4A63-89FA-B10AD6D1363C}"/>
              </a:ext>
            </a:extLst>
          </p:cNvPr>
          <p:cNvSpPr txBox="1">
            <a:spLocks/>
          </p:cNvSpPr>
          <p:nvPr/>
        </p:nvSpPr>
        <p:spPr>
          <a:xfrm>
            <a:off x="3290793" y="5454662"/>
            <a:ext cx="2653720" cy="692818"/>
          </a:xfrm>
          <a:prstGeom prst="rect">
            <a:avLst/>
          </a:prstGeom>
        </p:spPr>
        <p:txBody>
          <a:bodyPr vert="horz" wrap="square" lIns="0" tIns="0" rIns="0" bIns="0" rtlCol="0">
            <a:sp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US" sz="1600" dirty="0">
                <a:solidFill>
                  <a:srgbClr val="030553"/>
                </a:solidFill>
                <a:latin typeface="Segoe UI" panose="020B0502040204020203" pitchFamily="34" charset="0"/>
                <a:cs typeface="Segoe UI" panose="020B0502040204020203" pitchFamily="34" charset="0"/>
              </a:rPr>
              <a:t>Out of 8541 </a:t>
            </a:r>
            <a:r>
              <a:rPr lang="en-US" sz="1400" dirty="0">
                <a:solidFill>
                  <a:srgbClr val="030553"/>
                </a:solidFill>
                <a:latin typeface="Segoe UI" panose="020B0502040204020203" pitchFamily="34" charset="0"/>
                <a:cs typeface="Segoe UI" panose="020B0502040204020203" pitchFamily="34" charset="0"/>
              </a:rPr>
              <a:t>only</a:t>
            </a:r>
            <a:r>
              <a:rPr lang="en-US" sz="1600" dirty="0">
                <a:solidFill>
                  <a:srgbClr val="030553"/>
                </a:solidFill>
                <a:latin typeface="Segoe UI" panose="020B0502040204020203" pitchFamily="34" charset="0"/>
                <a:cs typeface="Segoe UI" panose="020B0502040204020203" pitchFamily="34" charset="0"/>
              </a:rPr>
              <a:t> 3453 calls get </a:t>
            </a:r>
            <a:r>
              <a:rPr lang="en-US" sz="1400" dirty="0">
                <a:solidFill>
                  <a:srgbClr val="030553"/>
                </a:solidFill>
                <a:latin typeface="Segoe UI" panose="020B0502040204020203" pitchFamily="34" charset="0"/>
                <a:cs typeface="Segoe UI" panose="020B0502040204020203" pitchFamily="34" charset="0"/>
              </a:rPr>
              <a:t>completed</a:t>
            </a:r>
            <a:r>
              <a:rPr lang="en-US" sz="1600" dirty="0">
                <a:latin typeface="Segoe UI" panose="020B0502040204020203" pitchFamily="34" charset="0"/>
                <a:cs typeface="Segoe UI" panose="020B0502040204020203" pitchFamily="34" charset="0"/>
              </a:rPr>
              <a:t>.</a:t>
            </a:r>
          </a:p>
        </p:txBody>
      </p:sp>
      <p:sp>
        <p:nvSpPr>
          <p:cNvPr id="36" name="TextBox 35">
            <a:extLst>
              <a:ext uri="{FF2B5EF4-FFF2-40B4-BE49-F238E27FC236}">
                <a16:creationId xmlns:a16="http://schemas.microsoft.com/office/drawing/2014/main" id="{54005B0B-E5FC-472B-962B-C2258039F3B2}"/>
              </a:ext>
            </a:extLst>
          </p:cNvPr>
          <p:cNvSpPr txBox="1"/>
          <p:nvPr/>
        </p:nvSpPr>
        <p:spPr>
          <a:xfrm>
            <a:off x="6817057" y="4841787"/>
            <a:ext cx="1514581" cy="276999"/>
          </a:xfrm>
          <a:prstGeom prst="rect">
            <a:avLst/>
          </a:prstGeom>
          <a:noFill/>
        </p:spPr>
        <p:txBody>
          <a:bodyPr wrap="none" lIns="0" tIns="0" rIns="0" bIns="0" rtlCol="0">
            <a:spAutoFit/>
          </a:bodyPr>
          <a:lstStyle/>
          <a:p>
            <a:pPr algn="ctr"/>
            <a:r>
              <a:rPr lang="en-US" sz="1600" b="1" dirty="0">
                <a:solidFill>
                  <a:srgbClr val="030553"/>
                </a:solidFill>
                <a:latin typeface="Segoe UI" panose="020B0502040204020203" pitchFamily="34" charset="0"/>
                <a:cs typeface="Segoe UI" panose="020B0502040204020203" pitchFamily="34" charset="0"/>
              </a:rPr>
              <a:t>Satisfied</a:t>
            </a:r>
            <a:r>
              <a:rPr lang="en-US" b="1" dirty="0">
                <a:latin typeface="Segoe UI" panose="020B0502040204020203" pitchFamily="34" charset="0"/>
                <a:cs typeface="Segoe UI" panose="020B0502040204020203" pitchFamily="34" charset="0"/>
              </a:rPr>
              <a:t> </a:t>
            </a:r>
            <a:r>
              <a:rPr lang="en-US" b="1" dirty="0">
                <a:solidFill>
                  <a:srgbClr val="030553"/>
                </a:solidFill>
                <a:latin typeface="Segoe UI" panose="020B0502040204020203" pitchFamily="34" charset="0"/>
                <a:cs typeface="Segoe UI" panose="020B0502040204020203" pitchFamily="34" charset="0"/>
              </a:rPr>
              <a:t>users</a:t>
            </a:r>
            <a:r>
              <a:rPr lang="en-US" b="1" dirty="0">
                <a:latin typeface="Segoe UI" panose="020B0502040204020203" pitchFamily="34" charset="0"/>
                <a:cs typeface="Segoe UI" panose="020B0502040204020203" pitchFamily="34" charset="0"/>
              </a:rPr>
              <a:t> </a:t>
            </a:r>
          </a:p>
        </p:txBody>
      </p:sp>
      <p:cxnSp>
        <p:nvCxnSpPr>
          <p:cNvPr id="38" name="Straight Connector 37">
            <a:extLst>
              <a:ext uri="{FF2B5EF4-FFF2-40B4-BE49-F238E27FC236}">
                <a16:creationId xmlns:a16="http://schemas.microsoft.com/office/drawing/2014/main" id="{8781AB32-AC63-443B-8ADA-AAB7C9723936}"/>
              </a:ext>
              <a:ext uri="{C183D7F6-B498-43B3-948B-1728B52AA6E4}">
                <adec:decorative xmlns:adec="http://schemas.microsoft.com/office/drawing/2017/decorative" val="1"/>
              </a:ext>
            </a:extLst>
          </p:cNvPr>
          <p:cNvCxnSpPr/>
          <p:nvPr/>
        </p:nvCxnSpPr>
        <p:spPr>
          <a:xfrm>
            <a:off x="7334945" y="5277686"/>
            <a:ext cx="478805"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37" name="Text Placeholder 2">
            <a:extLst>
              <a:ext uri="{FF2B5EF4-FFF2-40B4-BE49-F238E27FC236}">
                <a16:creationId xmlns:a16="http://schemas.microsoft.com/office/drawing/2014/main" id="{5BA86B7F-9A89-4AB5-BADE-64D7C6E5C868}"/>
              </a:ext>
            </a:extLst>
          </p:cNvPr>
          <p:cNvSpPr txBox="1">
            <a:spLocks/>
          </p:cNvSpPr>
          <p:nvPr/>
        </p:nvSpPr>
        <p:spPr>
          <a:xfrm>
            <a:off x="6247488" y="5454663"/>
            <a:ext cx="2653720" cy="1062150"/>
          </a:xfrm>
          <a:prstGeom prst="rect">
            <a:avLst/>
          </a:prstGeom>
        </p:spPr>
        <p:txBody>
          <a:bodyPr vert="horz" wrap="square" lIns="0" tIns="0" rIns="0" bIns="0" rtlCol="0">
            <a:sp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US" sz="1400" dirty="0">
                <a:solidFill>
                  <a:srgbClr val="030553"/>
                </a:solidFill>
                <a:latin typeface="Segoe UI" panose="020B0502040204020203" pitchFamily="34" charset="0"/>
                <a:cs typeface="Segoe UI" panose="020B0502040204020203" pitchFamily="34" charset="0"/>
              </a:rPr>
              <a:t>Out</a:t>
            </a:r>
            <a:r>
              <a:rPr lang="en-US" sz="1600" dirty="0">
                <a:solidFill>
                  <a:srgbClr val="030553"/>
                </a:solidFill>
                <a:latin typeface="Segoe UI" panose="020B0502040204020203" pitchFamily="34" charset="0"/>
                <a:cs typeface="Segoe UI" panose="020B0502040204020203" pitchFamily="34" charset="0"/>
              </a:rPr>
              <a:t> of </a:t>
            </a:r>
            <a:r>
              <a:rPr lang="en-US" sz="1400" dirty="0">
                <a:solidFill>
                  <a:srgbClr val="030553"/>
                </a:solidFill>
                <a:latin typeface="Segoe UI" panose="020B0502040204020203" pitchFamily="34" charset="0"/>
                <a:cs typeface="Segoe UI" panose="020B0502040204020203" pitchFamily="34" charset="0"/>
              </a:rPr>
              <a:t>28027</a:t>
            </a:r>
            <a:r>
              <a:rPr lang="en-US" sz="1600" dirty="0">
                <a:solidFill>
                  <a:srgbClr val="030553"/>
                </a:solidFill>
                <a:latin typeface="Segoe UI" panose="020B0502040204020203" pitchFamily="34" charset="0"/>
                <a:cs typeface="Segoe UI" panose="020B0502040204020203" pitchFamily="34" charset="0"/>
              </a:rPr>
              <a:t> </a:t>
            </a:r>
            <a:r>
              <a:rPr lang="en-US" sz="1400" dirty="0">
                <a:solidFill>
                  <a:srgbClr val="030553"/>
                </a:solidFill>
                <a:latin typeface="Segoe UI" panose="020B0502040204020203" pitchFamily="34" charset="0"/>
                <a:cs typeface="Segoe UI" panose="020B0502040204020203" pitchFamily="34" charset="0"/>
              </a:rPr>
              <a:t>users</a:t>
            </a:r>
            <a:r>
              <a:rPr lang="en-US" sz="1600" dirty="0">
                <a:solidFill>
                  <a:srgbClr val="030553"/>
                </a:solidFill>
                <a:latin typeface="Segoe UI" panose="020B0502040204020203" pitchFamily="34" charset="0"/>
                <a:cs typeface="Segoe UI" panose="020B0502040204020203" pitchFamily="34" charset="0"/>
              </a:rPr>
              <a:t> </a:t>
            </a:r>
            <a:r>
              <a:rPr lang="en-US" sz="1400" dirty="0">
                <a:solidFill>
                  <a:srgbClr val="030553"/>
                </a:solidFill>
                <a:latin typeface="Segoe UI" panose="020B0502040204020203" pitchFamily="34" charset="0"/>
                <a:cs typeface="Segoe UI" panose="020B0502040204020203" pitchFamily="34" charset="0"/>
              </a:rPr>
              <a:t>only</a:t>
            </a:r>
            <a:r>
              <a:rPr lang="en-US" sz="1600" dirty="0">
                <a:solidFill>
                  <a:srgbClr val="030553"/>
                </a:solidFill>
                <a:latin typeface="Segoe UI" panose="020B0502040204020203" pitchFamily="34" charset="0"/>
                <a:cs typeface="Segoe UI" panose="020B0502040204020203" pitchFamily="34" charset="0"/>
              </a:rPr>
              <a:t> 7704 users gave rating of </a:t>
            </a:r>
            <a:r>
              <a:rPr lang="en-US" sz="1400" dirty="0">
                <a:solidFill>
                  <a:srgbClr val="030553"/>
                </a:solidFill>
                <a:latin typeface="Segoe UI" panose="020B0502040204020203" pitchFamily="34" charset="0"/>
                <a:cs typeface="Segoe UI" panose="020B0502040204020203" pitchFamily="34" charset="0"/>
              </a:rPr>
              <a:t>6,7,8</a:t>
            </a:r>
            <a:r>
              <a:rPr lang="en-US" sz="1600" dirty="0">
                <a:solidFill>
                  <a:srgbClr val="030553"/>
                </a:solidFill>
                <a:latin typeface="Segoe UI" panose="020B0502040204020203" pitchFamily="34" charset="0"/>
                <a:cs typeface="Segoe UI" panose="020B0502040204020203" pitchFamily="34" charset="0"/>
              </a:rPr>
              <a:t>(satisfactory score).</a:t>
            </a:r>
          </a:p>
        </p:txBody>
      </p:sp>
      <p:sp>
        <p:nvSpPr>
          <p:cNvPr id="48" name="TextBox 47">
            <a:extLst>
              <a:ext uri="{FF2B5EF4-FFF2-40B4-BE49-F238E27FC236}">
                <a16:creationId xmlns:a16="http://schemas.microsoft.com/office/drawing/2014/main" id="{F7B6FBDF-4663-4A5D-A2B3-B90DCEBBA233}"/>
              </a:ext>
            </a:extLst>
          </p:cNvPr>
          <p:cNvSpPr txBox="1"/>
          <p:nvPr/>
        </p:nvSpPr>
        <p:spPr>
          <a:xfrm>
            <a:off x="9925858" y="4841787"/>
            <a:ext cx="1323696" cy="276999"/>
          </a:xfrm>
          <a:prstGeom prst="rect">
            <a:avLst/>
          </a:prstGeom>
          <a:noFill/>
        </p:spPr>
        <p:txBody>
          <a:bodyPr wrap="none" lIns="0" tIns="0" rIns="0" bIns="0" rtlCol="0">
            <a:spAutoFit/>
          </a:bodyPr>
          <a:lstStyle/>
          <a:p>
            <a:pPr algn="ctr"/>
            <a:r>
              <a:rPr lang="en-US" sz="1600" b="1" dirty="0">
                <a:solidFill>
                  <a:srgbClr val="030553"/>
                </a:solidFill>
                <a:latin typeface="Segoe UI" panose="020B0502040204020203" pitchFamily="34" charset="0"/>
                <a:cs typeface="Segoe UI" panose="020B0502040204020203" pitchFamily="34" charset="0"/>
              </a:rPr>
              <a:t>Chat</a:t>
            </a:r>
            <a:r>
              <a:rPr lang="en-US" b="1" dirty="0">
                <a:solidFill>
                  <a:srgbClr val="030553"/>
                </a:solidFill>
                <a:latin typeface="Segoe UI" panose="020B0502040204020203" pitchFamily="34" charset="0"/>
                <a:cs typeface="Segoe UI" panose="020B0502040204020203" pitchFamily="34" charset="0"/>
              </a:rPr>
              <a:t> service </a:t>
            </a:r>
          </a:p>
        </p:txBody>
      </p:sp>
      <p:cxnSp>
        <p:nvCxnSpPr>
          <p:cNvPr id="50" name="Straight Connector 49">
            <a:extLst>
              <a:ext uri="{FF2B5EF4-FFF2-40B4-BE49-F238E27FC236}">
                <a16:creationId xmlns:a16="http://schemas.microsoft.com/office/drawing/2014/main" id="{28F561C8-B2FA-4D2D-9122-39870DF5465F}"/>
              </a:ext>
              <a:ext uri="{C183D7F6-B498-43B3-948B-1728B52AA6E4}">
                <adec:decorative xmlns:adec="http://schemas.microsoft.com/office/drawing/2017/decorative" val="1"/>
              </a:ext>
            </a:extLst>
          </p:cNvPr>
          <p:cNvCxnSpPr/>
          <p:nvPr/>
        </p:nvCxnSpPr>
        <p:spPr>
          <a:xfrm>
            <a:off x="10348300" y="5277686"/>
            <a:ext cx="478805"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49" name="Text Placeholder 2">
            <a:extLst>
              <a:ext uri="{FF2B5EF4-FFF2-40B4-BE49-F238E27FC236}">
                <a16:creationId xmlns:a16="http://schemas.microsoft.com/office/drawing/2014/main" id="{EB976B3E-89DE-4833-94D4-23A4F14582CA}"/>
              </a:ext>
            </a:extLst>
          </p:cNvPr>
          <p:cNvSpPr txBox="1">
            <a:spLocks/>
          </p:cNvSpPr>
          <p:nvPr/>
        </p:nvSpPr>
        <p:spPr>
          <a:xfrm>
            <a:off x="9260843" y="5454663"/>
            <a:ext cx="2653720" cy="692818"/>
          </a:xfrm>
          <a:prstGeom prst="rect">
            <a:avLst/>
          </a:prstGeom>
        </p:spPr>
        <p:txBody>
          <a:bodyPr vert="horz" wrap="square" lIns="0" tIns="0" rIns="0" bIns="0" rtlCol="0">
            <a:sp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US" sz="1600" dirty="0">
                <a:solidFill>
                  <a:srgbClr val="030553"/>
                </a:solidFill>
                <a:latin typeface="Segoe UI" panose="020B0502040204020203" pitchFamily="34" charset="0"/>
                <a:cs typeface="Segoe UI" panose="020B0502040204020203" pitchFamily="34" charset="0"/>
              </a:rPr>
              <a:t>Out of </a:t>
            </a:r>
            <a:r>
              <a:rPr lang="en-US" sz="1400" dirty="0">
                <a:solidFill>
                  <a:srgbClr val="030553"/>
                </a:solidFill>
                <a:latin typeface="Segoe UI" panose="020B0502040204020203" pitchFamily="34" charset="0"/>
                <a:cs typeface="Segoe UI" panose="020B0502040204020203" pitchFamily="34" charset="0"/>
              </a:rPr>
              <a:t>28027</a:t>
            </a:r>
            <a:r>
              <a:rPr lang="en-US" sz="1600" dirty="0">
                <a:solidFill>
                  <a:srgbClr val="030553"/>
                </a:solidFill>
                <a:latin typeface="Segoe UI" panose="020B0502040204020203" pitchFamily="34" charset="0"/>
                <a:cs typeface="Segoe UI" panose="020B0502040204020203" pitchFamily="34" charset="0"/>
              </a:rPr>
              <a:t> users 19514 users </a:t>
            </a:r>
            <a:r>
              <a:rPr lang="en-US" sz="1400" dirty="0">
                <a:solidFill>
                  <a:srgbClr val="030553"/>
                </a:solidFill>
                <a:latin typeface="Segoe UI" panose="020B0502040204020203" pitchFamily="34" charset="0"/>
                <a:cs typeface="Segoe UI" panose="020B0502040204020203" pitchFamily="34" charset="0"/>
              </a:rPr>
              <a:t>use</a:t>
            </a:r>
            <a:r>
              <a:rPr lang="en-US" sz="1600" dirty="0">
                <a:solidFill>
                  <a:srgbClr val="030553"/>
                </a:solidFill>
                <a:latin typeface="Segoe UI" panose="020B0502040204020203" pitchFamily="34" charset="0"/>
                <a:cs typeface="Segoe UI" panose="020B0502040204020203" pitchFamily="34" charset="0"/>
              </a:rPr>
              <a:t> chat service.</a:t>
            </a:r>
          </a:p>
        </p:txBody>
      </p:sp>
    </p:spTree>
    <p:extLst>
      <p:ext uri="{BB962C8B-B14F-4D97-AF65-F5344CB8AC3E}">
        <p14:creationId xmlns:p14="http://schemas.microsoft.com/office/powerpoint/2010/main" val="2163769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itle 52" hidden="1">
            <a:extLst>
              <a:ext uri="{FF2B5EF4-FFF2-40B4-BE49-F238E27FC236}">
                <a16:creationId xmlns:a16="http://schemas.microsoft.com/office/drawing/2014/main" id="{6BCAF586-A14B-4A3B-A249-655ADDBB3A4C}"/>
              </a:ext>
            </a:extLst>
          </p:cNvPr>
          <p:cNvSpPr>
            <a:spLocks noGrp="1"/>
          </p:cNvSpPr>
          <p:nvPr>
            <p:ph type="title"/>
          </p:nvPr>
        </p:nvSpPr>
        <p:spPr/>
        <p:txBody>
          <a:bodyPr/>
          <a:lstStyle/>
          <a:p>
            <a:r>
              <a:rPr lang="en-US" dirty="0"/>
              <a:t>Human resources slide 8</a:t>
            </a:r>
          </a:p>
        </p:txBody>
      </p:sp>
      <p:sp>
        <p:nvSpPr>
          <p:cNvPr id="3" name="TextBox 2">
            <a:extLst>
              <a:ext uri="{FF2B5EF4-FFF2-40B4-BE49-F238E27FC236}">
                <a16:creationId xmlns:a16="http://schemas.microsoft.com/office/drawing/2014/main" id="{CE6AF7FE-5978-4B5F-90E1-044AC25EC230}"/>
              </a:ext>
            </a:extLst>
          </p:cNvPr>
          <p:cNvSpPr txBox="1"/>
          <p:nvPr/>
        </p:nvSpPr>
        <p:spPr>
          <a:xfrm>
            <a:off x="396581" y="100496"/>
            <a:ext cx="5369219" cy="405205"/>
          </a:xfrm>
          <a:prstGeom prst="rect">
            <a:avLst/>
          </a:prstGeom>
          <a:noFill/>
        </p:spPr>
        <p:txBody>
          <a:bodyPr wrap="square" lIns="0" tIns="0" rIns="0" bIns="0" rtlCol="0">
            <a:noAutofit/>
          </a:bodyPr>
          <a:lstStyle>
            <a:defPPr>
              <a:defRPr lang="en-US"/>
            </a:defPPr>
            <a:lvl1pPr>
              <a:lnSpc>
                <a:spcPts val="4000"/>
              </a:lnSpc>
              <a:defRPr sz="3600" b="1">
                <a:solidFill>
                  <a:srgbClr val="002060"/>
                </a:solidFill>
                <a:latin typeface="Segoe UI" panose="020B0502040204020203" pitchFamily="34" charset="0"/>
                <a:cs typeface="Segoe UI" panose="020B0502040204020203" pitchFamily="34" charset="0"/>
              </a:defRPr>
            </a:lvl1pPr>
          </a:lstStyle>
          <a:p>
            <a:r>
              <a:rPr lang="en-US" sz="3200" dirty="0"/>
              <a:t>DASHBOARD</a:t>
            </a:r>
          </a:p>
        </p:txBody>
      </p:sp>
      <p:sp>
        <p:nvSpPr>
          <p:cNvPr id="5" name="TextBox 4">
            <a:extLst>
              <a:ext uri="{FF2B5EF4-FFF2-40B4-BE49-F238E27FC236}">
                <a16:creationId xmlns:a16="http://schemas.microsoft.com/office/drawing/2014/main" id="{11FEAF3D-6FC9-46CB-B4A4-9B8CA760AE20}"/>
              </a:ext>
            </a:extLst>
          </p:cNvPr>
          <p:cNvSpPr txBox="1"/>
          <p:nvPr/>
        </p:nvSpPr>
        <p:spPr>
          <a:xfrm>
            <a:off x="726781" y="2274346"/>
            <a:ext cx="5369219" cy="246221"/>
          </a:xfrm>
          <a:prstGeom prst="rect">
            <a:avLst/>
          </a:prstGeom>
        </p:spPr>
        <p:txBody>
          <a:bodyPr wrap="square" lIns="0" tIns="0" rIns="0" bIns="0">
            <a:spAutoFit/>
          </a:bodyPr>
          <a:lstStyle>
            <a:defPPr>
              <a:defRPr lang="en-US"/>
            </a:defPPr>
            <a:lvl1pPr>
              <a:defRPr sz="1600" i="1">
                <a:solidFill>
                  <a:srgbClr val="002060"/>
                </a:solidFill>
                <a:latin typeface="+mj-lt"/>
                <a:cs typeface="Segoe UI" panose="020B0502040204020203" pitchFamily="34" charset="0"/>
              </a:defRPr>
            </a:lvl1pPr>
          </a:lstStyle>
          <a:p>
            <a:r>
              <a:rPr lang="en-US" i="0" dirty="0"/>
              <a:t>. </a:t>
            </a:r>
            <a:endParaRPr lang="en-US" dirty="0"/>
          </a:p>
        </p:txBody>
      </p:sp>
      <p:pic>
        <p:nvPicPr>
          <p:cNvPr id="4" name="Picture 3" descr="A close-up of a graph&#10;&#10;AI-generated content may be incorrect.">
            <a:extLst>
              <a:ext uri="{FF2B5EF4-FFF2-40B4-BE49-F238E27FC236}">
                <a16:creationId xmlns:a16="http://schemas.microsoft.com/office/drawing/2014/main" id="{1E8799C7-60BF-18C0-F9D1-DC696C986377}"/>
              </a:ext>
            </a:extLst>
          </p:cNvPr>
          <p:cNvPicPr>
            <a:picLocks noChangeAspect="1"/>
          </p:cNvPicPr>
          <p:nvPr/>
        </p:nvPicPr>
        <p:blipFill>
          <a:blip r:embed="rId3"/>
          <a:stretch>
            <a:fillRect/>
          </a:stretch>
        </p:blipFill>
        <p:spPr>
          <a:xfrm>
            <a:off x="0" y="967562"/>
            <a:ext cx="12014791" cy="5789941"/>
          </a:xfrm>
          <a:prstGeom prst="rect">
            <a:avLst/>
          </a:prstGeom>
        </p:spPr>
      </p:pic>
    </p:spTree>
    <p:extLst>
      <p:ext uri="{BB962C8B-B14F-4D97-AF65-F5344CB8AC3E}">
        <p14:creationId xmlns:p14="http://schemas.microsoft.com/office/powerpoint/2010/main" val="2225384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45654-EE67-D115-ABE6-1E3B791EB4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C9D3DAA-FA1B-75DD-8D93-8CABA3780D20}"/>
              </a:ext>
            </a:extLst>
          </p:cNvPr>
          <p:cNvSpPr txBox="1"/>
          <p:nvPr/>
        </p:nvSpPr>
        <p:spPr>
          <a:xfrm>
            <a:off x="304800" y="766831"/>
            <a:ext cx="11887200" cy="5509200"/>
          </a:xfrm>
          <a:prstGeom prst="rect">
            <a:avLst/>
          </a:prstGeom>
          <a:noFill/>
        </p:spPr>
        <p:txBody>
          <a:bodyPr wrap="square">
            <a:spAutoFit/>
          </a:bodyPr>
          <a:lstStyle/>
          <a:p>
            <a:endParaRPr lang="en-IN" sz="1600" b="1" dirty="0">
              <a:solidFill>
                <a:srgbClr val="030553"/>
              </a:solidFill>
              <a:latin typeface="Segoe UI" panose="020B0502040204020203" pitchFamily="34" charset="0"/>
              <a:cs typeface="Segoe UI" panose="020B0502040204020203" pitchFamily="34" charset="0"/>
            </a:endParaRPr>
          </a:p>
          <a:p>
            <a:r>
              <a:rPr lang="en-US" sz="1600" b="1" i="0" u="none" strike="noStrike" baseline="0" dirty="0">
                <a:solidFill>
                  <a:srgbClr val="030553"/>
                </a:solidFill>
                <a:latin typeface="Segoe UI" panose="020B0502040204020203" pitchFamily="34" charset="0"/>
                <a:cs typeface="Segoe UI" panose="020B0502040204020203" pitchFamily="34" charset="0"/>
              </a:rPr>
              <a:t>AFTER ANALYZING ALL THESE INSIGHTS I RECOMMENDE THE COMPANY TO INVEST 1 CRORE IN THREE PHASES- </a:t>
            </a:r>
          </a:p>
          <a:p>
            <a:endParaRPr lang="en-US" sz="1600" b="0" i="0" u="none" strike="noStrike" baseline="0" dirty="0">
              <a:solidFill>
                <a:srgbClr val="030553"/>
              </a:solidFill>
              <a:latin typeface="Segoe UI" panose="020B0502040204020203" pitchFamily="34" charset="0"/>
              <a:cs typeface="Segoe UI" panose="020B0502040204020203" pitchFamily="34" charset="0"/>
            </a:endParaRPr>
          </a:p>
          <a:p>
            <a:r>
              <a:rPr lang="en-US" sz="1600" b="1" i="0" u="sng" strike="noStrike" baseline="0" dirty="0">
                <a:solidFill>
                  <a:srgbClr val="030553"/>
                </a:solidFill>
                <a:latin typeface="Segoe UI" panose="020B0502040204020203" pitchFamily="34" charset="0"/>
                <a:cs typeface="Segoe UI" panose="020B0502040204020203" pitchFamily="34" charset="0"/>
              </a:rPr>
              <a:t>PHASE 1 – </a:t>
            </a:r>
            <a:r>
              <a:rPr lang="en-US" sz="1600" b="1" i="0" u="none" strike="noStrike" baseline="0" dirty="0">
                <a:solidFill>
                  <a:srgbClr val="030553"/>
                </a:solidFill>
                <a:latin typeface="Segoe UI" panose="020B0502040204020203" pitchFamily="34" charset="0"/>
                <a:cs typeface="Segoe UI" panose="020B0502040204020203" pitchFamily="34" charset="0"/>
              </a:rPr>
              <a:t>10 Lakhs for Training Programs. </a:t>
            </a:r>
            <a:endParaRPr lang="en-US" sz="1600" b="0" i="0" u="none" strike="noStrike" baseline="0" dirty="0">
              <a:solidFill>
                <a:srgbClr val="030553"/>
              </a:solidFill>
              <a:latin typeface="Segoe UI" panose="020B0502040204020203" pitchFamily="34" charset="0"/>
              <a:cs typeface="Segoe UI" panose="020B0502040204020203" pitchFamily="34" charset="0"/>
            </a:endParaRPr>
          </a:p>
          <a:p>
            <a:r>
              <a:rPr lang="en-US" sz="1600" dirty="0">
                <a:solidFill>
                  <a:srgbClr val="030553"/>
                </a:solidFill>
                <a:latin typeface="Segoe UI" panose="020B0502040204020203" pitchFamily="34" charset="0"/>
                <a:cs typeface="Segoe UI" panose="020B0502040204020203" pitchFamily="34" charset="0"/>
              </a:rPr>
              <a:t>1) Training about new technologies. </a:t>
            </a:r>
          </a:p>
          <a:p>
            <a:r>
              <a:rPr lang="en-IN" sz="1600" dirty="0">
                <a:solidFill>
                  <a:srgbClr val="030553"/>
                </a:solidFill>
                <a:latin typeface="Segoe UI" panose="020B0502040204020203" pitchFamily="34" charset="0"/>
                <a:cs typeface="Segoe UI" panose="020B0502040204020203" pitchFamily="34" charset="0"/>
              </a:rPr>
              <a:t>2) Call Handling Techniques: </a:t>
            </a:r>
          </a:p>
          <a:p>
            <a:r>
              <a:rPr lang="en-IN" sz="1600" dirty="0">
                <a:solidFill>
                  <a:srgbClr val="030553"/>
                </a:solidFill>
                <a:latin typeface="Segoe UI" panose="020B0502040204020203" pitchFamily="34" charset="0"/>
                <a:cs typeface="Segoe UI" panose="020B0502040204020203" pitchFamily="34" charset="0"/>
              </a:rPr>
              <a:t>3) Cross-Selling.</a:t>
            </a:r>
          </a:p>
          <a:p>
            <a:endParaRPr lang="en-IN" sz="1600" b="0" i="0" u="none" strike="noStrike" baseline="0" dirty="0">
              <a:solidFill>
                <a:srgbClr val="030553"/>
              </a:solidFill>
              <a:latin typeface="Segoe UI" panose="020B0502040204020203" pitchFamily="34" charset="0"/>
              <a:cs typeface="Segoe UI" panose="020B0502040204020203" pitchFamily="34" charset="0"/>
            </a:endParaRPr>
          </a:p>
          <a:p>
            <a:r>
              <a:rPr lang="en-US" sz="1600" b="1" i="0" u="sng" strike="noStrike" baseline="0" dirty="0">
                <a:solidFill>
                  <a:srgbClr val="030553"/>
                </a:solidFill>
                <a:latin typeface="Segoe UI" panose="020B0502040204020203" pitchFamily="34" charset="0"/>
                <a:cs typeface="Segoe UI" panose="020B0502040204020203" pitchFamily="34" charset="0"/>
              </a:rPr>
              <a:t>PHASE 2 – </a:t>
            </a:r>
            <a:r>
              <a:rPr lang="en-US" sz="1600" b="1" i="0" u="none" strike="noStrike" baseline="0" dirty="0">
                <a:solidFill>
                  <a:srgbClr val="030553"/>
                </a:solidFill>
                <a:latin typeface="Segoe UI" panose="020B0502040204020203" pitchFamily="34" charset="0"/>
                <a:cs typeface="Segoe UI" panose="020B0502040204020203" pitchFamily="34" charset="0"/>
              </a:rPr>
              <a:t>40 Lakhs for Technology Upgrades. </a:t>
            </a:r>
            <a:endParaRPr lang="en-US" sz="1600" b="0" i="0" u="none" strike="noStrike" baseline="0" dirty="0">
              <a:solidFill>
                <a:srgbClr val="030553"/>
              </a:solidFill>
              <a:latin typeface="Segoe UI" panose="020B0502040204020203" pitchFamily="34" charset="0"/>
              <a:cs typeface="Segoe UI" panose="020B0502040204020203" pitchFamily="34" charset="0"/>
            </a:endParaRPr>
          </a:p>
          <a:p>
            <a:r>
              <a:rPr lang="en-US" sz="1600" b="0" i="0" u="none" strike="noStrike" baseline="0" dirty="0">
                <a:solidFill>
                  <a:srgbClr val="030553"/>
                </a:solidFill>
                <a:latin typeface="Segoe UI" panose="020B0502040204020203" pitchFamily="34" charset="0"/>
                <a:cs typeface="Segoe UI" panose="020B0502040204020203" pitchFamily="34" charset="0"/>
              </a:rPr>
              <a:t>1) As </a:t>
            </a:r>
            <a:r>
              <a:rPr lang="en-US" sz="1600" b="0" i="0" u="none" strike="noStrike" baseline="0" dirty="0" err="1">
                <a:solidFill>
                  <a:srgbClr val="030553"/>
                </a:solidFill>
                <a:latin typeface="Segoe UI" panose="020B0502040204020203" pitchFamily="34" charset="0"/>
                <a:cs typeface="Segoe UI" panose="020B0502040204020203" pitchFamily="34" charset="0"/>
              </a:rPr>
              <a:t>Exotel</a:t>
            </a:r>
            <a:r>
              <a:rPr lang="en-US" sz="1600" b="0" i="0" u="none" strike="noStrike" baseline="0" dirty="0">
                <a:solidFill>
                  <a:srgbClr val="030553"/>
                </a:solidFill>
                <a:latin typeface="Segoe UI" panose="020B0502040204020203" pitchFamily="34" charset="0"/>
                <a:cs typeface="Segoe UI" panose="020B0502040204020203" pitchFamily="34" charset="0"/>
              </a:rPr>
              <a:t> is the only cloud phone system with which company work, fund should be invested in building another cloud phone system to manage the burden </a:t>
            </a:r>
          </a:p>
          <a:p>
            <a:r>
              <a:rPr lang="en-US" sz="1600" b="0" i="0" u="none" strike="noStrike" baseline="0" dirty="0">
                <a:solidFill>
                  <a:srgbClr val="030553"/>
                </a:solidFill>
                <a:latin typeface="Segoe UI" panose="020B0502040204020203" pitchFamily="34" charset="0"/>
                <a:cs typeface="Segoe UI" panose="020B0502040204020203" pitchFamily="34" charset="0"/>
              </a:rPr>
              <a:t>2) Buy new high-tech equipment. </a:t>
            </a:r>
          </a:p>
          <a:p>
            <a:r>
              <a:rPr lang="en-US" sz="1600" b="0" i="0" u="none" strike="noStrike" baseline="0" dirty="0">
                <a:solidFill>
                  <a:srgbClr val="030553"/>
                </a:solidFill>
                <a:latin typeface="Segoe UI" panose="020B0502040204020203" pitchFamily="34" charset="0"/>
                <a:cs typeface="Segoe UI" panose="020B0502040204020203" pitchFamily="34" charset="0"/>
              </a:rPr>
              <a:t>3) AI chatbots, E-puja feature by video call.</a:t>
            </a:r>
          </a:p>
          <a:p>
            <a:endParaRPr lang="en-IN" sz="1600" b="0" i="0" u="none" strike="noStrike" baseline="0" dirty="0">
              <a:solidFill>
                <a:srgbClr val="030553"/>
              </a:solidFill>
              <a:latin typeface="Segoe UI" panose="020B0502040204020203" pitchFamily="34" charset="0"/>
              <a:cs typeface="Segoe UI" panose="020B0502040204020203" pitchFamily="34" charset="0"/>
            </a:endParaRPr>
          </a:p>
          <a:p>
            <a:r>
              <a:rPr lang="en-IN" sz="1600" b="1" i="0" u="sng" strike="noStrike" baseline="0" dirty="0">
                <a:solidFill>
                  <a:srgbClr val="030553"/>
                </a:solidFill>
                <a:latin typeface="Segoe UI" panose="020B0502040204020203" pitchFamily="34" charset="0"/>
                <a:cs typeface="Segoe UI" panose="020B0502040204020203" pitchFamily="34" charset="0"/>
              </a:rPr>
              <a:t>PHASE 3 – </a:t>
            </a:r>
            <a:r>
              <a:rPr lang="en-IN" sz="1600" b="1" i="0" u="none" strike="noStrike" baseline="0" dirty="0">
                <a:solidFill>
                  <a:srgbClr val="030553"/>
                </a:solidFill>
                <a:latin typeface="Segoe UI" panose="020B0502040204020203" pitchFamily="34" charset="0"/>
                <a:cs typeface="Segoe UI" panose="020B0502040204020203" pitchFamily="34" charset="0"/>
              </a:rPr>
              <a:t>50 lakhs </a:t>
            </a:r>
            <a:r>
              <a:rPr lang="en-US" sz="1600" b="1" i="0" u="none" strike="noStrike" baseline="0" dirty="0">
                <a:solidFill>
                  <a:srgbClr val="030553"/>
                </a:solidFill>
                <a:latin typeface="Segoe UI" panose="020B0502040204020203" pitchFamily="34" charset="0"/>
                <a:cs typeface="Segoe UI" panose="020B0502040204020203" pitchFamily="34" charset="0"/>
              </a:rPr>
              <a:t>E-commerce business and Mental health category. </a:t>
            </a:r>
            <a:endParaRPr lang="en-US" sz="1600" b="0" i="0" u="none" strike="noStrike" baseline="0" dirty="0">
              <a:solidFill>
                <a:srgbClr val="030553"/>
              </a:solidFill>
              <a:latin typeface="Segoe UI" panose="020B0502040204020203" pitchFamily="34" charset="0"/>
              <a:cs typeface="Segoe UI" panose="020B0502040204020203" pitchFamily="34" charset="0"/>
            </a:endParaRPr>
          </a:p>
          <a:p>
            <a:pPr marL="342900" indent="-342900" algn="just">
              <a:buAutoNum type="arabicParenR"/>
            </a:pPr>
            <a:r>
              <a:rPr lang="en-US" sz="1600" b="1" i="0" u="sng" strike="noStrike" baseline="0" dirty="0">
                <a:solidFill>
                  <a:srgbClr val="030553"/>
                </a:solidFill>
                <a:latin typeface="Segoe UI" panose="020B0502040204020203" pitchFamily="34" charset="0"/>
                <a:cs typeface="Segoe UI" panose="020B0502040204020203" pitchFamily="34" charset="0"/>
              </a:rPr>
              <a:t>Mental Health category- </a:t>
            </a:r>
            <a:r>
              <a:rPr lang="en-US" sz="1600" dirty="0">
                <a:solidFill>
                  <a:srgbClr val="030553"/>
                </a:solidFill>
                <a:latin typeface="Segoe UI" panose="020B0502040204020203" pitchFamily="34" charset="0"/>
                <a:cs typeface="Segoe UI" panose="020B0502040204020203" pitchFamily="34" charset="0"/>
              </a:rPr>
              <a:t>In today time relationship and career uncertainty is at peak. And as in India therapy is very expensive and take it as a taboo. so </a:t>
            </a:r>
            <a:r>
              <a:rPr lang="en-US" sz="1600" dirty="0" err="1">
                <a:solidFill>
                  <a:srgbClr val="030553"/>
                </a:solidFill>
                <a:latin typeface="Segoe UI" panose="020B0502040204020203" pitchFamily="34" charset="0"/>
                <a:cs typeface="Segoe UI" panose="020B0502040204020203" pitchFamily="34" charset="0"/>
              </a:rPr>
              <a:t>Astrosage</a:t>
            </a:r>
            <a:r>
              <a:rPr lang="en-US" sz="1600" dirty="0">
                <a:solidFill>
                  <a:srgbClr val="030553"/>
                </a:solidFill>
                <a:latin typeface="Segoe UI" panose="020B0502040204020203" pitchFamily="34" charset="0"/>
                <a:cs typeface="Segoe UI" panose="020B0502040204020203" pitchFamily="34" charset="0"/>
              </a:rPr>
              <a:t> can work as pseudo therapy app for them, which provide sense of certainty. </a:t>
            </a:r>
            <a:r>
              <a:rPr lang="en-US" sz="1600" b="0" i="0" u="none" strike="noStrike" baseline="0" dirty="0">
                <a:solidFill>
                  <a:srgbClr val="030553"/>
                </a:solidFill>
                <a:latin typeface="Segoe UI" panose="020B0502040204020203" pitchFamily="34" charset="0"/>
                <a:cs typeface="Segoe UI" panose="020B0502040204020203" pitchFamily="34" charset="0"/>
              </a:rPr>
              <a:t>This move can make the company stand separate among the rivals. And bring customers and revenue to the company . </a:t>
            </a:r>
          </a:p>
          <a:p>
            <a:pPr marL="342900" indent="-342900" algn="just">
              <a:buFontTx/>
              <a:buAutoNum type="arabicParenR"/>
            </a:pPr>
            <a:r>
              <a:rPr lang="en-US" sz="1600" b="1" u="sng" dirty="0">
                <a:solidFill>
                  <a:srgbClr val="030553"/>
                </a:solidFill>
                <a:latin typeface="Segoe UI" panose="020B0502040204020203" pitchFamily="34" charset="0"/>
                <a:cs typeface="Segoe UI" panose="020B0502040204020203" pitchFamily="34" charset="0"/>
              </a:rPr>
              <a:t>E-commerce - </a:t>
            </a:r>
            <a:r>
              <a:rPr lang="en-IN" sz="1600" dirty="0">
                <a:solidFill>
                  <a:srgbClr val="030553"/>
                </a:solidFill>
                <a:latin typeface="Segoe UI" panose="020B0502040204020203" pitchFamily="34" charset="0"/>
                <a:cs typeface="Segoe UI" panose="020B0502040204020203" pitchFamily="34" charset="0"/>
              </a:rPr>
              <a:t>Com</a:t>
            </a:r>
            <a:r>
              <a:rPr lang="en-IN" sz="1600" dirty="0">
                <a:solidFill>
                  <a:srgbClr val="030553"/>
                </a:solidFill>
                <a:effectLst/>
                <a:latin typeface="Segoe UI" panose="020B0502040204020203" pitchFamily="34" charset="0"/>
                <a:ea typeface="Times New Roman" panose="02020603050405020304" pitchFamily="18" charset="0"/>
                <a:cs typeface="Segoe UI" panose="020B0502040204020203" pitchFamily="34" charset="0"/>
              </a:rPr>
              <a:t>pany can sell the Gem stones and other things related to puja. This will help the company to generate extra revenue and also to attract new customers.</a:t>
            </a:r>
            <a:endParaRPr lang="en-IN" sz="1600" dirty="0">
              <a:solidFill>
                <a:srgbClr val="030553"/>
              </a:solidFill>
              <a:effectLst/>
              <a:latin typeface="Segoe UI" panose="020B0502040204020203" pitchFamily="34" charset="0"/>
              <a:ea typeface="Calibri" panose="020F0502020204030204" pitchFamily="34" charset="0"/>
              <a:cs typeface="Segoe UI" panose="020B0502040204020203" pitchFamily="34" charset="0"/>
            </a:endParaRPr>
          </a:p>
          <a:p>
            <a:pPr algn="just"/>
            <a:endParaRPr lang="en-IN" sz="1600" b="1" u="sng" dirty="0">
              <a:solidFill>
                <a:srgbClr val="030553"/>
              </a:solidFill>
              <a:latin typeface="Segoe UI" panose="020B0502040204020203" pitchFamily="34" charset="0"/>
              <a:cs typeface="Segoe UI" panose="020B0502040204020203" pitchFamily="34" charset="0"/>
            </a:endParaRPr>
          </a:p>
          <a:p>
            <a:r>
              <a:rPr lang="en-IN" sz="1600" b="1" dirty="0">
                <a:solidFill>
                  <a:srgbClr val="030553"/>
                </a:solidFill>
                <a:latin typeface="Segoe UI" panose="020B0502040204020203" pitchFamily="34" charset="0"/>
                <a:cs typeface="Segoe UI" panose="020B0502040204020203" pitchFamily="34" charset="0"/>
              </a:rPr>
              <a:t>These steps will enhance customer satisfaction, optimize operations, and increase profitability for </a:t>
            </a:r>
            <a:r>
              <a:rPr lang="en-IN" sz="1600" b="1" dirty="0" err="1">
                <a:solidFill>
                  <a:srgbClr val="030553"/>
                </a:solidFill>
                <a:latin typeface="Segoe UI" panose="020B0502040204020203" pitchFamily="34" charset="0"/>
                <a:cs typeface="Segoe UI" panose="020B0502040204020203" pitchFamily="34" charset="0"/>
              </a:rPr>
              <a:t>AstroSage</a:t>
            </a:r>
            <a:r>
              <a:rPr lang="en-IN" sz="1600" b="1" dirty="0">
                <a:solidFill>
                  <a:srgbClr val="030553"/>
                </a:solidFill>
                <a:latin typeface="Segoe UI" panose="020B0502040204020203" pitchFamily="34" charset="0"/>
                <a:cs typeface="Segoe UI" panose="020B0502040204020203" pitchFamily="34" charset="0"/>
              </a:rPr>
              <a:t>.</a:t>
            </a:r>
          </a:p>
        </p:txBody>
      </p:sp>
      <p:sp>
        <p:nvSpPr>
          <p:cNvPr id="4" name="TextBox 3">
            <a:extLst>
              <a:ext uri="{FF2B5EF4-FFF2-40B4-BE49-F238E27FC236}">
                <a16:creationId xmlns:a16="http://schemas.microsoft.com/office/drawing/2014/main" id="{11DE8EFB-BED6-26CF-0066-109A5F80CCA3}"/>
              </a:ext>
            </a:extLst>
          </p:cNvPr>
          <p:cNvSpPr txBox="1"/>
          <p:nvPr/>
        </p:nvSpPr>
        <p:spPr>
          <a:xfrm>
            <a:off x="3623731" y="121418"/>
            <a:ext cx="4521201" cy="569964"/>
          </a:xfrm>
          <a:prstGeom prst="rect">
            <a:avLst/>
          </a:prstGeom>
          <a:noFill/>
        </p:spPr>
        <p:txBody>
          <a:bodyPr wrap="square">
            <a:spAutoFit/>
          </a:bodyPr>
          <a:lstStyle/>
          <a:p>
            <a:pPr>
              <a:lnSpc>
                <a:spcPts val="4000"/>
              </a:lnSpc>
            </a:pPr>
            <a:r>
              <a:rPr lang="en-US" sz="3200" b="1" dirty="0">
                <a:solidFill>
                  <a:srgbClr val="002060"/>
                </a:solidFill>
                <a:latin typeface="Segoe UI" panose="020B0502040204020203" pitchFamily="34" charset="0"/>
                <a:cs typeface="Segoe UI" panose="020B0502040204020203" pitchFamily="34" charset="0"/>
              </a:rPr>
              <a:t>RECOMMENDATIONS</a:t>
            </a:r>
          </a:p>
        </p:txBody>
      </p:sp>
    </p:spTree>
    <p:extLst>
      <p:ext uri="{BB962C8B-B14F-4D97-AF65-F5344CB8AC3E}">
        <p14:creationId xmlns:p14="http://schemas.microsoft.com/office/powerpoint/2010/main" val="2826350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itle 97" hidden="1">
            <a:extLst>
              <a:ext uri="{FF2B5EF4-FFF2-40B4-BE49-F238E27FC236}">
                <a16:creationId xmlns:a16="http://schemas.microsoft.com/office/drawing/2014/main" id="{D69146DD-53CC-4FD6-9456-3F49560FC114}"/>
              </a:ext>
            </a:extLst>
          </p:cNvPr>
          <p:cNvSpPr>
            <a:spLocks noGrp="1"/>
          </p:cNvSpPr>
          <p:nvPr>
            <p:ph type="title"/>
          </p:nvPr>
        </p:nvSpPr>
        <p:spPr/>
        <p:txBody>
          <a:bodyPr/>
          <a:lstStyle/>
          <a:p>
            <a:r>
              <a:rPr lang="en-US" dirty="0"/>
              <a:t>Human resources slide 9</a:t>
            </a:r>
          </a:p>
        </p:txBody>
      </p:sp>
      <p:sp>
        <p:nvSpPr>
          <p:cNvPr id="67" name="TextBox 66">
            <a:extLst>
              <a:ext uri="{FF2B5EF4-FFF2-40B4-BE49-F238E27FC236}">
                <a16:creationId xmlns:a16="http://schemas.microsoft.com/office/drawing/2014/main" id="{EFA5AF66-F428-4EBE-A3A8-9F827101F023}"/>
              </a:ext>
            </a:extLst>
          </p:cNvPr>
          <p:cNvSpPr txBox="1"/>
          <p:nvPr/>
        </p:nvSpPr>
        <p:spPr>
          <a:xfrm>
            <a:off x="754413" y="290970"/>
            <a:ext cx="3324821" cy="512961"/>
          </a:xfrm>
          <a:prstGeom prst="rect">
            <a:avLst/>
          </a:prstGeom>
          <a:noFill/>
        </p:spPr>
        <p:txBody>
          <a:bodyPr wrap="square" lIns="0" tIns="0" rIns="0" bIns="0" rtlCol="0">
            <a:noAutofit/>
          </a:bodyPr>
          <a:lstStyle>
            <a:defPPr>
              <a:defRPr lang="en-US"/>
            </a:defPPr>
            <a:lvl1pPr>
              <a:lnSpc>
                <a:spcPts val="4000"/>
              </a:lnSpc>
              <a:defRPr sz="3600" b="1">
                <a:solidFill>
                  <a:srgbClr val="002060"/>
                </a:solidFill>
                <a:latin typeface="Segoe UI" panose="020B0502040204020203" pitchFamily="34" charset="0"/>
                <a:cs typeface="Segoe UI" panose="020B0502040204020203" pitchFamily="34" charset="0"/>
              </a:defRPr>
            </a:lvl1pPr>
          </a:lstStyle>
          <a:p>
            <a:r>
              <a:rPr lang="en-US" sz="2400" dirty="0"/>
              <a:t> </a:t>
            </a:r>
          </a:p>
        </p:txBody>
      </p:sp>
      <p:grpSp>
        <p:nvGrpSpPr>
          <p:cNvPr id="2" name="Group 1">
            <a:extLst>
              <a:ext uri="{FF2B5EF4-FFF2-40B4-BE49-F238E27FC236}">
                <a16:creationId xmlns:a16="http://schemas.microsoft.com/office/drawing/2014/main" id="{BA9C83A5-8679-49CE-AE7A-38DF4C577A2B}"/>
              </a:ext>
              <a:ext uri="{C183D7F6-B498-43B3-948B-1728B52AA6E4}">
                <adec:decorative xmlns:adec="http://schemas.microsoft.com/office/drawing/2017/decorative" val="1"/>
              </a:ext>
            </a:extLst>
          </p:cNvPr>
          <p:cNvGrpSpPr/>
          <p:nvPr/>
        </p:nvGrpSpPr>
        <p:grpSpPr>
          <a:xfrm>
            <a:off x="278674" y="290970"/>
            <a:ext cx="10641876" cy="4882142"/>
            <a:chOff x="1504597" y="2399471"/>
            <a:chExt cx="6134807" cy="3202478"/>
          </a:xfrm>
          <a:solidFill>
            <a:schemeClr val="bg1">
              <a:lumMod val="85000"/>
            </a:schemeClr>
          </a:solidFill>
          <a:effectLst/>
        </p:grpSpPr>
        <p:sp>
          <p:nvSpPr>
            <p:cNvPr id="3" name="Freeform 5962">
              <a:extLst>
                <a:ext uri="{FF2B5EF4-FFF2-40B4-BE49-F238E27FC236}">
                  <a16:creationId xmlns:a16="http://schemas.microsoft.com/office/drawing/2014/main" id="{3030BE1A-7780-4EB8-A6AD-85EB5CCB2EB1}"/>
                </a:ext>
              </a:extLst>
            </p:cNvPr>
            <p:cNvSpPr>
              <a:spLocks noEditPoints="1"/>
            </p:cNvSpPr>
            <p:nvPr/>
          </p:nvSpPr>
          <p:spPr bwMode="auto">
            <a:xfrm>
              <a:off x="3063972" y="4165973"/>
              <a:ext cx="836057" cy="1435976"/>
            </a:xfrm>
            <a:custGeom>
              <a:avLst/>
              <a:gdLst>
                <a:gd name="T0" fmla="*/ 168775 w 1874"/>
                <a:gd name="T1" fmla="*/ 2086902 h 3562"/>
                <a:gd name="T2" fmla="*/ 147202 w 1874"/>
                <a:gd name="T3" fmla="*/ 1968776 h 3562"/>
                <a:gd name="T4" fmla="*/ 184003 w 1874"/>
                <a:gd name="T5" fmla="*/ 1976397 h 3562"/>
                <a:gd name="T6" fmla="*/ 161161 w 1874"/>
                <a:gd name="T7" fmla="*/ 1982748 h 3562"/>
                <a:gd name="T8" fmla="*/ 154816 w 1874"/>
                <a:gd name="T9" fmla="*/ 2042446 h 3562"/>
                <a:gd name="T10" fmla="*/ 156085 w 1874"/>
                <a:gd name="T11" fmla="*/ 1997990 h 3562"/>
                <a:gd name="T12" fmla="*/ 147202 w 1874"/>
                <a:gd name="T13" fmla="*/ 2006881 h 3562"/>
                <a:gd name="T14" fmla="*/ 184003 w 1874"/>
                <a:gd name="T15" fmla="*/ 2086902 h 3562"/>
                <a:gd name="T16" fmla="*/ 153547 w 1874"/>
                <a:gd name="T17" fmla="*/ 1999260 h 3562"/>
                <a:gd name="T18" fmla="*/ 185272 w 1874"/>
                <a:gd name="T19" fmla="*/ 1850649 h 3562"/>
                <a:gd name="T20" fmla="*/ 192886 w 1874"/>
                <a:gd name="T21" fmla="*/ 1841758 h 3562"/>
                <a:gd name="T22" fmla="*/ 166237 w 1874"/>
                <a:gd name="T23" fmla="*/ 1884944 h 3562"/>
                <a:gd name="T24" fmla="*/ 348971 w 1874"/>
                <a:gd name="T25" fmla="*/ 2235513 h 3562"/>
                <a:gd name="T26" fmla="*/ 304556 w 1874"/>
                <a:gd name="T27" fmla="*/ 2245675 h 3562"/>
                <a:gd name="T28" fmla="*/ 284252 w 1874"/>
                <a:gd name="T29" fmla="*/ 2227892 h 3562"/>
                <a:gd name="T30" fmla="*/ 323591 w 1874"/>
                <a:gd name="T31" fmla="*/ 2224082 h 3562"/>
                <a:gd name="T32" fmla="*/ 277907 w 1874"/>
                <a:gd name="T33" fmla="*/ 2230433 h 3562"/>
                <a:gd name="T34" fmla="*/ 170044 w 1874"/>
                <a:gd name="T35" fmla="*/ 2140250 h 3562"/>
                <a:gd name="T36" fmla="*/ 180196 w 1874"/>
                <a:gd name="T37" fmla="*/ 2163113 h 3562"/>
                <a:gd name="T38" fmla="*/ 157354 w 1874"/>
                <a:gd name="T39" fmla="*/ 2090713 h 3562"/>
                <a:gd name="T40" fmla="*/ 247452 w 1874"/>
                <a:gd name="T41" fmla="*/ 2198678 h 3562"/>
                <a:gd name="T42" fmla="*/ 214458 w 1874"/>
                <a:gd name="T43" fmla="*/ 2170734 h 3562"/>
                <a:gd name="T44" fmla="*/ 224610 w 1874"/>
                <a:gd name="T45" fmla="*/ 2189787 h 3562"/>
                <a:gd name="T46" fmla="*/ 300749 w 1874"/>
                <a:gd name="T47" fmla="*/ 2198678 h 3562"/>
                <a:gd name="T48" fmla="*/ 237300 w 1874"/>
                <a:gd name="T49" fmla="*/ 2207569 h 3562"/>
                <a:gd name="T50" fmla="*/ 319784 w 1874"/>
                <a:gd name="T51" fmla="*/ 2224082 h 3562"/>
                <a:gd name="T52" fmla="*/ 184003 w 1874"/>
                <a:gd name="T53" fmla="*/ 1738874 h 3562"/>
                <a:gd name="T54" fmla="*/ 166237 w 1874"/>
                <a:gd name="T55" fmla="*/ 1802383 h 3562"/>
                <a:gd name="T56" fmla="*/ 187810 w 1874"/>
                <a:gd name="T57" fmla="*/ 1807463 h 3562"/>
                <a:gd name="T58" fmla="*/ 176389 w 1874"/>
                <a:gd name="T59" fmla="*/ 1878593 h 3562"/>
                <a:gd name="T60" fmla="*/ 939048 w 1874"/>
                <a:gd name="T61" fmla="*/ 443292 h 3562"/>
                <a:gd name="T62" fmla="*/ 767735 w 1874"/>
                <a:gd name="T63" fmla="*/ 403917 h 3562"/>
                <a:gd name="T64" fmla="*/ 761390 w 1874"/>
                <a:gd name="T65" fmla="*/ 248955 h 3562"/>
                <a:gd name="T66" fmla="*/ 611650 w 1874"/>
                <a:gd name="T67" fmla="*/ 190527 h 3562"/>
                <a:gd name="T68" fmla="*/ 474600 w 1874"/>
                <a:gd name="T69" fmla="*/ 59698 h 3562"/>
                <a:gd name="T70" fmla="*/ 281714 w 1874"/>
                <a:gd name="T71" fmla="*/ 21593 h 3562"/>
                <a:gd name="T72" fmla="*/ 157354 w 1874"/>
                <a:gd name="T73" fmla="*/ 45726 h 3562"/>
                <a:gd name="T74" fmla="*/ 91367 w 1874"/>
                <a:gd name="T75" fmla="*/ 299762 h 3562"/>
                <a:gd name="T76" fmla="*/ 35532 w 1874"/>
                <a:gd name="T77" fmla="*/ 461075 h 3562"/>
                <a:gd name="T78" fmla="*/ 109133 w 1874"/>
                <a:gd name="T79" fmla="*/ 768458 h 3562"/>
                <a:gd name="T80" fmla="*/ 275370 w 1874"/>
                <a:gd name="T81" fmla="*/ 1108865 h 3562"/>
                <a:gd name="T82" fmla="*/ 252528 w 1874"/>
                <a:gd name="T83" fmla="*/ 1420059 h 3562"/>
                <a:gd name="T84" fmla="*/ 196693 w 1874"/>
                <a:gd name="T85" fmla="*/ 1667744 h 3562"/>
                <a:gd name="T86" fmla="*/ 209382 w 1874"/>
                <a:gd name="T87" fmla="*/ 1797302 h 3562"/>
                <a:gd name="T88" fmla="*/ 171313 w 1874"/>
                <a:gd name="T89" fmla="*/ 1882404 h 3562"/>
                <a:gd name="T90" fmla="*/ 170044 w 1874"/>
                <a:gd name="T91" fmla="*/ 1947183 h 3562"/>
                <a:gd name="T92" fmla="*/ 176389 w 1874"/>
                <a:gd name="T93" fmla="*/ 2011962 h 3562"/>
                <a:gd name="T94" fmla="*/ 185272 w 1874"/>
                <a:gd name="T95" fmla="*/ 2053878 h 3562"/>
                <a:gd name="T96" fmla="*/ 196693 w 1874"/>
                <a:gd name="T97" fmla="*/ 2100874 h 3562"/>
                <a:gd name="T98" fmla="*/ 194155 w 1874"/>
                <a:gd name="T99" fmla="*/ 2113576 h 3562"/>
                <a:gd name="T100" fmla="*/ 233493 w 1874"/>
                <a:gd name="T101" fmla="*/ 2131359 h 3562"/>
                <a:gd name="T102" fmla="*/ 255066 w 1874"/>
                <a:gd name="T103" fmla="*/ 2141520 h 3562"/>
                <a:gd name="T104" fmla="*/ 314708 w 1874"/>
                <a:gd name="T105" fmla="*/ 2122467 h 3562"/>
                <a:gd name="T106" fmla="*/ 348971 w 1874"/>
                <a:gd name="T107" fmla="*/ 1890025 h 3562"/>
                <a:gd name="T108" fmla="*/ 453027 w 1874"/>
                <a:gd name="T109" fmla="*/ 1764277 h 3562"/>
                <a:gd name="T110" fmla="*/ 491097 w 1874"/>
                <a:gd name="T111" fmla="*/ 1635989 h 3562"/>
                <a:gd name="T112" fmla="*/ 629416 w 1874"/>
                <a:gd name="T113" fmla="*/ 1491189 h 3562"/>
                <a:gd name="T114" fmla="*/ 865447 w 1874"/>
                <a:gd name="T115" fmla="*/ 1158402 h 3562"/>
                <a:gd name="T116" fmla="*/ 1079905 w 1874"/>
                <a:gd name="T117" fmla="*/ 900556 h 3562"/>
                <a:gd name="T118" fmla="*/ 426379 w 1874"/>
                <a:gd name="T119" fmla="*/ 2222811 h 3562"/>
                <a:gd name="T120" fmla="*/ 184003 w 1874"/>
                <a:gd name="T121" fmla="*/ 1928130 h 3562"/>
                <a:gd name="T122" fmla="*/ 159892 w 1874"/>
                <a:gd name="T123" fmla="*/ 1994179 h 3562"/>
                <a:gd name="T124" fmla="*/ 175120 w 1874"/>
                <a:gd name="T125" fmla="*/ 2027204 h 35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874"/>
                <a:gd name="T190" fmla="*/ 0 h 3562"/>
                <a:gd name="T191" fmla="*/ 1874 w 1874"/>
                <a:gd name="T192" fmla="*/ 3562 h 35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874" h="3562">
                  <a:moveTo>
                    <a:pt x="282" y="3320"/>
                  </a:moveTo>
                  <a:lnTo>
                    <a:pt x="282" y="3320"/>
                  </a:lnTo>
                  <a:lnTo>
                    <a:pt x="286" y="3322"/>
                  </a:lnTo>
                  <a:lnTo>
                    <a:pt x="286" y="3320"/>
                  </a:lnTo>
                  <a:lnTo>
                    <a:pt x="284" y="3316"/>
                  </a:lnTo>
                  <a:lnTo>
                    <a:pt x="282" y="3312"/>
                  </a:lnTo>
                  <a:lnTo>
                    <a:pt x="278" y="3308"/>
                  </a:lnTo>
                  <a:lnTo>
                    <a:pt x="274" y="3308"/>
                  </a:lnTo>
                  <a:lnTo>
                    <a:pt x="274" y="3310"/>
                  </a:lnTo>
                  <a:lnTo>
                    <a:pt x="276" y="3314"/>
                  </a:lnTo>
                  <a:lnTo>
                    <a:pt x="276" y="3316"/>
                  </a:lnTo>
                  <a:lnTo>
                    <a:pt x="282" y="3320"/>
                  </a:lnTo>
                  <a:close/>
                  <a:moveTo>
                    <a:pt x="286" y="3348"/>
                  </a:moveTo>
                  <a:lnTo>
                    <a:pt x="286" y="3348"/>
                  </a:lnTo>
                  <a:lnTo>
                    <a:pt x="288" y="3348"/>
                  </a:lnTo>
                  <a:lnTo>
                    <a:pt x="290" y="3348"/>
                  </a:lnTo>
                  <a:lnTo>
                    <a:pt x="296" y="3344"/>
                  </a:lnTo>
                  <a:lnTo>
                    <a:pt x="294" y="3340"/>
                  </a:lnTo>
                  <a:lnTo>
                    <a:pt x="286" y="3334"/>
                  </a:lnTo>
                  <a:lnTo>
                    <a:pt x="282" y="3330"/>
                  </a:lnTo>
                  <a:lnTo>
                    <a:pt x="278" y="3330"/>
                  </a:lnTo>
                  <a:lnTo>
                    <a:pt x="276" y="3332"/>
                  </a:lnTo>
                  <a:lnTo>
                    <a:pt x="278" y="3334"/>
                  </a:lnTo>
                  <a:lnTo>
                    <a:pt x="278" y="3336"/>
                  </a:lnTo>
                  <a:lnTo>
                    <a:pt x="280" y="3336"/>
                  </a:lnTo>
                  <a:lnTo>
                    <a:pt x="282" y="3336"/>
                  </a:lnTo>
                  <a:lnTo>
                    <a:pt x="284" y="3336"/>
                  </a:lnTo>
                  <a:lnTo>
                    <a:pt x="284" y="3338"/>
                  </a:lnTo>
                  <a:lnTo>
                    <a:pt x="284" y="3340"/>
                  </a:lnTo>
                  <a:lnTo>
                    <a:pt x="284" y="3342"/>
                  </a:lnTo>
                  <a:lnTo>
                    <a:pt x="286" y="3348"/>
                  </a:lnTo>
                  <a:close/>
                  <a:moveTo>
                    <a:pt x="270" y="3286"/>
                  </a:moveTo>
                  <a:lnTo>
                    <a:pt x="270" y="3286"/>
                  </a:lnTo>
                  <a:lnTo>
                    <a:pt x="270" y="3280"/>
                  </a:lnTo>
                  <a:lnTo>
                    <a:pt x="268" y="3278"/>
                  </a:lnTo>
                  <a:lnTo>
                    <a:pt x="266" y="3278"/>
                  </a:lnTo>
                  <a:lnTo>
                    <a:pt x="262" y="3278"/>
                  </a:lnTo>
                  <a:lnTo>
                    <a:pt x="260" y="3280"/>
                  </a:lnTo>
                  <a:lnTo>
                    <a:pt x="256" y="3286"/>
                  </a:lnTo>
                  <a:lnTo>
                    <a:pt x="252" y="3292"/>
                  </a:lnTo>
                  <a:lnTo>
                    <a:pt x="254" y="3292"/>
                  </a:lnTo>
                  <a:lnTo>
                    <a:pt x="258" y="3292"/>
                  </a:lnTo>
                  <a:lnTo>
                    <a:pt x="262" y="3290"/>
                  </a:lnTo>
                  <a:lnTo>
                    <a:pt x="262" y="3288"/>
                  </a:lnTo>
                  <a:lnTo>
                    <a:pt x="264" y="3286"/>
                  </a:lnTo>
                  <a:lnTo>
                    <a:pt x="266" y="3286"/>
                  </a:lnTo>
                  <a:lnTo>
                    <a:pt x="266" y="3288"/>
                  </a:lnTo>
                  <a:lnTo>
                    <a:pt x="268" y="3290"/>
                  </a:lnTo>
                  <a:lnTo>
                    <a:pt x="270" y="3288"/>
                  </a:lnTo>
                  <a:lnTo>
                    <a:pt x="270" y="3286"/>
                  </a:lnTo>
                  <a:close/>
                  <a:moveTo>
                    <a:pt x="262" y="3260"/>
                  </a:moveTo>
                  <a:lnTo>
                    <a:pt x="262" y="3260"/>
                  </a:lnTo>
                  <a:lnTo>
                    <a:pt x="256" y="3260"/>
                  </a:lnTo>
                  <a:lnTo>
                    <a:pt x="254" y="3260"/>
                  </a:lnTo>
                  <a:lnTo>
                    <a:pt x="254" y="3262"/>
                  </a:lnTo>
                  <a:lnTo>
                    <a:pt x="256" y="3264"/>
                  </a:lnTo>
                  <a:lnTo>
                    <a:pt x="258" y="3266"/>
                  </a:lnTo>
                  <a:lnTo>
                    <a:pt x="260" y="3270"/>
                  </a:lnTo>
                  <a:lnTo>
                    <a:pt x="264" y="3272"/>
                  </a:lnTo>
                  <a:lnTo>
                    <a:pt x="266" y="3270"/>
                  </a:lnTo>
                  <a:lnTo>
                    <a:pt x="268" y="3268"/>
                  </a:lnTo>
                  <a:lnTo>
                    <a:pt x="270" y="3266"/>
                  </a:lnTo>
                  <a:lnTo>
                    <a:pt x="274" y="3266"/>
                  </a:lnTo>
                  <a:lnTo>
                    <a:pt x="276" y="3266"/>
                  </a:lnTo>
                  <a:lnTo>
                    <a:pt x="276" y="3258"/>
                  </a:lnTo>
                  <a:lnTo>
                    <a:pt x="274" y="3254"/>
                  </a:lnTo>
                  <a:lnTo>
                    <a:pt x="270" y="3250"/>
                  </a:lnTo>
                  <a:lnTo>
                    <a:pt x="268" y="3250"/>
                  </a:lnTo>
                  <a:lnTo>
                    <a:pt x="266" y="3252"/>
                  </a:lnTo>
                  <a:lnTo>
                    <a:pt x="268" y="3258"/>
                  </a:lnTo>
                  <a:lnTo>
                    <a:pt x="266" y="3260"/>
                  </a:lnTo>
                  <a:lnTo>
                    <a:pt x="262" y="3260"/>
                  </a:lnTo>
                  <a:close/>
                  <a:moveTo>
                    <a:pt x="236" y="3110"/>
                  </a:moveTo>
                  <a:lnTo>
                    <a:pt x="236" y="3110"/>
                  </a:lnTo>
                  <a:lnTo>
                    <a:pt x="238" y="3110"/>
                  </a:lnTo>
                  <a:lnTo>
                    <a:pt x="240" y="3112"/>
                  </a:lnTo>
                  <a:lnTo>
                    <a:pt x="240" y="3118"/>
                  </a:lnTo>
                  <a:lnTo>
                    <a:pt x="240" y="3126"/>
                  </a:lnTo>
                  <a:lnTo>
                    <a:pt x="242" y="3128"/>
                  </a:lnTo>
                  <a:lnTo>
                    <a:pt x="244" y="3128"/>
                  </a:lnTo>
                  <a:lnTo>
                    <a:pt x="248" y="3124"/>
                  </a:lnTo>
                  <a:lnTo>
                    <a:pt x="250" y="3120"/>
                  </a:lnTo>
                  <a:lnTo>
                    <a:pt x="244" y="3108"/>
                  </a:lnTo>
                  <a:lnTo>
                    <a:pt x="240" y="3102"/>
                  </a:lnTo>
                  <a:lnTo>
                    <a:pt x="240" y="3096"/>
                  </a:lnTo>
                  <a:lnTo>
                    <a:pt x="238" y="3090"/>
                  </a:lnTo>
                  <a:lnTo>
                    <a:pt x="236" y="3088"/>
                  </a:lnTo>
                  <a:lnTo>
                    <a:pt x="232" y="3090"/>
                  </a:lnTo>
                  <a:lnTo>
                    <a:pt x="230" y="3094"/>
                  </a:lnTo>
                  <a:lnTo>
                    <a:pt x="230" y="3098"/>
                  </a:lnTo>
                  <a:lnTo>
                    <a:pt x="232" y="3100"/>
                  </a:lnTo>
                  <a:lnTo>
                    <a:pt x="232" y="3104"/>
                  </a:lnTo>
                  <a:lnTo>
                    <a:pt x="230" y="3108"/>
                  </a:lnTo>
                  <a:lnTo>
                    <a:pt x="230" y="3110"/>
                  </a:lnTo>
                  <a:lnTo>
                    <a:pt x="232" y="3110"/>
                  </a:lnTo>
                  <a:lnTo>
                    <a:pt x="236" y="3110"/>
                  </a:lnTo>
                  <a:close/>
                  <a:moveTo>
                    <a:pt x="284" y="3278"/>
                  </a:moveTo>
                  <a:lnTo>
                    <a:pt x="284" y="3278"/>
                  </a:lnTo>
                  <a:lnTo>
                    <a:pt x="284" y="3276"/>
                  </a:lnTo>
                  <a:lnTo>
                    <a:pt x="284" y="3270"/>
                  </a:lnTo>
                  <a:lnTo>
                    <a:pt x="282" y="3264"/>
                  </a:lnTo>
                  <a:lnTo>
                    <a:pt x="280" y="3260"/>
                  </a:lnTo>
                  <a:lnTo>
                    <a:pt x="278" y="3264"/>
                  </a:lnTo>
                  <a:lnTo>
                    <a:pt x="278" y="3270"/>
                  </a:lnTo>
                  <a:lnTo>
                    <a:pt x="280" y="3276"/>
                  </a:lnTo>
                  <a:lnTo>
                    <a:pt x="282" y="3278"/>
                  </a:lnTo>
                  <a:lnTo>
                    <a:pt x="284" y="3278"/>
                  </a:lnTo>
                  <a:close/>
                  <a:moveTo>
                    <a:pt x="304" y="3362"/>
                  </a:moveTo>
                  <a:lnTo>
                    <a:pt x="304" y="3362"/>
                  </a:lnTo>
                  <a:lnTo>
                    <a:pt x="304" y="3358"/>
                  </a:lnTo>
                  <a:lnTo>
                    <a:pt x="304" y="3356"/>
                  </a:lnTo>
                  <a:lnTo>
                    <a:pt x="306" y="3354"/>
                  </a:lnTo>
                  <a:lnTo>
                    <a:pt x="304" y="3352"/>
                  </a:lnTo>
                  <a:lnTo>
                    <a:pt x="302" y="3350"/>
                  </a:lnTo>
                  <a:lnTo>
                    <a:pt x="300" y="3350"/>
                  </a:lnTo>
                  <a:lnTo>
                    <a:pt x="294" y="3356"/>
                  </a:lnTo>
                  <a:lnTo>
                    <a:pt x="292" y="3360"/>
                  </a:lnTo>
                  <a:lnTo>
                    <a:pt x="292" y="3362"/>
                  </a:lnTo>
                  <a:lnTo>
                    <a:pt x="296" y="3368"/>
                  </a:lnTo>
                  <a:lnTo>
                    <a:pt x="298" y="3368"/>
                  </a:lnTo>
                  <a:lnTo>
                    <a:pt x="300" y="3368"/>
                  </a:lnTo>
                  <a:lnTo>
                    <a:pt x="302" y="3366"/>
                  </a:lnTo>
                  <a:lnTo>
                    <a:pt x="304" y="3362"/>
                  </a:lnTo>
                  <a:close/>
                  <a:moveTo>
                    <a:pt x="262" y="3320"/>
                  </a:moveTo>
                  <a:lnTo>
                    <a:pt x="262" y="3320"/>
                  </a:lnTo>
                  <a:lnTo>
                    <a:pt x="260" y="3330"/>
                  </a:lnTo>
                  <a:lnTo>
                    <a:pt x="258" y="3332"/>
                  </a:lnTo>
                  <a:lnTo>
                    <a:pt x="260" y="3330"/>
                  </a:lnTo>
                  <a:lnTo>
                    <a:pt x="264" y="3328"/>
                  </a:lnTo>
                  <a:lnTo>
                    <a:pt x="268" y="3320"/>
                  </a:lnTo>
                  <a:lnTo>
                    <a:pt x="268" y="3316"/>
                  </a:lnTo>
                  <a:lnTo>
                    <a:pt x="266" y="3314"/>
                  </a:lnTo>
                  <a:lnTo>
                    <a:pt x="264" y="3314"/>
                  </a:lnTo>
                  <a:lnTo>
                    <a:pt x="262" y="3320"/>
                  </a:lnTo>
                  <a:close/>
                  <a:moveTo>
                    <a:pt x="276" y="3112"/>
                  </a:moveTo>
                  <a:lnTo>
                    <a:pt x="276" y="3112"/>
                  </a:lnTo>
                  <a:lnTo>
                    <a:pt x="286" y="3114"/>
                  </a:lnTo>
                  <a:lnTo>
                    <a:pt x="288" y="3114"/>
                  </a:lnTo>
                  <a:lnTo>
                    <a:pt x="290" y="3112"/>
                  </a:lnTo>
                  <a:lnTo>
                    <a:pt x="284" y="3110"/>
                  </a:lnTo>
                  <a:lnTo>
                    <a:pt x="276" y="3102"/>
                  </a:lnTo>
                  <a:lnTo>
                    <a:pt x="270" y="3096"/>
                  </a:lnTo>
                  <a:lnTo>
                    <a:pt x="270" y="3098"/>
                  </a:lnTo>
                  <a:lnTo>
                    <a:pt x="270" y="3102"/>
                  </a:lnTo>
                  <a:lnTo>
                    <a:pt x="272" y="3108"/>
                  </a:lnTo>
                  <a:lnTo>
                    <a:pt x="276" y="3112"/>
                  </a:lnTo>
                  <a:close/>
                  <a:moveTo>
                    <a:pt x="274" y="3270"/>
                  </a:moveTo>
                  <a:lnTo>
                    <a:pt x="274" y="3270"/>
                  </a:lnTo>
                  <a:lnTo>
                    <a:pt x="272" y="3270"/>
                  </a:lnTo>
                  <a:lnTo>
                    <a:pt x="270" y="3272"/>
                  </a:lnTo>
                  <a:lnTo>
                    <a:pt x="270" y="3274"/>
                  </a:lnTo>
                  <a:lnTo>
                    <a:pt x="272" y="3276"/>
                  </a:lnTo>
                  <a:lnTo>
                    <a:pt x="274" y="3278"/>
                  </a:lnTo>
                  <a:lnTo>
                    <a:pt x="276" y="3276"/>
                  </a:lnTo>
                  <a:lnTo>
                    <a:pt x="276" y="3272"/>
                  </a:lnTo>
                  <a:lnTo>
                    <a:pt x="274" y="3270"/>
                  </a:lnTo>
                  <a:close/>
                  <a:moveTo>
                    <a:pt x="246" y="3090"/>
                  </a:moveTo>
                  <a:lnTo>
                    <a:pt x="246" y="3090"/>
                  </a:lnTo>
                  <a:lnTo>
                    <a:pt x="250" y="3090"/>
                  </a:lnTo>
                  <a:lnTo>
                    <a:pt x="252" y="3090"/>
                  </a:lnTo>
                  <a:lnTo>
                    <a:pt x="254" y="3092"/>
                  </a:lnTo>
                  <a:lnTo>
                    <a:pt x="258" y="3092"/>
                  </a:lnTo>
                  <a:lnTo>
                    <a:pt x="260" y="3090"/>
                  </a:lnTo>
                  <a:lnTo>
                    <a:pt x="260" y="3084"/>
                  </a:lnTo>
                  <a:lnTo>
                    <a:pt x="260" y="3080"/>
                  </a:lnTo>
                  <a:lnTo>
                    <a:pt x="260" y="3076"/>
                  </a:lnTo>
                  <a:lnTo>
                    <a:pt x="258" y="3078"/>
                  </a:lnTo>
                  <a:lnTo>
                    <a:pt x="256" y="3080"/>
                  </a:lnTo>
                  <a:lnTo>
                    <a:pt x="252" y="3084"/>
                  </a:lnTo>
                  <a:lnTo>
                    <a:pt x="248" y="3086"/>
                  </a:lnTo>
                  <a:lnTo>
                    <a:pt x="244" y="3086"/>
                  </a:lnTo>
                  <a:lnTo>
                    <a:pt x="242" y="3088"/>
                  </a:lnTo>
                  <a:lnTo>
                    <a:pt x="242" y="3090"/>
                  </a:lnTo>
                  <a:lnTo>
                    <a:pt x="246" y="3090"/>
                  </a:lnTo>
                  <a:close/>
                  <a:moveTo>
                    <a:pt x="248" y="3074"/>
                  </a:moveTo>
                  <a:lnTo>
                    <a:pt x="248" y="3074"/>
                  </a:lnTo>
                  <a:lnTo>
                    <a:pt x="246" y="3072"/>
                  </a:lnTo>
                  <a:lnTo>
                    <a:pt x="244" y="3072"/>
                  </a:lnTo>
                  <a:lnTo>
                    <a:pt x="242" y="3074"/>
                  </a:lnTo>
                  <a:lnTo>
                    <a:pt x="244" y="3078"/>
                  </a:lnTo>
                  <a:lnTo>
                    <a:pt x="246" y="3080"/>
                  </a:lnTo>
                  <a:lnTo>
                    <a:pt x="248" y="3078"/>
                  </a:lnTo>
                  <a:lnTo>
                    <a:pt x="250" y="3076"/>
                  </a:lnTo>
                  <a:lnTo>
                    <a:pt x="248" y="3074"/>
                  </a:lnTo>
                  <a:close/>
                  <a:moveTo>
                    <a:pt x="252" y="3118"/>
                  </a:moveTo>
                  <a:lnTo>
                    <a:pt x="252" y="3118"/>
                  </a:lnTo>
                  <a:lnTo>
                    <a:pt x="252" y="3120"/>
                  </a:lnTo>
                  <a:lnTo>
                    <a:pt x="254" y="3122"/>
                  </a:lnTo>
                  <a:lnTo>
                    <a:pt x="266" y="3128"/>
                  </a:lnTo>
                  <a:lnTo>
                    <a:pt x="272" y="3128"/>
                  </a:lnTo>
                  <a:lnTo>
                    <a:pt x="274" y="3124"/>
                  </a:lnTo>
                  <a:lnTo>
                    <a:pt x="272" y="3124"/>
                  </a:lnTo>
                  <a:lnTo>
                    <a:pt x="270" y="3122"/>
                  </a:lnTo>
                  <a:lnTo>
                    <a:pt x="268" y="3118"/>
                  </a:lnTo>
                  <a:lnTo>
                    <a:pt x="270" y="3116"/>
                  </a:lnTo>
                  <a:lnTo>
                    <a:pt x="270" y="3114"/>
                  </a:lnTo>
                  <a:lnTo>
                    <a:pt x="270" y="3108"/>
                  </a:lnTo>
                  <a:lnTo>
                    <a:pt x="266" y="3100"/>
                  </a:lnTo>
                  <a:lnTo>
                    <a:pt x="264" y="3098"/>
                  </a:lnTo>
                  <a:lnTo>
                    <a:pt x="262" y="3102"/>
                  </a:lnTo>
                  <a:lnTo>
                    <a:pt x="262" y="3106"/>
                  </a:lnTo>
                  <a:lnTo>
                    <a:pt x="262" y="3108"/>
                  </a:lnTo>
                  <a:lnTo>
                    <a:pt x="262" y="3114"/>
                  </a:lnTo>
                  <a:lnTo>
                    <a:pt x="262" y="3116"/>
                  </a:lnTo>
                  <a:lnTo>
                    <a:pt x="260" y="3114"/>
                  </a:lnTo>
                  <a:lnTo>
                    <a:pt x="258" y="3114"/>
                  </a:lnTo>
                  <a:lnTo>
                    <a:pt x="252" y="3118"/>
                  </a:lnTo>
                  <a:close/>
                  <a:moveTo>
                    <a:pt x="246" y="3228"/>
                  </a:moveTo>
                  <a:lnTo>
                    <a:pt x="246" y="3228"/>
                  </a:lnTo>
                  <a:lnTo>
                    <a:pt x="248" y="3228"/>
                  </a:lnTo>
                  <a:lnTo>
                    <a:pt x="250" y="3228"/>
                  </a:lnTo>
                  <a:lnTo>
                    <a:pt x="252" y="3228"/>
                  </a:lnTo>
                  <a:lnTo>
                    <a:pt x="254" y="3228"/>
                  </a:lnTo>
                  <a:lnTo>
                    <a:pt x="256" y="3224"/>
                  </a:lnTo>
                  <a:lnTo>
                    <a:pt x="256" y="3222"/>
                  </a:lnTo>
                  <a:lnTo>
                    <a:pt x="258" y="3218"/>
                  </a:lnTo>
                  <a:lnTo>
                    <a:pt x="262" y="3216"/>
                  </a:lnTo>
                  <a:lnTo>
                    <a:pt x="262" y="3214"/>
                  </a:lnTo>
                  <a:lnTo>
                    <a:pt x="260" y="3214"/>
                  </a:lnTo>
                  <a:lnTo>
                    <a:pt x="256" y="3216"/>
                  </a:lnTo>
                  <a:lnTo>
                    <a:pt x="254" y="3216"/>
                  </a:lnTo>
                  <a:lnTo>
                    <a:pt x="254" y="3214"/>
                  </a:lnTo>
                  <a:lnTo>
                    <a:pt x="254" y="3212"/>
                  </a:lnTo>
                  <a:lnTo>
                    <a:pt x="252" y="3212"/>
                  </a:lnTo>
                  <a:lnTo>
                    <a:pt x="248" y="3210"/>
                  </a:lnTo>
                  <a:lnTo>
                    <a:pt x="246" y="3210"/>
                  </a:lnTo>
                  <a:lnTo>
                    <a:pt x="242" y="3208"/>
                  </a:lnTo>
                  <a:lnTo>
                    <a:pt x="238" y="3208"/>
                  </a:lnTo>
                  <a:lnTo>
                    <a:pt x="236" y="3208"/>
                  </a:lnTo>
                  <a:lnTo>
                    <a:pt x="236" y="3210"/>
                  </a:lnTo>
                  <a:lnTo>
                    <a:pt x="240" y="3212"/>
                  </a:lnTo>
                  <a:lnTo>
                    <a:pt x="244" y="3216"/>
                  </a:lnTo>
                  <a:lnTo>
                    <a:pt x="244" y="3218"/>
                  </a:lnTo>
                  <a:lnTo>
                    <a:pt x="242" y="3218"/>
                  </a:lnTo>
                  <a:lnTo>
                    <a:pt x="240" y="3218"/>
                  </a:lnTo>
                  <a:lnTo>
                    <a:pt x="236" y="3218"/>
                  </a:lnTo>
                  <a:lnTo>
                    <a:pt x="232" y="3222"/>
                  </a:lnTo>
                  <a:lnTo>
                    <a:pt x="232" y="3224"/>
                  </a:lnTo>
                  <a:lnTo>
                    <a:pt x="234" y="3226"/>
                  </a:lnTo>
                  <a:lnTo>
                    <a:pt x="238" y="3226"/>
                  </a:lnTo>
                  <a:lnTo>
                    <a:pt x="242" y="3226"/>
                  </a:lnTo>
                  <a:lnTo>
                    <a:pt x="240" y="3230"/>
                  </a:lnTo>
                  <a:lnTo>
                    <a:pt x="240" y="3232"/>
                  </a:lnTo>
                  <a:lnTo>
                    <a:pt x="242" y="3232"/>
                  </a:lnTo>
                  <a:lnTo>
                    <a:pt x="246" y="3228"/>
                  </a:lnTo>
                  <a:close/>
                  <a:moveTo>
                    <a:pt x="256" y="3248"/>
                  </a:moveTo>
                  <a:lnTo>
                    <a:pt x="256" y="3248"/>
                  </a:lnTo>
                  <a:lnTo>
                    <a:pt x="254" y="3250"/>
                  </a:lnTo>
                  <a:lnTo>
                    <a:pt x="254" y="3252"/>
                  </a:lnTo>
                  <a:lnTo>
                    <a:pt x="258" y="3256"/>
                  </a:lnTo>
                  <a:lnTo>
                    <a:pt x="262" y="3258"/>
                  </a:lnTo>
                  <a:lnTo>
                    <a:pt x="264" y="3258"/>
                  </a:lnTo>
                  <a:lnTo>
                    <a:pt x="264" y="3256"/>
                  </a:lnTo>
                  <a:lnTo>
                    <a:pt x="262" y="3252"/>
                  </a:lnTo>
                  <a:lnTo>
                    <a:pt x="260" y="3248"/>
                  </a:lnTo>
                  <a:lnTo>
                    <a:pt x="258" y="3248"/>
                  </a:lnTo>
                  <a:lnTo>
                    <a:pt x="256" y="3248"/>
                  </a:lnTo>
                  <a:close/>
                  <a:moveTo>
                    <a:pt x="254" y="3160"/>
                  </a:moveTo>
                  <a:lnTo>
                    <a:pt x="254" y="3160"/>
                  </a:lnTo>
                  <a:lnTo>
                    <a:pt x="256" y="3160"/>
                  </a:lnTo>
                  <a:lnTo>
                    <a:pt x="256" y="3154"/>
                  </a:lnTo>
                  <a:lnTo>
                    <a:pt x="254" y="3150"/>
                  </a:lnTo>
                  <a:lnTo>
                    <a:pt x="250" y="3150"/>
                  </a:lnTo>
                  <a:lnTo>
                    <a:pt x="246" y="3152"/>
                  </a:lnTo>
                  <a:lnTo>
                    <a:pt x="242" y="3154"/>
                  </a:lnTo>
                  <a:lnTo>
                    <a:pt x="242" y="3156"/>
                  </a:lnTo>
                  <a:lnTo>
                    <a:pt x="246" y="3156"/>
                  </a:lnTo>
                  <a:lnTo>
                    <a:pt x="248" y="3158"/>
                  </a:lnTo>
                  <a:lnTo>
                    <a:pt x="254" y="3160"/>
                  </a:lnTo>
                  <a:close/>
                  <a:moveTo>
                    <a:pt x="248" y="3146"/>
                  </a:moveTo>
                  <a:lnTo>
                    <a:pt x="248" y="3146"/>
                  </a:lnTo>
                  <a:lnTo>
                    <a:pt x="250" y="3144"/>
                  </a:lnTo>
                  <a:lnTo>
                    <a:pt x="250" y="3142"/>
                  </a:lnTo>
                  <a:lnTo>
                    <a:pt x="244" y="3136"/>
                  </a:lnTo>
                  <a:lnTo>
                    <a:pt x="242" y="3136"/>
                  </a:lnTo>
                  <a:lnTo>
                    <a:pt x="244" y="3142"/>
                  </a:lnTo>
                  <a:lnTo>
                    <a:pt x="246" y="3146"/>
                  </a:lnTo>
                  <a:lnTo>
                    <a:pt x="248" y="3146"/>
                  </a:lnTo>
                  <a:close/>
                  <a:moveTo>
                    <a:pt x="282" y="3246"/>
                  </a:moveTo>
                  <a:lnTo>
                    <a:pt x="282" y="3246"/>
                  </a:lnTo>
                  <a:lnTo>
                    <a:pt x="280" y="3242"/>
                  </a:lnTo>
                  <a:lnTo>
                    <a:pt x="278" y="3238"/>
                  </a:lnTo>
                  <a:lnTo>
                    <a:pt x="278" y="3236"/>
                  </a:lnTo>
                  <a:lnTo>
                    <a:pt x="276" y="3234"/>
                  </a:lnTo>
                  <a:lnTo>
                    <a:pt x="272" y="3232"/>
                  </a:lnTo>
                  <a:lnTo>
                    <a:pt x="270" y="3232"/>
                  </a:lnTo>
                  <a:lnTo>
                    <a:pt x="270" y="3234"/>
                  </a:lnTo>
                  <a:lnTo>
                    <a:pt x="272" y="3238"/>
                  </a:lnTo>
                  <a:lnTo>
                    <a:pt x="274" y="3240"/>
                  </a:lnTo>
                  <a:lnTo>
                    <a:pt x="272" y="3242"/>
                  </a:lnTo>
                  <a:lnTo>
                    <a:pt x="272" y="3244"/>
                  </a:lnTo>
                  <a:lnTo>
                    <a:pt x="276" y="3252"/>
                  </a:lnTo>
                  <a:lnTo>
                    <a:pt x="280" y="3256"/>
                  </a:lnTo>
                  <a:lnTo>
                    <a:pt x="284" y="3256"/>
                  </a:lnTo>
                  <a:lnTo>
                    <a:pt x="286" y="3254"/>
                  </a:lnTo>
                  <a:lnTo>
                    <a:pt x="286" y="3252"/>
                  </a:lnTo>
                  <a:lnTo>
                    <a:pt x="282" y="3246"/>
                  </a:lnTo>
                  <a:close/>
                  <a:moveTo>
                    <a:pt x="234" y="3130"/>
                  </a:moveTo>
                  <a:lnTo>
                    <a:pt x="234" y="3130"/>
                  </a:lnTo>
                  <a:lnTo>
                    <a:pt x="228" y="3130"/>
                  </a:lnTo>
                  <a:lnTo>
                    <a:pt x="226" y="3132"/>
                  </a:lnTo>
                  <a:lnTo>
                    <a:pt x="226" y="3134"/>
                  </a:lnTo>
                  <a:lnTo>
                    <a:pt x="228" y="3134"/>
                  </a:lnTo>
                  <a:lnTo>
                    <a:pt x="236" y="3132"/>
                  </a:lnTo>
                  <a:lnTo>
                    <a:pt x="240" y="3132"/>
                  </a:lnTo>
                  <a:lnTo>
                    <a:pt x="240" y="3130"/>
                  </a:lnTo>
                  <a:lnTo>
                    <a:pt x="238" y="3128"/>
                  </a:lnTo>
                  <a:lnTo>
                    <a:pt x="234" y="3130"/>
                  </a:lnTo>
                  <a:close/>
                  <a:moveTo>
                    <a:pt x="224" y="3120"/>
                  </a:moveTo>
                  <a:lnTo>
                    <a:pt x="224" y="3120"/>
                  </a:lnTo>
                  <a:lnTo>
                    <a:pt x="226" y="3124"/>
                  </a:lnTo>
                  <a:lnTo>
                    <a:pt x="228" y="3126"/>
                  </a:lnTo>
                  <a:lnTo>
                    <a:pt x="230" y="3128"/>
                  </a:lnTo>
                  <a:lnTo>
                    <a:pt x="236" y="3126"/>
                  </a:lnTo>
                  <a:lnTo>
                    <a:pt x="238" y="3124"/>
                  </a:lnTo>
                  <a:lnTo>
                    <a:pt x="236" y="3120"/>
                  </a:lnTo>
                  <a:lnTo>
                    <a:pt x="236" y="3116"/>
                  </a:lnTo>
                  <a:lnTo>
                    <a:pt x="234" y="3114"/>
                  </a:lnTo>
                  <a:lnTo>
                    <a:pt x="230" y="3116"/>
                  </a:lnTo>
                  <a:lnTo>
                    <a:pt x="228" y="3116"/>
                  </a:lnTo>
                  <a:lnTo>
                    <a:pt x="226" y="3116"/>
                  </a:lnTo>
                  <a:lnTo>
                    <a:pt x="224" y="3120"/>
                  </a:lnTo>
                  <a:close/>
                  <a:moveTo>
                    <a:pt x="232" y="3160"/>
                  </a:moveTo>
                  <a:lnTo>
                    <a:pt x="232" y="3160"/>
                  </a:lnTo>
                  <a:lnTo>
                    <a:pt x="234" y="3158"/>
                  </a:lnTo>
                  <a:lnTo>
                    <a:pt x="236" y="3156"/>
                  </a:lnTo>
                  <a:lnTo>
                    <a:pt x="238" y="3154"/>
                  </a:lnTo>
                  <a:lnTo>
                    <a:pt x="238" y="3152"/>
                  </a:lnTo>
                  <a:lnTo>
                    <a:pt x="236" y="3148"/>
                  </a:lnTo>
                  <a:lnTo>
                    <a:pt x="236" y="3150"/>
                  </a:lnTo>
                  <a:lnTo>
                    <a:pt x="234" y="3152"/>
                  </a:lnTo>
                  <a:lnTo>
                    <a:pt x="230" y="3154"/>
                  </a:lnTo>
                  <a:lnTo>
                    <a:pt x="228" y="3156"/>
                  </a:lnTo>
                  <a:lnTo>
                    <a:pt x="226" y="3158"/>
                  </a:lnTo>
                  <a:lnTo>
                    <a:pt x="226" y="3160"/>
                  </a:lnTo>
                  <a:lnTo>
                    <a:pt x="228" y="3162"/>
                  </a:lnTo>
                  <a:lnTo>
                    <a:pt x="232" y="3164"/>
                  </a:lnTo>
                  <a:lnTo>
                    <a:pt x="232" y="3160"/>
                  </a:lnTo>
                  <a:close/>
                  <a:moveTo>
                    <a:pt x="290" y="3322"/>
                  </a:moveTo>
                  <a:lnTo>
                    <a:pt x="290" y="3322"/>
                  </a:lnTo>
                  <a:lnTo>
                    <a:pt x="290" y="3324"/>
                  </a:lnTo>
                  <a:lnTo>
                    <a:pt x="292" y="3326"/>
                  </a:lnTo>
                  <a:lnTo>
                    <a:pt x="300" y="3334"/>
                  </a:lnTo>
                  <a:lnTo>
                    <a:pt x="304" y="3338"/>
                  </a:lnTo>
                  <a:lnTo>
                    <a:pt x="302" y="3332"/>
                  </a:lnTo>
                  <a:lnTo>
                    <a:pt x="296" y="3324"/>
                  </a:lnTo>
                  <a:lnTo>
                    <a:pt x="292" y="3322"/>
                  </a:lnTo>
                  <a:lnTo>
                    <a:pt x="290" y="3322"/>
                  </a:lnTo>
                  <a:close/>
                  <a:moveTo>
                    <a:pt x="246" y="3094"/>
                  </a:moveTo>
                  <a:lnTo>
                    <a:pt x="246" y="3094"/>
                  </a:lnTo>
                  <a:lnTo>
                    <a:pt x="244" y="3094"/>
                  </a:lnTo>
                  <a:lnTo>
                    <a:pt x="242" y="3094"/>
                  </a:lnTo>
                  <a:lnTo>
                    <a:pt x="242" y="3098"/>
                  </a:lnTo>
                  <a:lnTo>
                    <a:pt x="250" y="3112"/>
                  </a:lnTo>
                  <a:lnTo>
                    <a:pt x="252" y="3114"/>
                  </a:lnTo>
                  <a:lnTo>
                    <a:pt x="254" y="3112"/>
                  </a:lnTo>
                  <a:lnTo>
                    <a:pt x="256" y="3110"/>
                  </a:lnTo>
                  <a:lnTo>
                    <a:pt x="258" y="3110"/>
                  </a:lnTo>
                  <a:lnTo>
                    <a:pt x="258" y="3108"/>
                  </a:lnTo>
                  <a:lnTo>
                    <a:pt x="258" y="3102"/>
                  </a:lnTo>
                  <a:lnTo>
                    <a:pt x="258" y="3098"/>
                  </a:lnTo>
                  <a:lnTo>
                    <a:pt x="256" y="3096"/>
                  </a:lnTo>
                  <a:lnTo>
                    <a:pt x="246" y="3094"/>
                  </a:lnTo>
                  <a:close/>
                  <a:moveTo>
                    <a:pt x="294" y="3282"/>
                  </a:moveTo>
                  <a:lnTo>
                    <a:pt x="294" y="3282"/>
                  </a:lnTo>
                  <a:lnTo>
                    <a:pt x="294" y="3280"/>
                  </a:lnTo>
                  <a:lnTo>
                    <a:pt x="290" y="3278"/>
                  </a:lnTo>
                  <a:lnTo>
                    <a:pt x="288" y="3280"/>
                  </a:lnTo>
                  <a:lnTo>
                    <a:pt x="288" y="3284"/>
                  </a:lnTo>
                  <a:lnTo>
                    <a:pt x="290" y="3286"/>
                  </a:lnTo>
                  <a:lnTo>
                    <a:pt x="292" y="3286"/>
                  </a:lnTo>
                  <a:lnTo>
                    <a:pt x="294" y="3284"/>
                  </a:lnTo>
                  <a:lnTo>
                    <a:pt x="294" y="3282"/>
                  </a:lnTo>
                  <a:close/>
                  <a:moveTo>
                    <a:pt x="284" y="3284"/>
                  </a:moveTo>
                  <a:lnTo>
                    <a:pt x="284" y="3284"/>
                  </a:lnTo>
                  <a:lnTo>
                    <a:pt x="282" y="3284"/>
                  </a:lnTo>
                  <a:lnTo>
                    <a:pt x="282" y="3286"/>
                  </a:lnTo>
                  <a:lnTo>
                    <a:pt x="282" y="3288"/>
                  </a:lnTo>
                  <a:lnTo>
                    <a:pt x="286" y="3292"/>
                  </a:lnTo>
                  <a:lnTo>
                    <a:pt x="286" y="3288"/>
                  </a:lnTo>
                  <a:lnTo>
                    <a:pt x="286" y="3286"/>
                  </a:lnTo>
                  <a:lnTo>
                    <a:pt x="284" y="3284"/>
                  </a:lnTo>
                  <a:close/>
                  <a:moveTo>
                    <a:pt x="294" y="3312"/>
                  </a:moveTo>
                  <a:lnTo>
                    <a:pt x="294" y="3312"/>
                  </a:lnTo>
                  <a:lnTo>
                    <a:pt x="294" y="3310"/>
                  </a:lnTo>
                  <a:lnTo>
                    <a:pt x="294" y="3306"/>
                  </a:lnTo>
                  <a:lnTo>
                    <a:pt x="290" y="3298"/>
                  </a:lnTo>
                  <a:lnTo>
                    <a:pt x="288" y="3296"/>
                  </a:lnTo>
                  <a:lnTo>
                    <a:pt x="288" y="3298"/>
                  </a:lnTo>
                  <a:lnTo>
                    <a:pt x="288" y="3302"/>
                  </a:lnTo>
                  <a:lnTo>
                    <a:pt x="286" y="3306"/>
                  </a:lnTo>
                  <a:lnTo>
                    <a:pt x="284" y="3308"/>
                  </a:lnTo>
                  <a:lnTo>
                    <a:pt x="286" y="3312"/>
                  </a:lnTo>
                  <a:lnTo>
                    <a:pt x="290" y="3314"/>
                  </a:lnTo>
                  <a:lnTo>
                    <a:pt x="294" y="3312"/>
                  </a:lnTo>
                  <a:close/>
                  <a:moveTo>
                    <a:pt x="240" y="3200"/>
                  </a:moveTo>
                  <a:lnTo>
                    <a:pt x="240" y="3200"/>
                  </a:lnTo>
                  <a:lnTo>
                    <a:pt x="242" y="3200"/>
                  </a:lnTo>
                  <a:lnTo>
                    <a:pt x="242" y="3192"/>
                  </a:lnTo>
                  <a:lnTo>
                    <a:pt x="238" y="3184"/>
                  </a:lnTo>
                  <a:lnTo>
                    <a:pt x="236" y="3184"/>
                  </a:lnTo>
                  <a:lnTo>
                    <a:pt x="234" y="3184"/>
                  </a:lnTo>
                  <a:lnTo>
                    <a:pt x="230" y="3184"/>
                  </a:lnTo>
                  <a:lnTo>
                    <a:pt x="230" y="3186"/>
                  </a:lnTo>
                  <a:lnTo>
                    <a:pt x="230" y="3196"/>
                  </a:lnTo>
                  <a:lnTo>
                    <a:pt x="236" y="3194"/>
                  </a:lnTo>
                  <a:lnTo>
                    <a:pt x="238" y="3192"/>
                  </a:lnTo>
                  <a:lnTo>
                    <a:pt x="238" y="3194"/>
                  </a:lnTo>
                  <a:lnTo>
                    <a:pt x="238" y="3198"/>
                  </a:lnTo>
                  <a:lnTo>
                    <a:pt x="240" y="3200"/>
                  </a:lnTo>
                  <a:close/>
                  <a:moveTo>
                    <a:pt x="236" y="3146"/>
                  </a:moveTo>
                  <a:lnTo>
                    <a:pt x="236" y="3146"/>
                  </a:lnTo>
                  <a:lnTo>
                    <a:pt x="238" y="3146"/>
                  </a:lnTo>
                  <a:lnTo>
                    <a:pt x="240" y="3148"/>
                  </a:lnTo>
                  <a:lnTo>
                    <a:pt x="242" y="3148"/>
                  </a:lnTo>
                  <a:lnTo>
                    <a:pt x="242" y="3146"/>
                  </a:lnTo>
                  <a:lnTo>
                    <a:pt x="240" y="3142"/>
                  </a:lnTo>
                  <a:lnTo>
                    <a:pt x="236" y="3138"/>
                  </a:lnTo>
                  <a:lnTo>
                    <a:pt x="232" y="3138"/>
                  </a:lnTo>
                  <a:lnTo>
                    <a:pt x="228" y="3138"/>
                  </a:lnTo>
                  <a:lnTo>
                    <a:pt x="224" y="3140"/>
                  </a:lnTo>
                  <a:lnTo>
                    <a:pt x="224" y="3144"/>
                  </a:lnTo>
                  <a:lnTo>
                    <a:pt x="226" y="3146"/>
                  </a:lnTo>
                  <a:lnTo>
                    <a:pt x="230" y="3146"/>
                  </a:lnTo>
                  <a:lnTo>
                    <a:pt x="236" y="3146"/>
                  </a:lnTo>
                  <a:close/>
                  <a:moveTo>
                    <a:pt x="292" y="2928"/>
                  </a:moveTo>
                  <a:lnTo>
                    <a:pt x="292" y="2928"/>
                  </a:lnTo>
                  <a:lnTo>
                    <a:pt x="294" y="2930"/>
                  </a:lnTo>
                  <a:lnTo>
                    <a:pt x="296" y="2930"/>
                  </a:lnTo>
                  <a:lnTo>
                    <a:pt x="298" y="2930"/>
                  </a:lnTo>
                  <a:lnTo>
                    <a:pt x="302" y="2930"/>
                  </a:lnTo>
                  <a:lnTo>
                    <a:pt x="304" y="2930"/>
                  </a:lnTo>
                  <a:lnTo>
                    <a:pt x="306" y="2928"/>
                  </a:lnTo>
                  <a:lnTo>
                    <a:pt x="302" y="2918"/>
                  </a:lnTo>
                  <a:lnTo>
                    <a:pt x="300" y="2916"/>
                  </a:lnTo>
                  <a:lnTo>
                    <a:pt x="298" y="2916"/>
                  </a:lnTo>
                  <a:lnTo>
                    <a:pt x="294" y="2918"/>
                  </a:lnTo>
                  <a:lnTo>
                    <a:pt x="290" y="2918"/>
                  </a:lnTo>
                  <a:lnTo>
                    <a:pt x="286" y="2918"/>
                  </a:lnTo>
                  <a:lnTo>
                    <a:pt x="284" y="2920"/>
                  </a:lnTo>
                  <a:lnTo>
                    <a:pt x="284" y="2922"/>
                  </a:lnTo>
                  <a:lnTo>
                    <a:pt x="288" y="2924"/>
                  </a:lnTo>
                  <a:lnTo>
                    <a:pt x="290" y="2924"/>
                  </a:lnTo>
                  <a:lnTo>
                    <a:pt x="292" y="2928"/>
                  </a:lnTo>
                  <a:close/>
                  <a:moveTo>
                    <a:pt x="294" y="2944"/>
                  </a:moveTo>
                  <a:lnTo>
                    <a:pt x="294" y="2944"/>
                  </a:lnTo>
                  <a:lnTo>
                    <a:pt x="296" y="2944"/>
                  </a:lnTo>
                  <a:lnTo>
                    <a:pt x="298" y="2942"/>
                  </a:lnTo>
                  <a:lnTo>
                    <a:pt x="300" y="2940"/>
                  </a:lnTo>
                  <a:lnTo>
                    <a:pt x="298" y="2940"/>
                  </a:lnTo>
                  <a:lnTo>
                    <a:pt x="292" y="2940"/>
                  </a:lnTo>
                  <a:lnTo>
                    <a:pt x="290" y="2940"/>
                  </a:lnTo>
                  <a:lnTo>
                    <a:pt x="290" y="2942"/>
                  </a:lnTo>
                  <a:lnTo>
                    <a:pt x="288" y="2944"/>
                  </a:lnTo>
                  <a:lnTo>
                    <a:pt x="290" y="2944"/>
                  </a:lnTo>
                  <a:lnTo>
                    <a:pt x="294" y="2944"/>
                  </a:lnTo>
                  <a:close/>
                  <a:moveTo>
                    <a:pt x="278" y="2914"/>
                  </a:moveTo>
                  <a:lnTo>
                    <a:pt x="278" y="2914"/>
                  </a:lnTo>
                  <a:lnTo>
                    <a:pt x="278" y="2916"/>
                  </a:lnTo>
                  <a:lnTo>
                    <a:pt x="282" y="2916"/>
                  </a:lnTo>
                  <a:lnTo>
                    <a:pt x="286" y="2914"/>
                  </a:lnTo>
                  <a:lnTo>
                    <a:pt x="292" y="2914"/>
                  </a:lnTo>
                  <a:lnTo>
                    <a:pt x="294" y="2914"/>
                  </a:lnTo>
                  <a:lnTo>
                    <a:pt x="294" y="2912"/>
                  </a:lnTo>
                  <a:lnTo>
                    <a:pt x="288" y="2908"/>
                  </a:lnTo>
                  <a:lnTo>
                    <a:pt x="286" y="2908"/>
                  </a:lnTo>
                  <a:lnTo>
                    <a:pt x="282" y="2908"/>
                  </a:lnTo>
                  <a:lnTo>
                    <a:pt x="278" y="2914"/>
                  </a:lnTo>
                  <a:close/>
                  <a:moveTo>
                    <a:pt x="276" y="2888"/>
                  </a:moveTo>
                  <a:lnTo>
                    <a:pt x="276" y="2888"/>
                  </a:lnTo>
                  <a:lnTo>
                    <a:pt x="280" y="2886"/>
                  </a:lnTo>
                  <a:lnTo>
                    <a:pt x="282" y="2884"/>
                  </a:lnTo>
                  <a:lnTo>
                    <a:pt x="282" y="2882"/>
                  </a:lnTo>
                  <a:lnTo>
                    <a:pt x="282" y="2880"/>
                  </a:lnTo>
                  <a:lnTo>
                    <a:pt x="278" y="2880"/>
                  </a:lnTo>
                  <a:lnTo>
                    <a:pt x="272" y="2884"/>
                  </a:lnTo>
                  <a:lnTo>
                    <a:pt x="270" y="2884"/>
                  </a:lnTo>
                  <a:lnTo>
                    <a:pt x="270" y="2886"/>
                  </a:lnTo>
                  <a:lnTo>
                    <a:pt x="272" y="2888"/>
                  </a:lnTo>
                  <a:lnTo>
                    <a:pt x="276" y="2888"/>
                  </a:lnTo>
                  <a:close/>
                  <a:moveTo>
                    <a:pt x="282" y="2902"/>
                  </a:moveTo>
                  <a:lnTo>
                    <a:pt x="282" y="2902"/>
                  </a:lnTo>
                  <a:lnTo>
                    <a:pt x="284" y="2902"/>
                  </a:lnTo>
                  <a:lnTo>
                    <a:pt x="290" y="2900"/>
                  </a:lnTo>
                  <a:lnTo>
                    <a:pt x="296" y="2898"/>
                  </a:lnTo>
                  <a:lnTo>
                    <a:pt x="296" y="2896"/>
                  </a:lnTo>
                  <a:lnTo>
                    <a:pt x="294" y="2894"/>
                  </a:lnTo>
                  <a:lnTo>
                    <a:pt x="292" y="2894"/>
                  </a:lnTo>
                  <a:lnTo>
                    <a:pt x="282" y="2894"/>
                  </a:lnTo>
                  <a:lnTo>
                    <a:pt x="276" y="2894"/>
                  </a:lnTo>
                  <a:lnTo>
                    <a:pt x="276" y="2896"/>
                  </a:lnTo>
                  <a:lnTo>
                    <a:pt x="278" y="2900"/>
                  </a:lnTo>
                  <a:lnTo>
                    <a:pt x="282" y="2902"/>
                  </a:lnTo>
                  <a:close/>
                  <a:moveTo>
                    <a:pt x="296" y="2950"/>
                  </a:moveTo>
                  <a:lnTo>
                    <a:pt x="296" y="2950"/>
                  </a:lnTo>
                  <a:lnTo>
                    <a:pt x="294" y="2948"/>
                  </a:lnTo>
                  <a:lnTo>
                    <a:pt x="290" y="2950"/>
                  </a:lnTo>
                  <a:lnTo>
                    <a:pt x="290" y="2952"/>
                  </a:lnTo>
                  <a:lnTo>
                    <a:pt x="290" y="2954"/>
                  </a:lnTo>
                  <a:lnTo>
                    <a:pt x="292" y="2956"/>
                  </a:lnTo>
                  <a:lnTo>
                    <a:pt x="294" y="2954"/>
                  </a:lnTo>
                  <a:lnTo>
                    <a:pt x="296" y="2952"/>
                  </a:lnTo>
                  <a:lnTo>
                    <a:pt x="296" y="2950"/>
                  </a:lnTo>
                  <a:close/>
                  <a:moveTo>
                    <a:pt x="302" y="2888"/>
                  </a:moveTo>
                  <a:lnTo>
                    <a:pt x="302" y="2888"/>
                  </a:lnTo>
                  <a:lnTo>
                    <a:pt x="300" y="2890"/>
                  </a:lnTo>
                  <a:lnTo>
                    <a:pt x="300" y="2892"/>
                  </a:lnTo>
                  <a:lnTo>
                    <a:pt x="302" y="2898"/>
                  </a:lnTo>
                  <a:lnTo>
                    <a:pt x="304" y="2900"/>
                  </a:lnTo>
                  <a:lnTo>
                    <a:pt x="308" y="2898"/>
                  </a:lnTo>
                  <a:lnTo>
                    <a:pt x="310" y="2896"/>
                  </a:lnTo>
                  <a:lnTo>
                    <a:pt x="308" y="2894"/>
                  </a:lnTo>
                  <a:lnTo>
                    <a:pt x="306" y="2890"/>
                  </a:lnTo>
                  <a:lnTo>
                    <a:pt x="302" y="2888"/>
                  </a:lnTo>
                  <a:close/>
                  <a:moveTo>
                    <a:pt x="304" y="2856"/>
                  </a:moveTo>
                  <a:lnTo>
                    <a:pt x="304" y="2856"/>
                  </a:lnTo>
                  <a:lnTo>
                    <a:pt x="304" y="2858"/>
                  </a:lnTo>
                  <a:lnTo>
                    <a:pt x="304" y="2862"/>
                  </a:lnTo>
                  <a:lnTo>
                    <a:pt x="306" y="2864"/>
                  </a:lnTo>
                  <a:lnTo>
                    <a:pt x="308" y="2864"/>
                  </a:lnTo>
                  <a:lnTo>
                    <a:pt x="310" y="2862"/>
                  </a:lnTo>
                  <a:lnTo>
                    <a:pt x="308" y="2860"/>
                  </a:lnTo>
                  <a:lnTo>
                    <a:pt x="306" y="2856"/>
                  </a:lnTo>
                  <a:lnTo>
                    <a:pt x="304" y="2856"/>
                  </a:lnTo>
                  <a:close/>
                  <a:moveTo>
                    <a:pt x="300" y="2968"/>
                  </a:moveTo>
                  <a:lnTo>
                    <a:pt x="300" y="2968"/>
                  </a:lnTo>
                  <a:lnTo>
                    <a:pt x="304" y="2964"/>
                  </a:lnTo>
                  <a:lnTo>
                    <a:pt x="304" y="2962"/>
                  </a:lnTo>
                  <a:lnTo>
                    <a:pt x="304" y="2960"/>
                  </a:lnTo>
                  <a:lnTo>
                    <a:pt x="300" y="2962"/>
                  </a:lnTo>
                  <a:lnTo>
                    <a:pt x="298" y="2964"/>
                  </a:lnTo>
                  <a:lnTo>
                    <a:pt x="296" y="2968"/>
                  </a:lnTo>
                  <a:lnTo>
                    <a:pt x="296" y="2970"/>
                  </a:lnTo>
                  <a:lnTo>
                    <a:pt x="300" y="2968"/>
                  </a:lnTo>
                  <a:close/>
                  <a:moveTo>
                    <a:pt x="290" y="2888"/>
                  </a:moveTo>
                  <a:lnTo>
                    <a:pt x="290" y="2888"/>
                  </a:lnTo>
                  <a:lnTo>
                    <a:pt x="294" y="2888"/>
                  </a:lnTo>
                  <a:lnTo>
                    <a:pt x="294" y="2886"/>
                  </a:lnTo>
                  <a:lnTo>
                    <a:pt x="292" y="2884"/>
                  </a:lnTo>
                  <a:lnTo>
                    <a:pt x="290" y="2884"/>
                  </a:lnTo>
                  <a:lnTo>
                    <a:pt x="282" y="2888"/>
                  </a:lnTo>
                  <a:lnTo>
                    <a:pt x="280" y="2888"/>
                  </a:lnTo>
                  <a:lnTo>
                    <a:pt x="282" y="2890"/>
                  </a:lnTo>
                  <a:lnTo>
                    <a:pt x="290" y="2888"/>
                  </a:lnTo>
                  <a:close/>
                  <a:moveTo>
                    <a:pt x="250" y="2970"/>
                  </a:moveTo>
                  <a:lnTo>
                    <a:pt x="250" y="2970"/>
                  </a:lnTo>
                  <a:lnTo>
                    <a:pt x="250" y="2972"/>
                  </a:lnTo>
                  <a:lnTo>
                    <a:pt x="248" y="2974"/>
                  </a:lnTo>
                  <a:lnTo>
                    <a:pt x="248" y="2978"/>
                  </a:lnTo>
                  <a:lnTo>
                    <a:pt x="252" y="2980"/>
                  </a:lnTo>
                  <a:lnTo>
                    <a:pt x="254" y="2980"/>
                  </a:lnTo>
                  <a:lnTo>
                    <a:pt x="260" y="2974"/>
                  </a:lnTo>
                  <a:lnTo>
                    <a:pt x="262" y="2972"/>
                  </a:lnTo>
                  <a:lnTo>
                    <a:pt x="262" y="2968"/>
                  </a:lnTo>
                  <a:lnTo>
                    <a:pt x="262" y="2964"/>
                  </a:lnTo>
                  <a:lnTo>
                    <a:pt x="260" y="2962"/>
                  </a:lnTo>
                  <a:lnTo>
                    <a:pt x="256" y="2962"/>
                  </a:lnTo>
                  <a:lnTo>
                    <a:pt x="250" y="2966"/>
                  </a:lnTo>
                  <a:lnTo>
                    <a:pt x="248" y="2966"/>
                  </a:lnTo>
                  <a:lnTo>
                    <a:pt x="250" y="2970"/>
                  </a:lnTo>
                  <a:close/>
                  <a:moveTo>
                    <a:pt x="540" y="3562"/>
                  </a:moveTo>
                  <a:lnTo>
                    <a:pt x="540" y="3562"/>
                  </a:lnTo>
                  <a:lnTo>
                    <a:pt x="544" y="3562"/>
                  </a:lnTo>
                  <a:lnTo>
                    <a:pt x="548" y="3562"/>
                  </a:lnTo>
                  <a:lnTo>
                    <a:pt x="554" y="3560"/>
                  </a:lnTo>
                  <a:lnTo>
                    <a:pt x="554" y="3558"/>
                  </a:lnTo>
                  <a:lnTo>
                    <a:pt x="552" y="3558"/>
                  </a:lnTo>
                  <a:lnTo>
                    <a:pt x="546" y="3558"/>
                  </a:lnTo>
                  <a:lnTo>
                    <a:pt x="542" y="3560"/>
                  </a:lnTo>
                  <a:lnTo>
                    <a:pt x="540" y="3562"/>
                  </a:lnTo>
                  <a:close/>
                  <a:moveTo>
                    <a:pt x="560" y="3548"/>
                  </a:moveTo>
                  <a:lnTo>
                    <a:pt x="560" y="3548"/>
                  </a:lnTo>
                  <a:lnTo>
                    <a:pt x="558" y="3550"/>
                  </a:lnTo>
                  <a:lnTo>
                    <a:pt x="556" y="3548"/>
                  </a:lnTo>
                  <a:lnTo>
                    <a:pt x="554" y="3550"/>
                  </a:lnTo>
                  <a:lnTo>
                    <a:pt x="552" y="3552"/>
                  </a:lnTo>
                  <a:lnTo>
                    <a:pt x="554" y="3554"/>
                  </a:lnTo>
                  <a:lnTo>
                    <a:pt x="560" y="3556"/>
                  </a:lnTo>
                  <a:lnTo>
                    <a:pt x="562" y="3556"/>
                  </a:lnTo>
                  <a:lnTo>
                    <a:pt x="564" y="3556"/>
                  </a:lnTo>
                  <a:lnTo>
                    <a:pt x="562" y="3548"/>
                  </a:lnTo>
                  <a:lnTo>
                    <a:pt x="560" y="3544"/>
                  </a:lnTo>
                  <a:lnTo>
                    <a:pt x="560" y="3546"/>
                  </a:lnTo>
                  <a:lnTo>
                    <a:pt x="560" y="3548"/>
                  </a:lnTo>
                  <a:close/>
                  <a:moveTo>
                    <a:pt x="556" y="3506"/>
                  </a:moveTo>
                  <a:lnTo>
                    <a:pt x="556" y="3506"/>
                  </a:lnTo>
                  <a:lnTo>
                    <a:pt x="530" y="3504"/>
                  </a:lnTo>
                  <a:lnTo>
                    <a:pt x="522" y="3504"/>
                  </a:lnTo>
                  <a:lnTo>
                    <a:pt x="522" y="3506"/>
                  </a:lnTo>
                  <a:lnTo>
                    <a:pt x="526" y="3508"/>
                  </a:lnTo>
                  <a:lnTo>
                    <a:pt x="528" y="3510"/>
                  </a:lnTo>
                  <a:lnTo>
                    <a:pt x="528" y="3512"/>
                  </a:lnTo>
                  <a:lnTo>
                    <a:pt x="528" y="3516"/>
                  </a:lnTo>
                  <a:lnTo>
                    <a:pt x="530" y="3522"/>
                  </a:lnTo>
                  <a:lnTo>
                    <a:pt x="532" y="3524"/>
                  </a:lnTo>
                  <a:lnTo>
                    <a:pt x="536" y="3524"/>
                  </a:lnTo>
                  <a:lnTo>
                    <a:pt x="546" y="3524"/>
                  </a:lnTo>
                  <a:lnTo>
                    <a:pt x="550" y="3524"/>
                  </a:lnTo>
                  <a:lnTo>
                    <a:pt x="550" y="3522"/>
                  </a:lnTo>
                  <a:lnTo>
                    <a:pt x="550" y="3520"/>
                  </a:lnTo>
                  <a:lnTo>
                    <a:pt x="554" y="3518"/>
                  </a:lnTo>
                  <a:lnTo>
                    <a:pt x="556" y="3520"/>
                  </a:lnTo>
                  <a:lnTo>
                    <a:pt x="558" y="3524"/>
                  </a:lnTo>
                  <a:lnTo>
                    <a:pt x="558" y="3526"/>
                  </a:lnTo>
                  <a:lnTo>
                    <a:pt x="562" y="3528"/>
                  </a:lnTo>
                  <a:lnTo>
                    <a:pt x="566" y="3526"/>
                  </a:lnTo>
                  <a:lnTo>
                    <a:pt x="568" y="3524"/>
                  </a:lnTo>
                  <a:lnTo>
                    <a:pt x="572" y="3514"/>
                  </a:lnTo>
                  <a:lnTo>
                    <a:pt x="572" y="3512"/>
                  </a:lnTo>
                  <a:lnTo>
                    <a:pt x="572" y="3508"/>
                  </a:lnTo>
                  <a:lnTo>
                    <a:pt x="568" y="3506"/>
                  </a:lnTo>
                  <a:lnTo>
                    <a:pt x="562" y="3506"/>
                  </a:lnTo>
                  <a:lnTo>
                    <a:pt x="556" y="3506"/>
                  </a:lnTo>
                  <a:close/>
                  <a:moveTo>
                    <a:pt x="522" y="3532"/>
                  </a:moveTo>
                  <a:lnTo>
                    <a:pt x="522" y="3532"/>
                  </a:lnTo>
                  <a:lnTo>
                    <a:pt x="516" y="3528"/>
                  </a:lnTo>
                  <a:lnTo>
                    <a:pt x="520" y="3528"/>
                  </a:lnTo>
                  <a:lnTo>
                    <a:pt x="524" y="3526"/>
                  </a:lnTo>
                  <a:lnTo>
                    <a:pt x="524" y="3524"/>
                  </a:lnTo>
                  <a:lnTo>
                    <a:pt x="518" y="3520"/>
                  </a:lnTo>
                  <a:lnTo>
                    <a:pt x="510" y="3520"/>
                  </a:lnTo>
                  <a:lnTo>
                    <a:pt x="506" y="3520"/>
                  </a:lnTo>
                  <a:lnTo>
                    <a:pt x="506" y="3518"/>
                  </a:lnTo>
                  <a:lnTo>
                    <a:pt x="514" y="3516"/>
                  </a:lnTo>
                  <a:lnTo>
                    <a:pt x="520" y="3514"/>
                  </a:lnTo>
                  <a:lnTo>
                    <a:pt x="520" y="3512"/>
                  </a:lnTo>
                  <a:lnTo>
                    <a:pt x="520" y="3510"/>
                  </a:lnTo>
                  <a:lnTo>
                    <a:pt x="518" y="3508"/>
                  </a:lnTo>
                  <a:lnTo>
                    <a:pt x="512" y="3506"/>
                  </a:lnTo>
                  <a:lnTo>
                    <a:pt x="504" y="3506"/>
                  </a:lnTo>
                  <a:lnTo>
                    <a:pt x="498" y="3508"/>
                  </a:lnTo>
                  <a:lnTo>
                    <a:pt x="490" y="3508"/>
                  </a:lnTo>
                  <a:lnTo>
                    <a:pt x="486" y="3508"/>
                  </a:lnTo>
                  <a:lnTo>
                    <a:pt x="478" y="3510"/>
                  </a:lnTo>
                  <a:lnTo>
                    <a:pt x="462" y="3514"/>
                  </a:lnTo>
                  <a:lnTo>
                    <a:pt x="454" y="3516"/>
                  </a:lnTo>
                  <a:lnTo>
                    <a:pt x="454" y="3518"/>
                  </a:lnTo>
                  <a:lnTo>
                    <a:pt x="464" y="3524"/>
                  </a:lnTo>
                  <a:lnTo>
                    <a:pt x="466" y="3526"/>
                  </a:lnTo>
                  <a:lnTo>
                    <a:pt x="462" y="3528"/>
                  </a:lnTo>
                  <a:lnTo>
                    <a:pt x="470" y="3532"/>
                  </a:lnTo>
                  <a:lnTo>
                    <a:pt x="476" y="3534"/>
                  </a:lnTo>
                  <a:lnTo>
                    <a:pt x="480" y="3536"/>
                  </a:lnTo>
                  <a:lnTo>
                    <a:pt x="486" y="3540"/>
                  </a:lnTo>
                  <a:lnTo>
                    <a:pt x="490" y="3540"/>
                  </a:lnTo>
                  <a:lnTo>
                    <a:pt x="490" y="3538"/>
                  </a:lnTo>
                  <a:lnTo>
                    <a:pt x="482" y="3530"/>
                  </a:lnTo>
                  <a:lnTo>
                    <a:pt x="480" y="3526"/>
                  </a:lnTo>
                  <a:lnTo>
                    <a:pt x="482" y="3524"/>
                  </a:lnTo>
                  <a:lnTo>
                    <a:pt x="486" y="3524"/>
                  </a:lnTo>
                  <a:lnTo>
                    <a:pt x="490" y="3524"/>
                  </a:lnTo>
                  <a:lnTo>
                    <a:pt x="494" y="3524"/>
                  </a:lnTo>
                  <a:lnTo>
                    <a:pt x="498" y="3524"/>
                  </a:lnTo>
                  <a:lnTo>
                    <a:pt x="500" y="3524"/>
                  </a:lnTo>
                  <a:lnTo>
                    <a:pt x="496" y="3532"/>
                  </a:lnTo>
                  <a:lnTo>
                    <a:pt x="496" y="3536"/>
                  </a:lnTo>
                  <a:lnTo>
                    <a:pt x="500" y="3540"/>
                  </a:lnTo>
                  <a:lnTo>
                    <a:pt x="502" y="3540"/>
                  </a:lnTo>
                  <a:lnTo>
                    <a:pt x="506" y="3538"/>
                  </a:lnTo>
                  <a:lnTo>
                    <a:pt x="510" y="3536"/>
                  </a:lnTo>
                  <a:lnTo>
                    <a:pt x="512" y="3538"/>
                  </a:lnTo>
                  <a:lnTo>
                    <a:pt x="514" y="3540"/>
                  </a:lnTo>
                  <a:lnTo>
                    <a:pt x="518" y="3540"/>
                  </a:lnTo>
                  <a:lnTo>
                    <a:pt x="522" y="3542"/>
                  </a:lnTo>
                  <a:lnTo>
                    <a:pt x="522" y="3544"/>
                  </a:lnTo>
                  <a:lnTo>
                    <a:pt x="524" y="3548"/>
                  </a:lnTo>
                  <a:lnTo>
                    <a:pt x="526" y="3548"/>
                  </a:lnTo>
                  <a:lnTo>
                    <a:pt x="528" y="3550"/>
                  </a:lnTo>
                  <a:lnTo>
                    <a:pt x="532" y="3554"/>
                  </a:lnTo>
                  <a:lnTo>
                    <a:pt x="534" y="3552"/>
                  </a:lnTo>
                  <a:lnTo>
                    <a:pt x="534" y="3548"/>
                  </a:lnTo>
                  <a:lnTo>
                    <a:pt x="534" y="3544"/>
                  </a:lnTo>
                  <a:lnTo>
                    <a:pt x="532" y="3542"/>
                  </a:lnTo>
                  <a:lnTo>
                    <a:pt x="532" y="3538"/>
                  </a:lnTo>
                  <a:lnTo>
                    <a:pt x="530" y="3536"/>
                  </a:lnTo>
                  <a:lnTo>
                    <a:pt x="522" y="3532"/>
                  </a:lnTo>
                  <a:close/>
                  <a:moveTo>
                    <a:pt x="476" y="3508"/>
                  </a:moveTo>
                  <a:lnTo>
                    <a:pt x="476" y="3508"/>
                  </a:lnTo>
                  <a:lnTo>
                    <a:pt x="484" y="3506"/>
                  </a:lnTo>
                  <a:lnTo>
                    <a:pt x="484" y="3504"/>
                  </a:lnTo>
                  <a:lnTo>
                    <a:pt x="472" y="3502"/>
                  </a:lnTo>
                  <a:lnTo>
                    <a:pt x="464" y="3502"/>
                  </a:lnTo>
                  <a:lnTo>
                    <a:pt x="458" y="3502"/>
                  </a:lnTo>
                  <a:lnTo>
                    <a:pt x="450" y="3506"/>
                  </a:lnTo>
                  <a:lnTo>
                    <a:pt x="448" y="3508"/>
                  </a:lnTo>
                  <a:lnTo>
                    <a:pt x="456" y="3510"/>
                  </a:lnTo>
                  <a:lnTo>
                    <a:pt x="462" y="3510"/>
                  </a:lnTo>
                  <a:lnTo>
                    <a:pt x="476" y="3508"/>
                  </a:lnTo>
                  <a:close/>
                  <a:moveTo>
                    <a:pt x="572" y="3528"/>
                  </a:moveTo>
                  <a:lnTo>
                    <a:pt x="572" y="3528"/>
                  </a:lnTo>
                  <a:lnTo>
                    <a:pt x="574" y="3530"/>
                  </a:lnTo>
                  <a:lnTo>
                    <a:pt x="578" y="3530"/>
                  </a:lnTo>
                  <a:lnTo>
                    <a:pt x="580" y="3528"/>
                  </a:lnTo>
                  <a:lnTo>
                    <a:pt x="582" y="3524"/>
                  </a:lnTo>
                  <a:lnTo>
                    <a:pt x="580" y="3522"/>
                  </a:lnTo>
                  <a:lnTo>
                    <a:pt x="578" y="3522"/>
                  </a:lnTo>
                  <a:lnTo>
                    <a:pt x="574" y="3524"/>
                  </a:lnTo>
                  <a:lnTo>
                    <a:pt x="572" y="3528"/>
                  </a:lnTo>
                  <a:close/>
                  <a:moveTo>
                    <a:pt x="636" y="3486"/>
                  </a:moveTo>
                  <a:lnTo>
                    <a:pt x="636" y="3486"/>
                  </a:lnTo>
                  <a:lnTo>
                    <a:pt x="628" y="3488"/>
                  </a:lnTo>
                  <a:lnTo>
                    <a:pt x="622" y="3486"/>
                  </a:lnTo>
                  <a:lnTo>
                    <a:pt x="616" y="3484"/>
                  </a:lnTo>
                  <a:lnTo>
                    <a:pt x="610" y="3482"/>
                  </a:lnTo>
                  <a:lnTo>
                    <a:pt x="602" y="3478"/>
                  </a:lnTo>
                  <a:lnTo>
                    <a:pt x="594" y="3470"/>
                  </a:lnTo>
                  <a:lnTo>
                    <a:pt x="584" y="3462"/>
                  </a:lnTo>
                  <a:lnTo>
                    <a:pt x="574" y="3456"/>
                  </a:lnTo>
                  <a:lnTo>
                    <a:pt x="562" y="3448"/>
                  </a:lnTo>
                  <a:lnTo>
                    <a:pt x="548" y="3436"/>
                  </a:lnTo>
                  <a:lnTo>
                    <a:pt x="538" y="3424"/>
                  </a:lnTo>
                  <a:lnTo>
                    <a:pt x="532" y="3414"/>
                  </a:lnTo>
                  <a:lnTo>
                    <a:pt x="530" y="3404"/>
                  </a:lnTo>
                  <a:lnTo>
                    <a:pt x="528" y="3404"/>
                  </a:lnTo>
                  <a:lnTo>
                    <a:pt x="522" y="3402"/>
                  </a:lnTo>
                  <a:lnTo>
                    <a:pt x="516" y="3402"/>
                  </a:lnTo>
                  <a:lnTo>
                    <a:pt x="514" y="3400"/>
                  </a:lnTo>
                  <a:lnTo>
                    <a:pt x="512" y="3396"/>
                  </a:lnTo>
                  <a:lnTo>
                    <a:pt x="516" y="3390"/>
                  </a:lnTo>
                  <a:lnTo>
                    <a:pt x="520" y="3386"/>
                  </a:lnTo>
                  <a:lnTo>
                    <a:pt x="522" y="3386"/>
                  </a:lnTo>
                  <a:lnTo>
                    <a:pt x="524" y="3390"/>
                  </a:lnTo>
                  <a:lnTo>
                    <a:pt x="524" y="3392"/>
                  </a:lnTo>
                  <a:lnTo>
                    <a:pt x="526" y="3394"/>
                  </a:lnTo>
                  <a:lnTo>
                    <a:pt x="528" y="3392"/>
                  </a:lnTo>
                  <a:lnTo>
                    <a:pt x="528" y="3388"/>
                  </a:lnTo>
                  <a:lnTo>
                    <a:pt x="524" y="3380"/>
                  </a:lnTo>
                  <a:lnTo>
                    <a:pt x="510" y="3364"/>
                  </a:lnTo>
                  <a:lnTo>
                    <a:pt x="510" y="3502"/>
                  </a:lnTo>
                  <a:lnTo>
                    <a:pt x="518" y="3498"/>
                  </a:lnTo>
                  <a:lnTo>
                    <a:pt x="520" y="3496"/>
                  </a:lnTo>
                  <a:lnTo>
                    <a:pt x="522" y="3496"/>
                  </a:lnTo>
                  <a:lnTo>
                    <a:pt x="530" y="3498"/>
                  </a:lnTo>
                  <a:lnTo>
                    <a:pt x="544" y="3500"/>
                  </a:lnTo>
                  <a:lnTo>
                    <a:pt x="560" y="3502"/>
                  </a:lnTo>
                  <a:lnTo>
                    <a:pt x="576" y="3504"/>
                  </a:lnTo>
                  <a:lnTo>
                    <a:pt x="584" y="3506"/>
                  </a:lnTo>
                  <a:lnTo>
                    <a:pt x="588" y="3508"/>
                  </a:lnTo>
                  <a:lnTo>
                    <a:pt x="596" y="3512"/>
                  </a:lnTo>
                  <a:lnTo>
                    <a:pt x="598" y="3510"/>
                  </a:lnTo>
                  <a:lnTo>
                    <a:pt x="602" y="3508"/>
                  </a:lnTo>
                  <a:lnTo>
                    <a:pt x="606" y="3506"/>
                  </a:lnTo>
                  <a:lnTo>
                    <a:pt x="614" y="3506"/>
                  </a:lnTo>
                  <a:lnTo>
                    <a:pt x="620" y="3502"/>
                  </a:lnTo>
                  <a:lnTo>
                    <a:pt x="624" y="3500"/>
                  </a:lnTo>
                  <a:lnTo>
                    <a:pt x="626" y="3502"/>
                  </a:lnTo>
                  <a:lnTo>
                    <a:pt x="630" y="3506"/>
                  </a:lnTo>
                  <a:lnTo>
                    <a:pt x="632" y="3504"/>
                  </a:lnTo>
                  <a:lnTo>
                    <a:pt x="634" y="3502"/>
                  </a:lnTo>
                  <a:lnTo>
                    <a:pt x="638" y="3502"/>
                  </a:lnTo>
                  <a:lnTo>
                    <a:pt x="640" y="3502"/>
                  </a:lnTo>
                  <a:lnTo>
                    <a:pt x="642" y="3502"/>
                  </a:lnTo>
                  <a:lnTo>
                    <a:pt x="646" y="3494"/>
                  </a:lnTo>
                  <a:lnTo>
                    <a:pt x="648" y="3488"/>
                  </a:lnTo>
                  <a:lnTo>
                    <a:pt x="648" y="3486"/>
                  </a:lnTo>
                  <a:lnTo>
                    <a:pt x="642" y="3486"/>
                  </a:lnTo>
                  <a:lnTo>
                    <a:pt x="636" y="3486"/>
                  </a:lnTo>
                  <a:close/>
                  <a:moveTo>
                    <a:pt x="436" y="3502"/>
                  </a:moveTo>
                  <a:lnTo>
                    <a:pt x="436" y="3502"/>
                  </a:lnTo>
                  <a:lnTo>
                    <a:pt x="428" y="3504"/>
                  </a:lnTo>
                  <a:lnTo>
                    <a:pt x="426" y="3506"/>
                  </a:lnTo>
                  <a:lnTo>
                    <a:pt x="420" y="3506"/>
                  </a:lnTo>
                  <a:lnTo>
                    <a:pt x="414" y="3506"/>
                  </a:lnTo>
                  <a:lnTo>
                    <a:pt x="414" y="3508"/>
                  </a:lnTo>
                  <a:lnTo>
                    <a:pt x="414" y="3510"/>
                  </a:lnTo>
                  <a:lnTo>
                    <a:pt x="416" y="3514"/>
                  </a:lnTo>
                  <a:lnTo>
                    <a:pt x="418" y="3514"/>
                  </a:lnTo>
                  <a:lnTo>
                    <a:pt x="428" y="3516"/>
                  </a:lnTo>
                  <a:lnTo>
                    <a:pt x="430" y="3516"/>
                  </a:lnTo>
                  <a:lnTo>
                    <a:pt x="432" y="3518"/>
                  </a:lnTo>
                  <a:lnTo>
                    <a:pt x="432" y="3520"/>
                  </a:lnTo>
                  <a:lnTo>
                    <a:pt x="432" y="3522"/>
                  </a:lnTo>
                  <a:lnTo>
                    <a:pt x="436" y="3522"/>
                  </a:lnTo>
                  <a:lnTo>
                    <a:pt x="442" y="3518"/>
                  </a:lnTo>
                  <a:lnTo>
                    <a:pt x="442" y="3516"/>
                  </a:lnTo>
                  <a:lnTo>
                    <a:pt x="442" y="3512"/>
                  </a:lnTo>
                  <a:lnTo>
                    <a:pt x="438" y="3512"/>
                  </a:lnTo>
                  <a:lnTo>
                    <a:pt x="432" y="3510"/>
                  </a:lnTo>
                  <a:lnTo>
                    <a:pt x="434" y="3508"/>
                  </a:lnTo>
                  <a:lnTo>
                    <a:pt x="438" y="3508"/>
                  </a:lnTo>
                  <a:lnTo>
                    <a:pt x="442" y="3506"/>
                  </a:lnTo>
                  <a:lnTo>
                    <a:pt x="444" y="3504"/>
                  </a:lnTo>
                  <a:lnTo>
                    <a:pt x="440" y="3504"/>
                  </a:lnTo>
                  <a:lnTo>
                    <a:pt x="436" y="3502"/>
                  </a:lnTo>
                  <a:close/>
                  <a:moveTo>
                    <a:pt x="290" y="2874"/>
                  </a:moveTo>
                  <a:lnTo>
                    <a:pt x="290" y="2874"/>
                  </a:lnTo>
                  <a:lnTo>
                    <a:pt x="292" y="2876"/>
                  </a:lnTo>
                  <a:lnTo>
                    <a:pt x="294" y="2874"/>
                  </a:lnTo>
                  <a:lnTo>
                    <a:pt x="294" y="2872"/>
                  </a:lnTo>
                  <a:lnTo>
                    <a:pt x="294" y="2870"/>
                  </a:lnTo>
                  <a:lnTo>
                    <a:pt x="290" y="2868"/>
                  </a:lnTo>
                  <a:lnTo>
                    <a:pt x="290" y="2874"/>
                  </a:lnTo>
                  <a:close/>
                  <a:moveTo>
                    <a:pt x="592" y="3524"/>
                  </a:moveTo>
                  <a:lnTo>
                    <a:pt x="592" y="3524"/>
                  </a:lnTo>
                  <a:lnTo>
                    <a:pt x="596" y="3524"/>
                  </a:lnTo>
                  <a:lnTo>
                    <a:pt x="598" y="3524"/>
                  </a:lnTo>
                  <a:lnTo>
                    <a:pt x="598" y="3522"/>
                  </a:lnTo>
                  <a:lnTo>
                    <a:pt x="596" y="3518"/>
                  </a:lnTo>
                  <a:lnTo>
                    <a:pt x="594" y="3518"/>
                  </a:lnTo>
                  <a:lnTo>
                    <a:pt x="590" y="3520"/>
                  </a:lnTo>
                  <a:lnTo>
                    <a:pt x="590" y="3522"/>
                  </a:lnTo>
                  <a:lnTo>
                    <a:pt x="592" y="3524"/>
                  </a:lnTo>
                  <a:close/>
                  <a:moveTo>
                    <a:pt x="310" y="3406"/>
                  </a:moveTo>
                  <a:lnTo>
                    <a:pt x="310" y="3406"/>
                  </a:lnTo>
                  <a:lnTo>
                    <a:pt x="314" y="3406"/>
                  </a:lnTo>
                  <a:lnTo>
                    <a:pt x="318" y="3406"/>
                  </a:lnTo>
                  <a:lnTo>
                    <a:pt x="322" y="3406"/>
                  </a:lnTo>
                  <a:lnTo>
                    <a:pt x="326" y="3408"/>
                  </a:lnTo>
                  <a:lnTo>
                    <a:pt x="328" y="3408"/>
                  </a:lnTo>
                  <a:lnTo>
                    <a:pt x="324" y="3402"/>
                  </a:lnTo>
                  <a:lnTo>
                    <a:pt x="318" y="3396"/>
                  </a:lnTo>
                  <a:lnTo>
                    <a:pt x="316" y="3394"/>
                  </a:lnTo>
                  <a:lnTo>
                    <a:pt x="314" y="3394"/>
                  </a:lnTo>
                  <a:lnTo>
                    <a:pt x="312" y="3394"/>
                  </a:lnTo>
                  <a:lnTo>
                    <a:pt x="310" y="3392"/>
                  </a:lnTo>
                  <a:lnTo>
                    <a:pt x="308" y="3390"/>
                  </a:lnTo>
                  <a:lnTo>
                    <a:pt x="306" y="3392"/>
                  </a:lnTo>
                  <a:lnTo>
                    <a:pt x="304" y="3390"/>
                  </a:lnTo>
                  <a:lnTo>
                    <a:pt x="294" y="3384"/>
                  </a:lnTo>
                  <a:lnTo>
                    <a:pt x="284" y="3382"/>
                  </a:lnTo>
                  <a:lnTo>
                    <a:pt x="280" y="3378"/>
                  </a:lnTo>
                  <a:lnTo>
                    <a:pt x="274" y="3374"/>
                  </a:lnTo>
                  <a:lnTo>
                    <a:pt x="268" y="3370"/>
                  </a:lnTo>
                  <a:lnTo>
                    <a:pt x="264" y="3368"/>
                  </a:lnTo>
                  <a:lnTo>
                    <a:pt x="262" y="3370"/>
                  </a:lnTo>
                  <a:lnTo>
                    <a:pt x="266" y="3374"/>
                  </a:lnTo>
                  <a:lnTo>
                    <a:pt x="270" y="3376"/>
                  </a:lnTo>
                  <a:lnTo>
                    <a:pt x="270" y="3380"/>
                  </a:lnTo>
                  <a:lnTo>
                    <a:pt x="268" y="3380"/>
                  </a:lnTo>
                  <a:lnTo>
                    <a:pt x="272" y="3382"/>
                  </a:lnTo>
                  <a:lnTo>
                    <a:pt x="276" y="3384"/>
                  </a:lnTo>
                  <a:lnTo>
                    <a:pt x="278" y="3388"/>
                  </a:lnTo>
                  <a:lnTo>
                    <a:pt x="282" y="3390"/>
                  </a:lnTo>
                  <a:lnTo>
                    <a:pt x="288" y="3392"/>
                  </a:lnTo>
                  <a:lnTo>
                    <a:pt x="294" y="3392"/>
                  </a:lnTo>
                  <a:lnTo>
                    <a:pt x="296" y="3394"/>
                  </a:lnTo>
                  <a:lnTo>
                    <a:pt x="300" y="3396"/>
                  </a:lnTo>
                  <a:lnTo>
                    <a:pt x="302" y="3398"/>
                  </a:lnTo>
                  <a:lnTo>
                    <a:pt x="304" y="3398"/>
                  </a:lnTo>
                  <a:lnTo>
                    <a:pt x="308" y="3398"/>
                  </a:lnTo>
                  <a:lnTo>
                    <a:pt x="310" y="3400"/>
                  </a:lnTo>
                  <a:lnTo>
                    <a:pt x="310" y="3402"/>
                  </a:lnTo>
                  <a:lnTo>
                    <a:pt x="310" y="3404"/>
                  </a:lnTo>
                  <a:lnTo>
                    <a:pt x="310" y="3406"/>
                  </a:lnTo>
                  <a:close/>
                  <a:moveTo>
                    <a:pt x="262" y="3306"/>
                  </a:moveTo>
                  <a:lnTo>
                    <a:pt x="262" y="3306"/>
                  </a:lnTo>
                  <a:lnTo>
                    <a:pt x="260" y="3302"/>
                  </a:lnTo>
                  <a:lnTo>
                    <a:pt x="258" y="3302"/>
                  </a:lnTo>
                  <a:lnTo>
                    <a:pt x="258" y="3304"/>
                  </a:lnTo>
                  <a:lnTo>
                    <a:pt x="258" y="3310"/>
                  </a:lnTo>
                  <a:lnTo>
                    <a:pt x="258" y="3314"/>
                  </a:lnTo>
                  <a:lnTo>
                    <a:pt x="254" y="3308"/>
                  </a:lnTo>
                  <a:lnTo>
                    <a:pt x="252" y="3308"/>
                  </a:lnTo>
                  <a:lnTo>
                    <a:pt x="250" y="3310"/>
                  </a:lnTo>
                  <a:lnTo>
                    <a:pt x="248" y="3314"/>
                  </a:lnTo>
                  <a:lnTo>
                    <a:pt x="250" y="3318"/>
                  </a:lnTo>
                  <a:lnTo>
                    <a:pt x="252" y="3320"/>
                  </a:lnTo>
                  <a:lnTo>
                    <a:pt x="252" y="3322"/>
                  </a:lnTo>
                  <a:lnTo>
                    <a:pt x="250" y="3324"/>
                  </a:lnTo>
                  <a:lnTo>
                    <a:pt x="252" y="3328"/>
                  </a:lnTo>
                  <a:lnTo>
                    <a:pt x="252" y="3332"/>
                  </a:lnTo>
                  <a:lnTo>
                    <a:pt x="254" y="3332"/>
                  </a:lnTo>
                  <a:lnTo>
                    <a:pt x="258" y="3324"/>
                  </a:lnTo>
                  <a:lnTo>
                    <a:pt x="260" y="3314"/>
                  </a:lnTo>
                  <a:lnTo>
                    <a:pt x="262" y="3310"/>
                  </a:lnTo>
                  <a:lnTo>
                    <a:pt x="262" y="3306"/>
                  </a:lnTo>
                  <a:close/>
                  <a:moveTo>
                    <a:pt x="284" y="3406"/>
                  </a:moveTo>
                  <a:lnTo>
                    <a:pt x="284" y="3406"/>
                  </a:lnTo>
                  <a:lnTo>
                    <a:pt x="286" y="3406"/>
                  </a:lnTo>
                  <a:lnTo>
                    <a:pt x="288" y="3404"/>
                  </a:lnTo>
                  <a:lnTo>
                    <a:pt x="290" y="3402"/>
                  </a:lnTo>
                  <a:lnTo>
                    <a:pt x="290" y="3400"/>
                  </a:lnTo>
                  <a:lnTo>
                    <a:pt x="286" y="3398"/>
                  </a:lnTo>
                  <a:lnTo>
                    <a:pt x="284" y="3400"/>
                  </a:lnTo>
                  <a:lnTo>
                    <a:pt x="284" y="3404"/>
                  </a:lnTo>
                  <a:lnTo>
                    <a:pt x="284" y="3406"/>
                  </a:lnTo>
                  <a:close/>
                  <a:moveTo>
                    <a:pt x="268" y="3336"/>
                  </a:moveTo>
                  <a:lnTo>
                    <a:pt x="268" y="3336"/>
                  </a:lnTo>
                  <a:lnTo>
                    <a:pt x="260" y="3336"/>
                  </a:lnTo>
                  <a:lnTo>
                    <a:pt x="258" y="3336"/>
                  </a:lnTo>
                  <a:lnTo>
                    <a:pt x="256" y="3338"/>
                  </a:lnTo>
                  <a:lnTo>
                    <a:pt x="258" y="3340"/>
                  </a:lnTo>
                  <a:lnTo>
                    <a:pt x="262" y="3342"/>
                  </a:lnTo>
                  <a:lnTo>
                    <a:pt x="264" y="3342"/>
                  </a:lnTo>
                  <a:lnTo>
                    <a:pt x="268" y="3340"/>
                  </a:lnTo>
                  <a:lnTo>
                    <a:pt x="268" y="3338"/>
                  </a:lnTo>
                  <a:lnTo>
                    <a:pt x="268" y="3336"/>
                  </a:lnTo>
                  <a:close/>
                  <a:moveTo>
                    <a:pt x="412" y="3500"/>
                  </a:moveTo>
                  <a:lnTo>
                    <a:pt x="412" y="3500"/>
                  </a:lnTo>
                  <a:lnTo>
                    <a:pt x="406" y="3498"/>
                  </a:lnTo>
                  <a:lnTo>
                    <a:pt x="402" y="3496"/>
                  </a:lnTo>
                  <a:lnTo>
                    <a:pt x="398" y="3498"/>
                  </a:lnTo>
                  <a:lnTo>
                    <a:pt x="396" y="3500"/>
                  </a:lnTo>
                  <a:lnTo>
                    <a:pt x="396" y="3502"/>
                  </a:lnTo>
                  <a:lnTo>
                    <a:pt x="398" y="3504"/>
                  </a:lnTo>
                  <a:lnTo>
                    <a:pt x="402" y="3502"/>
                  </a:lnTo>
                  <a:lnTo>
                    <a:pt x="406" y="3500"/>
                  </a:lnTo>
                  <a:lnTo>
                    <a:pt x="408" y="3502"/>
                  </a:lnTo>
                  <a:lnTo>
                    <a:pt x="410" y="3502"/>
                  </a:lnTo>
                  <a:lnTo>
                    <a:pt x="414" y="3504"/>
                  </a:lnTo>
                  <a:lnTo>
                    <a:pt x="414" y="3502"/>
                  </a:lnTo>
                  <a:lnTo>
                    <a:pt x="416" y="3500"/>
                  </a:lnTo>
                  <a:lnTo>
                    <a:pt x="414" y="3500"/>
                  </a:lnTo>
                  <a:lnTo>
                    <a:pt x="412" y="3500"/>
                  </a:lnTo>
                  <a:close/>
                  <a:moveTo>
                    <a:pt x="248" y="3284"/>
                  </a:moveTo>
                  <a:lnTo>
                    <a:pt x="248" y="3284"/>
                  </a:lnTo>
                  <a:lnTo>
                    <a:pt x="244" y="3282"/>
                  </a:lnTo>
                  <a:lnTo>
                    <a:pt x="244" y="3284"/>
                  </a:lnTo>
                  <a:lnTo>
                    <a:pt x="244" y="3292"/>
                  </a:lnTo>
                  <a:lnTo>
                    <a:pt x="240" y="3300"/>
                  </a:lnTo>
                  <a:lnTo>
                    <a:pt x="240" y="3302"/>
                  </a:lnTo>
                  <a:lnTo>
                    <a:pt x="244" y="3302"/>
                  </a:lnTo>
                  <a:lnTo>
                    <a:pt x="246" y="3300"/>
                  </a:lnTo>
                  <a:lnTo>
                    <a:pt x="246" y="3298"/>
                  </a:lnTo>
                  <a:lnTo>
                    <a:pt x="248" y="3294"/>
                  </a:lnTo>
                  <a:lnTo>
                    <a:pt x="248" y="3292"/>
                  </a:lnTo>
                  <a:lnTo>
                    <a:pt x="252" y="3288"/>
                  </a:lnTo>
                  <a:lnTo>
                    <a:pt x="248" y="3284"/>
                  </a:lnTo>
                  <a:close/>
                  <a:moveTo>
                    <a:pt x="376" y="3462"/>
                  </a:moveTo>
                  <a:lnTo>
                    <a:pt x="376" y="3462"/>
                  </a:lnTo>
                  <a:lnTo>
                    <a:pt x="376" y="3466"/>
                  </a:lnTo>
                  <a:lnTo>
                    <a:pt x="378" y="3468"/>
                  </a:lnTo>
                  <a:lnTo>
                    <a:pt x="380" y="3468"/>
                  </a:lnTo>
                  <a:lnTo>
                    <a:pt x="380" y="3464"/>
                  </a:lnTo>
                  <a:lnTo>
                    <a:pt x="380" y="3462"/>
                  </a:lnTo>
                  <a:lnTo>
                    <a:pt x="382" y="3462"/>
                  </a:lnTo>
                  <a:lnTo>
                    <a:pt x="384" y="3460"/>
                  </a:lnTo>
                  <a:lnTo>
                    <a:pt x="384" y="3456"/>
                  </a:lnTo>
                  <a:lnTo>
                    <a:pt x="386" y="3454"/>
                  </a:lnTo>
                  <a:lnTo>
                    <a:pt x="386" y="3452"/>
                  </a:lnTo>
                  <a:lnTo>
                    <a:pt x="386" y="3448"/>
                  </a:lnTo>
                  <a:lnTo>
                    <a:pt x="386" y="3444"/>
                  </a:lnTo>
                  <a:lnTo>
                    <a:pt x="386" y="3442"/>
                  </a:lnTo>
                  <a:lnTo>
                    <a:pt x="384" y="3440"/>
                  </a:lnTo>
                  <a:lnTo>
                    <a:pt x="378" y="3438"/>
                  </a:lnTo>
                  <a:lnTo>
                    <a:pt x="376" y="3438"/>
                  </a:lnTo>
                  <a:lnTo>
                    <a:pt x="374" y="3442"/>
                  </a:lnTo>
                  <a:lnTo>
                    <a:pt x="372" y="3444"/>
                  </a:lnTo>
                  <a:lnTo>
                    <a:pt x="370" y="3442"/>
                  </a:lnTo>
                  <a:lnTo>
                    <a:pt x="368" y="3442"/>
                  </a:lnTo>
                  <a:lnTo>
                    <a:pt x="364" y="3442"/>
                  </a:lnTo>
                  <a:lnTo>
                    <a:pt x="362" y="3444"/>
                  </a:lnTo>
                  <a:lnTo>
                    <a:pt x="362" y="3446"/>
                  </a:lnTo>
                  <a:lnTo>
                    <a:pt x="368" y="3452"/>
                  </a:lnTo>
                  <a:lnTo>
                    <a:pt x="374" y="3458"/>
                  </a:lnTo>
                  <a:lnTo>
                    <a:pt x="376" y="3460"/>
                  </a:lnTo>
                  <a:lnTo>
                    <a:pt x="376" y="3462"/>
                  </a:lnTo>
                  <a:close/>
                  <a:moveTo>
                    <a:pt x="360" y="3454"/>
                  </a:moveTo>
                  <a:lnTo>
                    <a:pt x="360" y="3454"/>
                  </a:lnTo>
                  <a:lnTo>
                    <a:pt x="358" y="3458"/>
                  </a:lnTo>
                  <a:lnTo>
                    <a:pt x="354" y="3458"/>
                  </a:lnTo>
                  <a:lnTo>
                    <a:pt x="352" y="3460"/>
                  </a:lnTo>
                  <a:lnTo>
                    <a:pt x="354" y="3462"/>
                  </a:lnTo>
                  <a:lnTo>
                    <a:pt x="356" y="3464"/>
                  </a:lnTo>
                  <a:lnTo>
                    <a:pt x="358" y="3464"/>
                  </a:lnTo>
                  <a:lnTo>
                    <a:pt x="364" y="3458"/>
                  </a:lnTo>
                  <a:lnTo>
                    <a:pt x="364" y="3456"/>
                  </a:lnTo>
                  <a:lnTo>
                    <a:pt x="364" y="3454"/>
                  </a:lnTo>
                  <a:lnTo>
                    <a:pt x="362" y="3452"/>
                  </a:lnTo>
                  <a:lnTo>
                    <a:pt x="360" y="3454"/>
                  </a:lnTo>
                  <a:close/>
                  <a:moveTo>
                    <a:pt x="390" y="3462"/>
                  </a:moveTo>
                  <a:lnTo>
                    <a:pt x="390" y="3462"/>
                  </a:lnTo>
                  <a:lnTo>
                    <a:pt x="394" y="3462"/>
                  </a:lnTo>
                  <a:lnTo>
                    <a:pt x="394" y="3460"/>
                  </a:lnTo>
                  <a:lnTo>
                    <a:pt x="396" y="3458"/>
                  </a:lnTo>
                  <a:lnTo>
                    <a:pt x="398" y="3460"/>
                  </a:lnTo>
                  <a:lnTo>
                    <a:pt x="402" y="3462"/>
                  </a:lnTo>
                  <a:lnTo>
                    <a:pt x="402" y="3464"/>
                  </a:lnTo>
                  <a:lnTo>
                    <a:pt x="402" y="3466"/>
                  </a:lnTo>
                  <a:lnTo>
                    <a:pt x="406" y="3468"/>
                  </a:lnTo>
                  <a:lnTo>
                    <a:pt x="410" y="3468"/>
                  </a:lnTo>
                  <a:lnTo>
                    <a:pt x="412" y="3466"/>
                  </a:lnTo>
                  <a:lnTo>
                    <a:pt x="412" y="3454"/>
                  </a:lnTo>
                  <a:lnTo>
                    <a:pt x="410" y="3450"/>
                  </a:lnTo>
                  <a:lnTo>
                    <a:pt x="408" y="3450"/>
                  </a:lnTo>
                  <a:lnTo>
                    <a:pt x="406" y="3450"/>
                  </a:lnTo>
                  <a:lnTo>
                    <a:pt x="402" y="3448"/>
                  </a:lnTo>
                  <a:lnTo>
                    <a:pt x="400" y="3444"/>
                  </a:lnTo>
                  <a:lnTo>
                    <a:pt x="394" y="3442"/>
                  </a:lnTo>
                  <a:lnTo>
                    <a:pt x="390" y="3444"/>
                  </a:lnTo>
                  <a:lnTo>
                    <a:pt x="388" y="3446"/>
                  </a:lnTo>
                  <a:lnTo>
                    <a:pt x="388" y="3448"/>
                  </a:lnTo>
                  <a:lnTo>
                    <a:pt x="390" y="3454"/>
                  </a:lnTo>
                  <a:lnTo>
                    <a:pt x="388" y="3456"/>
                  </a:lnTo>
                  <a:lnTo>
                    <a:pt x="388" y="3460"/>
                  </a:lnTo>
                  <a:lnTo>
                    <a:pt x="390" y="3462"/>
                  </a:lnTo>
                  <a:close/>
                  <a:moveTo>
                    <a:pt x="356" y="3450"/>
                  </a:moveTo>
                  <a:lnTo>
                    <a:pt x="356" y="3450"/>
                  </a:lnTo>
                  <a:lnTo>
                    <a:pt x="358" y="3450"/>
                  </a:lnTo>
                  <a:lnTo>
                    <a:pt x="360" y="3450"/>
                  </a:lnTo>
                  <a:lnTo>
                    <a:pt x="358" y="3444"/>
                  </a:lnTo>
                  <a:lnTo>
                    <a:pt x="358" y="3442"/>
                  </a:lnTo>
                  <a:lnTo>
                    <a:pt x="358" y="3440"/>
                  </a:lnTo>
                  <a:lnTo>
                    <a:pt x="362" y="3438"/>
                  </a:lnTo>
                  <a:lnTo>
                    <a:pt x="366" y="3436"/>
                  </a:lnTo>
                  <a:lnTo>
                    <a:pt x="366" y="3434"/>
                  </a:lnTo>
                  <a:lnTo>
                    <a:pt x="366" y="3432"/>
                  </a:lnTo>
                  <a:lnTo>
                    <a:pt x="362" y="3430"/>
                  </a:lnTo>
                  <a:lnTo>
                    <a:pt x="360" y="3430"/>
                  </a:lnTo>
                  <a:lnTo>
                    <a:pt x="358" y="3428"/>
                  </a:lnTo>
                  <a:lnTo>
                    <a:pt x="356" y="3426"/>
                  </a:lnTo>
                  <a:lnTo>
                    <a:pt x="354" y="3422"/>
                  </a:lnTo>
                  <a:lnTo>
                    <a:pt x="352" y="3420"/>
                  </a:lnTo>
                  <a:lnTo>
                    <a:pt x="348" y="3418"/>
                  </a:lnTo>
                  <a:lnTo>
                    <a:pt x="346" y="3420"/>
                  </a:lnTo>
                  <a:lnTo>
                    <a:pt x="344" y="3420"/>
                  </a:lnTo>
                  <a:lnTo>
                    <a:pt x="344" y="3418"/>
                  </a:lnTo>
                  <a:lnTo>
                    <a:pt x="342" y="3418"/>
                  </a:lnTo>
                  <a:lnTo>
                    <a:pt x="340" y="3420"/>
                  </a:lnTo>
                  <a:lnTo>
                    <a:pt x="338" y="3422"/>
                  </a:lnTo>
                  <a:lnTo>
                    <a:pt x="338" y="3418"/>
                  </a:lnTo>
                  <a:lnTo>
                    <a:pt x="336" y="3414"/>
                  </a:lnTo>
                  <a:lnTo>
                    <a:pt x="332" y="3410"/>
                  </a:lnTo>
                  <a:lnTo>
                    <a:pt x="328" y="3410"/>
                  </a:lnTo>
                  <a:lnTo>
                    <a:pt x="328" y="3412"/>
                  </a:lnTo>
                  <a:lnTo>
                    <a:pt x="328" y="3414"/>
                  </a:lnTo>
                  <a:lnTo>
                    <a:pt x="322" y="3414"/>
                  </a:lnTo>
                  <a:lnTo>
                    <a:pt x="320" y="3414"/>
                  </a:lnTo>
                  <a:lnTo>
                    <a:pt x="318" y="3414"/>
                  </a:lnTo>
                  <a:lnTo>
                    <a:pt x="320" y="3418"/>
                  </a:lnTo>
                  <a:lnTo>
                    <a:pt x="322" y="3422"/>
                  </a:lnTo>
                  <a:lnTo>
                    <a:pt x="320" y="3422"/>
                  </a:lnTo>
                  <a:lnTo>
                    <a:pt x="314" y="3420"/>
                  </a:lnTo>
                  <a:lnTo>
                    <a:pt x="310" y="3422"/>
                  </a:lnTo>
                  <a:lnTo>
                    <a:pt x="308" y="3424"/>
                  </a:lnTo>
                  <a:lnTo>
                    <a:pt x="308" y="3426"/>
                  </a:lnTo>
                  <a:lnTo>
                    <a:pt x="310" y="3428"/>
                  </a:lnTo>
                  <a:lnTo>
                    <a:pt x="312" y="3430"/>
                  </a:lnTo>
                  <a:lnTo>
                    <a:pt x="312" y="3432"/>
                  </a:lnTo>
                  <a:lnTo>
                    <a:pt x="316" y="3432"/>
                  </a:lnTo>
                  <a:lnTo>
                    <a:pt x="320" y="3430"/>
                  </a:lnTo>
                  <a:lnTo>
                    <a:pt x="322" y="3432"/>
                  </a:lnTo>
                  <a:lnTo>
                    <a:pt x="322" y="3434"/>
                  </a:lnTo>
                  <a:lnTo>
                    <a:pt x="322" y="3442"/>
                  </a:lnTo>
                  <a:lnTo>
                    <a:pt x="324" y="3444"/>
                  </a:lnTo>
                  <a:lnTo>
                    <a:pt x="328" y="3448"/>
                  </a:lnTo>
                  <a:lnTo>
                    <a:pt x="330" y="3448"/>
                  </a:lnTo>
                  <a:lnTo>
                    <a:pt x="332" y="3448"/>
                  </a:lnTo>
                  <a:lnTo>
                    <a:pt x="332" y="3442"/>
                  </a:lnTo>
                  <a:lnTo>
                    <a:pt x="332" y="3438"/>
                  </a:lnTo>
                  <a:lnTo>
                    <a:pt x="334" y="3438"/>
                  </a:lnTo>
                  <a:lnTo>
                    <a:pt x="336" y="3440"/>
                  </a:lnTo>
                  <a:lnTo>
                    <a:pt x="340" y="3438"/>
                  </a:lnTo>
                  <a:lnTo>
                    <a:pt x="342" y="3438"/>
                  </a:lnTo>
                  <a:lnTo>
                    <a:pt x="342" y="3442"/>
                  </a:lnTo>
                  <a:lnTo>
                    <a:pt x="340" y="3448"/>
                  </a:lnTo>
                  <a:lnTo>
                    <a:pt x="336" y="3450"/>
                  </a:lnTo>
                  <a:lnTo>
                    <a:pt x="334" y="3452"/>
                  </a:lnTo>
                  <a:lnTo>
                    <a:pt x="338" y="3454"/>
                  </a:lnTo>
                  <a:lnTo>
                    <a:pt x="342" y="3454"/>
                  </a:lnTo>
                  <a:lnTo>
                    <a:pt x="346" y="3454"/>
                  </a:lnTo>
                  <a:lnTo>
                    <a:pt x="348" y="3452"/>
                  </a:lnTo>
                  <a:lnTo>
                    <a:pt x="350" y="3452"/>
                  </a:lnTo>
                  <a:lnTo>
                    <a:pt x="352" y="3452"/>
                  </a:lnTo>
                  <a:lnTo>
                    <a:pt x="352" y="3450"/>
                  </a:lnTo>
                  <a:lnTo>
                    <a:pt x="354" y="3448"/>
                  </a:lnTo>
                  <a:lnTo>
                    <a:pt x="356" y="3450"/>
                  </a:lnTo>
                  <a:close/>
                  <a:moveTo>
                    <a:pt x="490" y="3366"/>
                  </a:moveTo>
                  <a:lnTo>
                    <a:pt x="490" y="3366"/>
                  </a:lnTo>
                  <a:lnTo>
                    <a:pt x="488" y="3366"/>
                  </a:lnTo>
                  <a:lnTo>
                    <a:pt x="486" y="3364"/>
                  </a:lnTo>
                  <a:lnTo>
                    <a:pt x="482" y="3360"/>
                  </a:lnTo>
                  <a:lnTo>
                    <a:pt x="480" y="3354"/>
                  </a:lnTo>
                  <a:lnTo>
                    <a:pt x="478" y="3352"/>
                  </a:lnTo>
                  <a:lnTo>
                    <a:pt x="476" y="3352"/>
                  </a:lnTo>
                  <a:lnTo>
                    <a:pt x="472" y="3356"/>
                  </a:lnTo>
                  <a:lnTo>
                    <a:pt x="468" y="3364"/>
                  </a:lnTo>
                  <a:lnTo>
                    <a:pt x="464" y="3370"/>
                  </a:lnTo>
                  <a:lnTo>
                    <a:pt x="460" y="3374"/>
                  </a:lnTo>
                  <a:lnTo>
                    <a:pt x="454" y="3374"/>
                  </a:lnTo>
                  <a:lnTo>
                    <a:pt x="450" y="3372"/>
                  </a:lnTo>
                  <a:lnTo>
                    <a:pt x="446" y="3368"/>
                  </a:lnTo>
                  <a:lnTo>
                    <a:pt x="440" y="3370"/>
                  </a:lnTo>
                  <a:lnTo>
                    <a:pt x="438" y="3370"/>
                  </a:lnTo>
                  <a:lnTo>
                    <a:pt x="440" y="3372"/>
                  </a:lnTo>
                  <a:lnTo>
                    <a:pt x="442" y="3374"/>
                  </a:lnTo>
                  <a:lnTo>
                    <a:pt x="444" y="3376"/>
                  </a:lnTo>
                  <a:lnTo>
                    <a:pt x="444" y="3378"/>
                  </a:lnTo>
                  <a:lnTo>
                    <a:pt x="448" y="3380"/>
                  </a:lnTo>
                  <a:lnTo>
                    <a:pt x="450" y="3382"/>
                  </a:lnTo>
                  <a:lnTo>
                    <a:pt x="448" y="3384"/>
                  </a:lnTo>
                  <a:lnTo>
                    <a:pt x="446" y="3388"/>
                  </a:lnTo>
                  <a:lnTo>
                    <a:pt x="444" y="3388"/>
                  </a:lnTo>
                  <a:lnTo>
                    <a:pt x="440" y="3384"/>
                  </a:lnTo>
                  <a:lnTo>
                    <a:pt x="438" y="3382"/>
                  </a:lnTo>
                  <a:lnTo>
                    <a:pt x="438" y="3384"/>
                  </a:lnTo>
                  <a:lnTo>
                    <a:pt x="436" y="3388"/>
                  </a:lnTo>
                  <a:lnTo>
                    <a:pt x="436" y="3398"/>
                  </a:lnTo>
                  <a:lnTo>
                    <a:pt x="440" y="3410"/>
                  </a:lnTo>
                  <a:lnTo>
                    <a:pt x="442" y="3412"/>
                  </a:lnTo>
                  <a:lnTo>
                    <a:pt x="448" y="3414"/>
                  </a:lnTo>
                  <a:lnTo>
                    <a:pt x="460" y="3410"/>
                  </a:lnTo>
                  <a:lnTo>
                    <a:pt x="474" y="3406"/>
                  </a:lnTo>
                  <a:lnTo>
                    <a:pt x="478" y="3406"/>
                  </a:lnTo>
                  <a:lnTo>
                    <a:pt x="480" y="3408"/>
                  </a:lnTo>
                  <a:lnTo>
                    <a:pt x="482" y="3414"/>
                  </a:lnTo>
                  <a:lnTo>
                    <a:pt x="478" y="3418"/>
                  </a:lnTo>
                  <a:lnTo>
                    <a:pt x="472" y="3422"/>
                  </a:lnTo>
                  <a:lnTo>
                    <a:pt x="466" y="3424"/>
                  </a:lnTo>
                  <a:lnTo>
                    <a:pt x="452" y="3430"/>
                  </a:lnTo>
                  <a:lnTo>
                    <a:pt x="448" y="3434"/>
                  </a:lnTo>
                  <a:lnTo>
                    <a:pt x="448" y="3438"/>
                  </a:lnTo>
                  <a:lnTo>
                    <a:pt x="452" y="3446"/>
                  </a:lnTo>
                  <a:lnTo>
                    <a:pt x="458" y="3452"/>
                  </a:lnTo>
                  <a:lnTo>
                    <a:pt x="464" y="3458"/>
                  </a:lnTo>
                  <a:lnTo>
                    <a:pt x="474" y="3462"/>
                  </a:lnTo>
                  <a:lnTo>
                    <a:pt x="488" y="3470"/>
                  </a:lnTo>
                  <a:lnTo>
                    <a:pt x="494" y="3472"/>
                  </a:lnTo>
                  <a:lnTo>
                    <a:pt x="496" y="3474"/>
                  </a:lnTo>
                  <a:lnTo>
                    <a:pt x="482" y="3472"/>
                  </a:lnTo>
                  <a:lnTo>
                    <a:pt x="476" y="3468"/>
                  </a:lnTo>
                  <a:lnTo>
                    <a:pt x="474" y="3468"/>
                  </a:lnTo>
                  <a:lnTo>
                    <a:pt x="472" y="3468"/>
                  </a:lnTo>
                  <a:lnTo>
                    <a:pt x="470" y="3470"/>
                  </a:lnTo>
                  <a:lnTo>
                    <a:pt x="468" y="3470"/>
                  </a:lnTo>
                  <a:lnTo>
                    <a:pt x="462" y="3466"/>
                  </a:lnTo>
                  <a:lnTo>
                    <a:pt x="456" y="3464"/>
                  </a:lnTo>
                  <a:lnTo>
                    <a:pt x="452" y="3464"/>
                  </a:lnTo>
                  <a:lnTo>
                    <a:pt x="450" y="3464"/>
                  </a:lnTo>
                  <a:lnTo>
                    <a:pt x="448" y="3466"/>
                  </a:lnTo>
                  <a:lnTo>
                    <a:pt x="448" y="3468"/>
                  </a:lnTo>
                  <a:lnTo>
                    <a:pt x="448" y="3472"/>
                  </a:lnTo>
                  <a:lnTo>
                    <a:pt x="450" y="3472"/>
                  </a:lnTo>
                  <a:lnTo>
                    <a:pt x="448" y="3472"/>
                  </a:lnTo>
                  <a:lnTo>
                    <a:pt x="442" y="3468"/>
                  </a:lnTo>
                  <a:lnTo>
                    <a:pt x="422" y="3454"/>
                  </a:lnTo>
                  <a:lnTo>
                    <a:pt x="416" y="3452"/>
                  </a:lnTo>
                  <a:lnTo>
                    <a:pt x="416" y="3454"/>
                  </a:lnTo>
                  <a:lnTo>
                    <a:pt x="418" y="3456"/>
                  </a:lnTo>
                  <a:lnTo>
                    <a:pt x="422" y="3462"/>
                  </a:lnTo>
                  <a:lnTo>
                    <a:pt x="428" y="3464"/>
                  </a:lnTo>
                  <a:lnTo>
                    <a:pt x="430" y="3466"/>
                  </a:lnTo>
                  <a:lnTo>
                    <a:pt x="426" y="3466"/>
                  </a:lnTo>
                  <a:lnTo>
                    <a:pt x="420" y="3466"/>
                  </a:lnTo>
                  <a:lnTo>
                    <a:pt x="418" y="3468"/>
                  </a:lnTo>
                  <a:lnTo>
                    <a:pt x="416" y="3472"/>
                  </a:lnTo>
                  <a:lnTo>
                    <a:pt x="414" y="3476"/>
                  </a:lnTo>
                  <a:lnTo>
                    <a:pt x="408" y="3474"/>
                  </a:lnTo>
                  <a:lnTo>
                    <a:pt x="398" y="3470"/>
                  </a:lnTo>
                  <a:lnTo>
                    <a:pt x="398" y="3472"/>
                  </a:lnTo>
                  <a:lnTo>
                    <a:pt x="396" y="3474"/>
                  </a:lnTo>
                  <a:lnTo>
                    <a:pt x="392" y="3472"/>
                  </a:lnTo>
                  <a:lnTo>
                    <a:pt x="380" y="3470"/>
                  </a:lnTo>
                  <a:lnTo>
                    <a:pt x="380" y="3472"/>
                  </a:lnTo>
                  <a:lnTo>
                    <a:pt x="382" y="3476"/>
                  </a:lnTo>
                  <a:lnTo>
                    <a:pt x="386" y="3478"/>
                  </a:lnTo>
                  <a:lnTo>
                    <a:pt x="386" y="3480"/>
                  </a:lnTo>
                  <a:lnTo>
                    <a:pt x="382" y="3480"/>
                  </a:lnTo>
                  <a:lnTo>
                    <a:pt x="376" y="3476"/>
                  </a:lnTo>
                  <a:lnTo>
                    <a:pt x="374" y="3474"/>
                  </a:lnTo>
                  <a:lnTo>
                    <a:pt x="372" y="3474"/>
                  </a:lnTo>
                  <a:lnTo>
                    <a:pt x="374" y="3476"/>
                  </a:lnTo>
                  <a:lnTo>
                    <a:pt x="374" y="3482"/>
                  </a:lnTo>
                  <a:lnTo>
                    <a:pt x="374" y="3484"/>
                  </a:lnTo>
                  <a:lnTo>
                    <a:pt x="374" y="3486"/>
                  </a:lnTo>
                  <a:lnTo>
                    <a:pt x="376" y="3486"/>
                  </a:lnTo>
                  <a:lnTo>
                    <a:pt x="380" y="3488"/>
                  </a:lnTo>
                  <a:lnTo>
                    <a:pt x="384" y="3486"/>
                  </a:lnTo>
                  <a:lnTo>
                    <a:pt x="390" y="3486"/>
                  </a:lnTo>
                  <a:lnTo>
                    <a:pt x="394" y="3488"/>
                  </a:lnTo>
                  <a:lnTo>
                    <a:pt x="396" y="3488"/>
                  </a:lnTo>
                  <a:lnTo>
                    <a:pt x="398" y="3484"/>
                  </a:lnTo>
                  <a:lnTo>
                    <a:pt x="400" y="3480"/>
                  </a:lnTo>
                  <a:lnTo>
                    <a:pt x="402" y="3480"/>
                  </a:lnTo>
                  <a:lnTo>
                    <a:pt x="404" y="3480"/>
                  </a:lnTo>
                  <a:lnTo>
                    <a:pt x="402" y="3484"/>
                  </a:lnTo>
                  <a:lnTo>
                    <a:pt x="402" y="3486"/>
                  </a:lnTo>
                  <a:lnTo>
                    <a:pt x="404" y="3488"/>
                  </a:lnTo>
                  <a:lnTo>
                    <a:pt x="408" y="3488"/>
                  </a:lnTo>
                  <a:lnTo>
                    <a:pt x="412" y="3486"/>
                  </a:lnTo>
                  <a:lnTo>
                    <a:pt x="416" y="3486"/>
                  </a:lnTo>
                  <a:lnTo>
                    <a:pt x="414" y="3488"/>
                  </a:lnTo>
                  <a:lnTo>
                    <a:pt x="412" y="3492"/>
                  </a:lnTo>
                  <a:lnTo>
                    <a:pt x="414" y="3494"/>
                  </a:lnTo>
                  <a:lnTo>
                    <a:pt x="416" y="3492"/>
                  </a:lnTo>
                  <a:lnTo>
                    <a:pt x="418" y="3494"/>
                  </a:lnTo>
                  <a:lnTo>
                    <a:pt x="422" y="3498"/>
                  </a:lnTo>
                  <a:lnTo>
                    <a:pt x="424" y="3498"/>
                  </a:lnTo>
                  <a:lnTo>
                    <a:pt x="428" y="3496"/>
                  </a:lnTo>
                  <a:lnTo>
                    <a:pt x="432" y="3496"/>
                  </a:lnTo>
                  <a:lnTo>
                    <a:pt x="438" y="3498"/>
                  </a:lnTo>
                  <a:lnTo>
                    <a:pt x="442" y="3498"/>
                  </a:lnTo>
                  <a:lnTo>
                    <a:pt x="446" y="3496"/>
                  </a:lnTo>
                  <a:lnTo>
                    <a:pt x="450" y="3496"/>
                  </a:lnTo>
                  <a:lnTo>
                    <a:pt x="452" y="3498"/>
                  </a:lnTo>
                  <a:lnTo>
                    <a:pt x="452" y="3500"/>
                  </a:lnTo>
                  <a:lnTo>
                    <a:pt x="456" y="3498"/>
                  </a:lnTo>
                  <a:lnTo>
                    <a:pt x="458" y="3496"/>
                  </a:lnTo>
                  <a:lnTo>
                    <a:pt x="462" y="3496"/>
                  </a:lnTo>
                  <a:lnTo>
                    <a:pt x="464" y="3496"/>
                  </a:lnTo>
                  <a:lnTo>
                    <a:pt x="466" y="3492"/>
                  </a:lnTo>
                  <a:lnTo>
                    <a:pt x="468" y="3494"/>
                  </a:lnTo>
                  <a:lnTo>
                    <a:pt x="470" y="3498"/>
                  </a:lnTo>
                  <a:lnTo>
                    <a:pt x="478" y="3500"/>
                  </a:lnTo>
                  <a:lnTo>
                    <a:pt x="496" y="3504"/>
                  </a:lnTo>
                  <a:lnTo>
                    <a:pt x="502" y="3504"/>
                  </a:lnTo>
                  <a:lnTo>
                    <a:pt x="504" y="3504"/>
                  </a:lnTo>
                  <a:lnTo>
                    <a:pt x="504" y="3502"/>
                  </a:lnTo>
                  <a:lnTo>
                    <a:pt x="504" y="3500"/>
                  </a:lnTo>
                  <a:lnTo>
                    <a:pt x="506" y="3500"/>
                  </a:lnTo>
                  <a:lnTo>
                    <a:pt x="510" y="3502"/>
                  </a:lnTo>
                  <a:lnTo>
                    <a:pt x="510" y="3364"/>
                  </a:lnTo>
                  <a:lnTo>
                    <a:pt x="508" y="3362"/>
                  </a:lnTo>
                  <a:lnTo>
                    <a:pt x="504" y="3360"/>
                  </a:lnTo>
                  <a:lnTo>
                    <a:pt x="500" y="3360"/>
                  </a:lnTo>
                  <a:lnTo>
                    <a:pt x="496" y="3364"/>
                  </a:lnTo>
                  <a:lnTo>
                    <a:pt x="490" y="3366"/>
                  </a:lnTo>
                  <a:close/>
                  <a:moveTo>
                    <a:pt x="298" y="2826"/>
                  </a:moveTo>
                  <a:lnTo>
                    <a:pt x="298" y="2826"/>
                  </a:lnTo>
                  <a:lnTo>
                    <a:pt x="304" y="2826"/>
                  </a:lnTo>
                  <a:lnTo>
                    <a:pt x="306" y="2824"/>
                  </a:lnTo>
                  <a:lnTo>
                    <a:pt x="306" y="2822"/>
                  </a:lnTo>
                  <a:lnTo>
                    <a:pt x="304" y="2820"/>
                  </a:lnTo>
                  <a:lnTo>
                    <a:pt x="302" y="2814"/>
                  </a:lnTo>
                  <a:lnTo>
                    <a:pt x="304" y="2812"/>
                  </a:lnTo>
                  <a:lnTo>
                    <a:pt x="308" y="2812"/>
                  </a:lnTo>
                  <a:lnTo>
                    <a:pt x="310" y="2812"/>
                  </a:lnTo>
                  <a:lnTo>
                    <a:pt x="312" y="2810"/>
                  </a:lnTo>
                  <a:lnTo>
                    <a:pt x="310" y="2806"/>
                  </a:lnTo>
                  <a:lnTo>
                    <a:pt x="308" y="2800"/>
                  </a:lnTo>
                  <a:lnTo>
                    <a:pt x="308" y="2798"/>
                  </a:lnTo>
                  <a:lnTo>
                    <a:pt x="310" y="2798"/>
                  </a:lnTo>
                  <a:lnTo>
                    <a:pt x="314" y="2798"/>
                  </a:lnTo>
                  <a:lnTo>
                    <a:pt x="314" y="2794"/>
                  </a:lnTo>
                  <a:lnTo>
                    <a:pt x="304" y="2784"/>
                  </a:lnTo>
                  <a:lnTo>
                    <a:pt x="302" y="2780"/>
                  </a:lnTo>
                  <a:lnTo>
                    <a:pt x="302" y="2778"/>
                  </a:lnTo>
                  <a:lnTo>
                    <a:pt x="306" y="2776"/>
                  </a:lnTo>
                  <a:lnTo>
                    <a:pt x="306" y="2774"/>
                  </a:lnTo>
                  <a:lnTo>
                    <a:pt x="306" y="2770"/>
                  </a:lnTo>
                  <a:lnTo>
                    <a:pt x="306" y="2768"/>
                  </a:lnTo>
                  <a:lnTo>
                    <a:pt x="316" y="2764"/>
                  </a:lnTo>
                  <a:lnTo>
                    <a:pt x="318" y="2764"/>
                  </a:lnTo>
                  <a:lnTo>
                    <a:pt x="320" y="2762"/>
                  </a:lnTo>
                  <a:lnTo>
                    <a:pt x="318" y="2758"/>
                  </a:lnTo>
                  <a:lnTo>
                    <a:pt x="312" y="2748"/>
                  </a:lnTo>
                  <a:lnTo>
                    <a:pt x="310" y="2740"/>
                  </a:lnTo>
                  <a:lnTo>
                    <a:pt x="308" y="2738"/>
                  </a:lnTo>
                  <a:lnTo>
                    <a:pt x="302" y="2738"/>
                  </a:lnTo>
                  <a:lnTo>
                    <a:pt x="298" y="2740"/>
                  </a:lnTo>
                  <a:lnTo>
                    <a:pt x="298" y="2738"/>
                  </a:lnTo>
                  <a:lnTo>
                    <a:pt x="298" y="2736"/>
                  </a:lnTo>
                  <a:lnTo>
                    <a:pt x="296" y="2736"/>
                  </a:lnTo>
                  <a:lnTo>
                    <a:pt x="292" y="2736"/>
                  </a:lnTo>
                  <a:lnTo>
                    <a:pt x="290" y="2736"/>
                  </a:lnTo>
                  <a:lnTo>
                    <a:pt x="290" y="2738"/>
                  </a:lnTo>
                  <a:lnTo>
                    <a:pt x="290" y="2744"/>
                  </a:lnTo>
                  <a:lnTo>
                    <a:pt x="290" y="2752"/>
                  </a:lnTo>
                  <a:lnTo>
                    <a:pt x="288" y="2756"/>
                  </a:lnTo>
                  <a:lnTo>
                    <a:pt x="286" y="2762"/>
                  </a:lnTo>
                  <a:lnTo>
                    <a:pt x="284" y="2770"/>
                  </a:lnTo>
                  <a:lnTo>
                    <a:pt x="284" y="2778"/>
                  </a:lnTo>
                  <a:lnTo>
                    <a:pt x="286" y="2782"/>
                  </a:lnTo>
                  <a:lnTo>
                    <a:pt x="286" y="2790"/>
                  </a:lnTo>
                  <a:lnTo>
                    <a:pt x="282" y="2802"/>
                  </a:lnTo>
                  <a:lnTo>
                    <a:pt x="278" y="2814"/>
                  </a:lnTo>
                  <a:lnTo>
                    <a:pt x="278" y="2818"/>
                  </a:lnTo>
                  <a:lnTo>
                    <a:pt x="280" y="2822"/>
                  </a:lnTo>
                  <a:lnTo>
                    <a:pt x="286" y="2824"/>
                  </a:lnTo>
                  <a:lnTo>
                    <a:pt x="298" y="2826"/>
                  </a:lnTo>
                  <a:close/>
                  <a:moveTo>
                    <a:pt x="316" y="2894"/>
                  </a:moveTo>
                  <a:lnTo>
                    <a:pt x="316" y="2894"/>
                  </a:lnTo>
                  <a:lnTo>
                    <a:pt x="316" y="2898"/>
                  </a:lnTo>
                  <a:lnTo>
                    <a:pt x="318" y="2902"/>
                  </a:lnTo>
                  <a:lnTo>
                    <a:pt x="318" y="2904"/>
                  </a:lnTo>
                  <a:lnTo>
                    <a:pt x="318" y="2906"/>
                  </a:lnTo>
                  <a:lnTo>
                    <a:pt x="320" y="2908"/>
                  </a:lnTo>
                  <a:lnTo>
                    <a:pt x="324" y="2910"/>
                  </a:lnTo>
                  <a:lnTo>
                    <a:pt x="330" y="2910"/>
                  </a:lnTo>
                  <a:lnTo>
                    <a:pt x="336" y="2902"/>
                  </a:lnTo>
                  <a:lnTo>
                    <a:pt x="338" y="2900"/>
                  </a:lnTo>
                  <a:lnTo>
                    <a:pt x="338" y="2898"/>
                  </a:lnTo>
                  <a:lnTo>
                    <a:pt x="338" y="2896"/>
                  </a:lnTo>
                  <a:lnTo>
                    <a:pt x="342" y="2894"/>
                  </a:lnTo>
                  <a:lnTo>
                    <a:pt x="344" y="2890"/>
                  </a:lnTo>
                  <a:lnTo>
                    <a:pt x="342" y="2886"/>
                  </a:lnTo>
                  <a:lnTo>
                    <a:pt x="338" y="2882"/>
                  </a:lnTo>
                  <a:lnTo>
                    <a:pt x="332" y="2880"/>
                  </a:lnTo>
                  <a:lnTo>
                    <a:pt x="330" y="2880"/>
                  </a:lnTo>
                  <a:lnTo>
                    <a:pt x="330" y="2882"/>
                  </a:lnTo>
                  <a:lnTo>
                    <a:pt x="328" y="2882"/>
                  </a:lnTo>
                  <a:lnTo>
                    <a:pt x="326" y="2882"/>
                  </a:lnTo>
                  <a:lnTo>
                    <a:pt x="324" y="2882"/>
                  </a:lnTo>
                  <a:lnTo>
                    <a:pt x="324" y="2884"/>
                  </a:lnTo>
                  <a:lnTo>
                    <a:pt x="322" y="2888"/>
                  </a:lnTo>
                  <a:lnTo>
                    <a:pt x="322" y="2892"/>
                  </a:lnTo>
                  <a:lnTo>
                    <a:pt x="320" y="2894"/>
                  </a:lnTo>
                  <a:lnTo>
                    <a:pt x="318" y="2894"/>
                  </a:lnTo>
                  <a:lnTo>
                    <a:pt x="316" y="2894"/>
                  </a:lnTo>
                  <a:close/>
                  <a:moveTo>
                    <a:pt x="258" y="2836"/>
                  </a:moveTo>
                  <a:lnTo>
                    <a:pt x="258" y="2836"/>
                  </a:lnTo>
                  <a:lnTo>
                    <a:pt x="262" y="2838"/>
                  </a:lnTo>
                  <a:lnTo>
                    <a:pt x="264" y="2838"/>
                  </a:lnTo>
                  <a:lnTo>
                    <a:pt x="266" y="2836"/>
                  </a:lnTo>
                  <a:lnTo>
                    <a:pt x="266" y="2834"/>
                  </a:lnTo>
                  <a:lnTo>
                    <a:pt x="262" y="2832"/>
                  </a:lnTo>
                  <a:lnTo>
                    <a:pt x="260" y="2832"/>
                  </a:lnTo>
                  <a:lnTo>
                    <a:pt x="258" y="2834"/>
                  </a:lnTo>
                  <a:lnTo>
                    <a:pt x="258" y="2836"/>
                  </a:lnTo>
                  <a:close/>
                  <a:moveTo>
                    <a:pt x="324" y="2852"/>
                  </a:moveTo>
                  <a:lnTo>
                    <a:pt x="324" y="2852"/>
                  </a:lnTo>
                  <a:lnTo>
                    <a:pt x="320" y="2856"/>
                  </a:lnTo>
                  <a:lnTo>
                    <a:pt x="322" y="2858"/>
                  </a:lnTo>
                  <a:lnTo>
                    <a:pt x="324" y="2860"/>
                  </a:lnTo>
                  <a:lnTo>
                    <a:pt x="326" y="2858"/>
                  </a:lnTo>
                  <a:lnTo>
                    <a:pt x="326" y="2854"/>
                  </a:lnTo>
                  <a:lnTo>
                    <a:pt x="326" y="2852"/>
                  </a:lnTo>
                  <a:lnTo>
                    <a:pt x="324" y="2850"/>
                  </a:lnTo>
                  <a:lnTo>
                    <a:pt x="324" y="2852"/>
                  </a:lnTo>
                  <a:close/>
                  <a:moveTo>
                    <a:pt x="266" y="2958"/>
                  </a:moveTo>
                  <a:lnTo>
                    <a:pt x="266" y="2958"/>
                  </a:lnTo>
                  <a:lnTo>
                    <a:pt x="270" y="2958"/>
                  </a:lnTo>
                  <a:lnTo>
                    <a:pt x="270" y="2954"/>
                  </a:lnTo>
                  <a:lnTo>
                    <a:pt x="270" y="2950"/>
                  </a:lnTo>
                  <a:lnTo>
                    <a:pt x="268" y="2950"/>
                  </a:lnTo>
                  <a:lnTo>
                    <a:pt x="266" y="2952"/>
                  </a:lnTo>
                  <a:lnTo>
                    <a:pt x="264" y="2954"/>
                  </a:lnTo>
                  <a:lnTo>
                    <a:pt x="264" y="2956"/>
                  </a:lnTo>
                  <a:lnTo>
                    <a:pt x="266" y="2958"/>
                  </a:lnTo>
                  <a:close/>
                  <a:moveTo>
                    <a:pt x="244" y="3242"/>
                  </a:moveTo>
                  <a:lnTo>
                    <a:pt x="244" y="3242"/>
                  </a:lnTo>
                  <a:lnTo>
                    <a:pt x="248" y="3238"/>
                  </a:lnTo>
                  <a:lnTo>
                    <a:pt x="248" y="3236"/>
                  </a:lnTo>
                  <a:lnTo>
                    <a:pt x="246" y="3236"/>
                  </a:lnTo>
                  <a:lnTo>
                    <a:pt x="240" y="3234"/>
                  </a:lnTo>
                  <a:lnTo>
                    <a:pt x="234" y="3234"/>
                  </a:lnTo>
                  <a:lnTo>
                    <a:pt x="234" y="3236"/>
                  </a:lnTo>
                  <a:lnTo>
                    <a:pt x="236" y="3240"/>
                  </a:lnTo>
                  <a:lnTo>
                    <a:pt x="236" y="3242"/>
                  </a:lnTo>
                  <a:lnTo>
                    <a:pt x="232" y="3248"/>
                  </a:lnTo>
                  <a:lnTo>
                    <a:pt x="234" y="3250"/>
                  </a:lnTo>
                  <a:lnTo>
                    <a:pt x="238" y="3252"/>
                  </a:lnTo>
                  <a:lnTo>
                    <a:pt x="242" y="3254"/>
                  </a:lnTo>
                  <a:lnTo>
                    <a:pt x="242" y="3250"/>
                  </a:lnTo>
                  <a:lnTo>
                    <a:pt x="242" y="3246"/>
                  </a:lnTo>
                  <a:lnTo>
                    <a:pt x="244" y="3242"/>
                  </a:lnTo>
                  <a:close/>
                  <a:moveTo>
                    <a:pt x="302" y="2848"/>
                  </a:moveTo>
                  <a:lnTo>
                    <a:pt x="302" y="2848"/>
                  </a:lnTo>
                  <a:lnTo>
                    <a:pt x="300" y="2846"/>
                  </a:lnTo>
                  <a:lnTo>
                    <a:pt x="298" y="2846"/>
                  </a:lnTo>
                  <a:lnTo>
                    <a:pt x="296" y="2846"/>
                  </a:lnTo>
                  <a:lnTo>
                    <a:pt x="292" y="2846"/>
                  </a:lnTo>
                  <a:lnTo>
                    <a:pt x="288" y="2846"/>
                  </a:lnTo>
                  <a:lnTo>
                    <a:pt x="286" y="2848"/>
                  </a:lnTo>
                  <a:lnTo>
                    <a:pt x="288" y="2850"/>
                  </a:lnTo>
                  <a:lnTo>
                    <a:pt x="292" y="2854"/>
                  </a:lnTo>
                  <a:lnTo>
                    <a:pt x="294" y="2854"/>
                  </a:lnTo>
                  <a:lnTo>
                    <a:pt x="296" y="2854"/>
                  </a:lnTo>
                  <a:lnTo>
                    <a:pt x="300" y="2852"/>
                  </a:lnTo>
                  <a:lnTo>
                    <a:pt x="302" y="2850"/>
                  </a:lnTo>
                  <a:lnTo>
                    <a:pt x="302" y="2848"/>
                  </a:lnTo>
                  <a:close/>
                  <a:moveTo>
                    <a:pt x="302" y="2912"/>
                  </a:moveTo>
                  <a:lnTo>
                    <a:pt x="302" y="2912"/>
                  </a:lnTo>
                  <a:lnTo>
                    <a:pt x="304" y="2910"/>
                  </a:lnTo>
                  <a:lnTo>
                    <a:pt x="302" y="2906"/>
                  </a:lnTo>
                  <a:lnTo>
                    <a:pt x="300" y="2904"/>
                  </a:lnTo>
                  <a:lnTo>
                    <a:pt x="298" y="2904"/>
                  </a:lnTo>
                  <a:lnTo>
                    <a:pt x="296" y="2906"/>
                  </a:lnTo>
                  <a:lnTo>
                    <a:pt x="298" y="2910"/>
                  </a:lnTo>
                  <a:lnTo>
                    <a:pt x="300" y="2912"/>
                  </a:lnTo>
                  <a:lnTo>
                    <a:pt x="302" y="2912"/>
                  </a:lnTo>
                  <a:close/>
                  <a:moveTo>
                    <a:pt x="306" y="2942"/>
                  </a:moveTo>
                  <a:lnTo>
                    <a:pt x="306" y="2942"/>
                  </a:lnTo>
                  <a:lnTo>
                    <a:pt x="304" y="2942"/>
                  </a:lnTo>
                  <a:lnTo>
                    <a:pt x="302" y="2948"/>
                  </a:lnTo>
                  <a:lnTo>
                    <a:pt x="302" y="2952"/>
                  </a:lnTo>
                  <a:lnTo>
                    <a:pt x="304" y="2958"/>
                  </a:lnTo>
                  <a:lnTo>
                    <a:pt x="306" y="2958"/>
                  </a:lnTo>
                  <a:lnTo>
                    <a:pt x="308" y="2958"/>
                  </a:lnTo>
                  <a:lnTo>
                    <a:pt x="308" y="2952"/>
                  </a:lnTo>
                  <a:lnTo>
                    <a:pt x="310" y="2944"/>
                  </a:lnTo>
                  <a:lnTo>
                    <a:pt x="308" y="2942"/>
                  </a:lnTo>
                  <a:lnTo>
                    <a:pt x="306" y="2942"/>
                  </a:lnTo>
                  <a:close/>
                  <a:moveTo>
                    <a:pt x="278" y="2958"/>
                  </a:moveTo>
                  <a:lnTo>
                    <a:pt x="278" y="2958"/>
                  </a:lnTo>
                  <a:lnTo>
                    <a:pt x="280" y="2956"/>
                  </a:lnTo>
                  <a:lnTo>
                    <a:pt x="284" y="2952"/>
                  </a:lnTo>
                  <a:lnTo>
                    <a:pt x="286" y="2950"/>
                  </a:lnTo>
                  <a:lnTo>
                    <a:pt x="284" y="2946"/>
                  </a:lnTo>
                  <a:lnTo>
                    <a:pt x="280" y="2942"/>
                  </a:lnTo>
                  <a:lnTo>
                    <a:pt x="276" y="2942"/>
                  </a:lnTo>
                  <a:lnTo>
                    <a:pt x="274" y="2944"/>
                  </a:lnTo>
                  <a:lnTo>
                    <a:pt x="272" y="2946"/>
                  </a:lnTo>
                  <a:lnTo>
                    <a:pt x="274" y="2950"/>
                  </a:lnTo>
                  <a:lnTo>
                    <a:pt x="274" y="2952"/>
                  </a:lnTo>
                  <a:lnTo>
                    <a:pt x="274" y="2956"/>
                  </a:lnTo>
                  <a:lnTo>
                    <a:pt x="274" y="2958"/>
                  </a:lnTo>
                  <a:lnTo>
                    <a:pt x="278" y="2958"/>
                  </a:lnTo>
                  <a:close/>
                  <a:moveTo>
                    <a:pt x="1872" y="956"/>
                  </a:moveTo>
                  <a:lnTo>
                    <a:pt x="1872" y="956"/>
                  </a:lnTo>
                  <a:lnTo>
                    <a:pt x="1868" y="926"/>
                  </a:lnTo>
                  <a:lnTo>
                    <a:pt x="1864" y="900"/>
                  </a:lnTo>
                  <a:lnTo>
                    <a:pt x="1862" y="888"/>
                  </a:lnTo>
                  <a:lnTo>
                    <a:pt x="1858" y="876"/>
                  </a:lnTo>
                  <a:lnTo>
                    <a:pt x="1852" y="868"/>
                  </a:lnTo>
                  <a:lnTo>
                    <a:pt x="1844" y="858"/>
                  </a:lnTo>
                  <a:lnTo>
                    <a:pt x="1836" y="852"/>
                  </a:lnTo>
                  <a:lnTo>
                    <a:pt x="1830" y="850"/>
                  </a:lnTo>
                  <a:lnTo>
                    <a:pt x="1824" y="850"/>
                  </a:lnTo>
                  <a:lnTo>
                    <a:pt x="1816" y="850"/>
                  </a:lnTo>
                  <a:lnTo>
                    <a:pt x="1810" y="852"/>
                  </a:lnTo>
                  <a:lnTo>
                    <a:pt x="1800" y="850"/>
                  </a:lnTo>
                  <a:lnTo>
                    <a:pt x="1788" y="846"/>
                  </a:lnTo>
                  <a:lnTo>
                    <a:pt x="1774" y="838"/>
                  </a:lnTo>
                  <a:lnTo>
                    <a:pt x="1760" y="828"/>
                  </a:lnTo>
                  <a:lnTo>
                    <a:pt x="1750" y="820"/>
                  </a:lnTo>
                  <a:lnTo>
                    <a:pt x="1744" y="814"/>
                  </a:lnTo>
                  <a:lnTo>
                    <a:pt x="1740" y="808"/>
                  </a:lnTo>
                  <a:lnTo>
                    <a:pt x="1734" y="796"/>
                  </a:lnTo>
                  <a:lnTo>
                    <a:pt x="1728" y="788"/>
                  </a:lnTo>
                  <a:lnTo>
                    <a:pt x="1718" y="780"/>
                  </a:lnTo>
                  <a:lnTo>
                    <a:pt x="1698" y="762"/>
                  </a:lnTo>
                  <a:lnTo>
                    <a:pt x="1688" y="754"/>
                  </a:lnTo>
                  <a:lnTo>
                    <a:pt x="1680" y="748"/>
                  </a:lnTo>
                  <a:lnTo>
                    <a:pt x="1670" y="742"/>
                  </a:lnTo>
                  <a:lnTo>
                    <a:pt x="1660" y="740"/>
                  </a:lnTo>
                  <a:lnTo>
                    <a:pt x="1646" y="740"/>
                  </a:lnTo>
                  <a:lnTo>
                    <a:pt x="1632" y="740"/>
                  </a:lnTo>
                  <a:lnTo>
                    <a:pt x="1618" y="742"/>
                  </a:lnTo>
                  <a:lnTo>
                    <a:pt x="1602" y="742"/>
                  </a:lnTo>
                  <a:lnTo>
                    <a:pt x="1590" y="742"/>
                  </a:lnTo>
                  <a:lnTo>
                    <a:pt x="1578" y="738"/>
                  </a:lnTo>
                  <a:lnTo>
                    <a:pt x="1556" y="732"/>
                  </a:lnTo>
                  <a:lnTo>
                    <a:pt x="1536" y="722"/>
                  </a:lnTo>
                  <a:lnTo>
                    <a:pt x="1530" y="722"/>
                  </a:lnTo>
                  <a:lnTo>
                    <a:pt x="1526" y="722"/>
                  </a:lnTo>
                  <a:lnTo>
                    <a:pt x="1516" y="724"/>
                  </a:lnTo>
                  <a:lnTo>
                    <a:pt x="1508" y="730"/>
                  </a:lnTo>
                  <a:lnTo>
                    <a:pt x="1500" y="738"/>
                  </a:lnTo>
                  <a:lnTo>
                    <a:pt x="1488" y="750"/>
                  </a:lnTo>
                  <a:lnTo>
                    <a:pt x="1482" y="754"/>
                  </a:lnTo>
                  <a:lnTo>
                    <a:pt x="1480" y="752"/>
                  </a:lnTo>
                  <a:lnTo>
                    <a:pt x="1478" y="748"/>
                  </a:lnTo>
                  <a:lnTo>
                    <a:pt x="1478" y="742"/>
                  </a:lnTo>
                  <a:lnTo>
                    <a:pt x="1482" y="728"/>
                  </a:lnTo>
                  <a:lnTo>
                    <a:pt x="1486" y="716"/>
                  </a:lnTo>
                  <a:lnTo>
                    <a:pt x="1488" y="712"/>
                  </a:lnTo>
                  <a:lnTo>
                    <a:pt x="1486" y="708"/>
                  </a:lnTo>
                  <a:lnTo>
                    <a:pt x="1482" y="702"/>
                  </a:lnTo>
                  <a:lnTo>
                    <a:pt x="1480" y="698"/>
                  </a:lnTo>
                  <a:lnTo>
                    <a:pt x="1478" y="688"/>
                  </a:lnTo>
                  <a:lnTo>
                    <a:pt x="1476" y="684"/>
                  </a:lnTo>
                  <a:lnTo>
                    <a:pt x="1470" y="680"/>
                  </a:lnTo>
                  <a:lnTo>
                    <a:pt x="1464" y="678"/>
                  </a:lnTo>
                  <a:lnTo>
                    <a:pt x="1454" y="674"/>
                  </a:lnTo>
                  <a:lnTo>
                    <a:pt x="1444" y="670"/>
                  </a:lnTo>
                  <a:lnTo>
                    <a:pt x="1438" y="668"/>
                  </a:lnTo>
                  <a:lnTo>
                    <a:pt x="1428" y="658"/>
                  </a:lnTo>
                  <a:lnTo>
                    <a:pt x="1420" y="652"/>
                  </a:lnTo>
                  <a:lnTo>
                    <a:pt x="1416" y="650"/>
                  </a:lnTo>
                  <a:lnTo>
                    <a:pt x="1410" y="650"/>
                  </a:lnTo>
                  <a:lnTo>
                    <a:pt x="1400" y="648"/>
                  </a:lnTo>
                  <a:lnTo>
                    <a:pt x="1392" y="644"/>
                  </a:lnTo>
                  <a:lnTo>
                    <a:pt x="1382" y="640"/>
                  </a:lnTo>
                  <a:lnTo>
                    <a:pt x="1362" y="638"/>
                  </a:lnTo>
                  <a:lnTo>
                    <a:pt x="1354" y="638"/>
                  </a:lnTo>
                  <a:lnTo>
                    <a:pt x="1348" y="640"/>
                  </a:lnTo>
                  <a:lnTo>
                    <a:pt x="1340" y="644"/>
                  </a:lnTo>
                  <a:lnTo>
                    <a:pt x="1332" y="654"/>
                  </a:lnTo>
                  <a:lnTo>
                    <a:pt x="1326" y="662"/>
                  </a:lnTo>
                  <a:lnTo>
                    <a:pt x="1318" y="676"/>
                  </a:lnTo>
                  <a:lnTo>
                    <a:pt x="1314" y="678"/>
                  </a:lnTo>
                  <a:lnTo>
                    <a:pt x="1312" y="674"/>
                  </a:lnTo>
                  <a:lnTo>
                    <a:pt x="1310" y="666"/>
                  </a:lnTo>
                  <a:lnTo>
                    <a:pt x="1314" y="658"/>
                  </a:lnTo>
                  <a:lnTo>
                    <a:pt x="1322" y="642"/>
                  </a:lnTo>
                  <a:lnTo>
                    <a:pt x="1326" y="634"/>
                  </a:lnTo>
                  <a:lnTo>
                    <a:pt x="1326" y="628"/>
                  </a:lnTo>
                  <a:lnTo>
                    <a:pt x="1326" y="626"/>
                  </a:lnTo>
                  <a:lnTo>
                    <a:pt x="1322" y="622"/>
                  </a:lnTo>
                  <a:lnTo>
                    <a:pt x="1314" y="618"/>
                  </a:lnTo>
                  <a:lnTo>
                    <a:pt x="1296" y="614"/>
                  </a:lnTo>
                  <a:lnTo>
                    <a:pt x="1288" y="614"/>
                  </a:lnTo>
                  <a:lnTo>
                    <a:pt x="1278" y="616"/>
                  </a:lnTo>
                  <a:lnTo>
                    <a:pt x="1256" y="612"/>
                  </a:lnTo>
                  <a:lnTo>
                    <a:pt x="1246" y="612"/>
                  </a:lnTo>
                  <a:lnTo>
                    <a:pt x="1240" y="614"/>
                  </a:lnTo>
                  <a:lnTo>
                    <a:pt x="1234" y="620"/>
                  </a:lnTo>
                  <a:lnTo>
                    <a:pt x="1230" y="626"/>
                  </a:lnTo>
                  <a:lnTo>
                    <a:pt x="1230" y="634"/>
                  </a:lnTo>
                  <a:lnTo>
                    <a:pt x="1228" y="642"/>
                  </a:lnTo>
                  <a:lnTo>
                    <a:pt x="1228" y="656"/>
                  </a:lnTo>
                  <a:lnTo>
                    <a:pt x="1226" y="652"/>
                  </a:lnTo>
                  <a:lnTo>
                    <a:pt x="1222" y="652"/>
                  </a:lnTo>
                  <a:lnTo>
                    <a:pt x="1216" y="658"/>
                  </a:lnTo>
                  <a:lnTo>
                    <a:pt x="1214" y="660"/>
                  </a:lnTo>
                  <a:lnTo>
                    <a:pt x="1212" y="660"/>
                  </a:lnTo>
                  <a:lnTo>
                    <a:pt x="1212" y="658"/>
                  </a:lnTo>
                  <a:lnTo>
                    <a:pt x="1214" y="650"/>
                  </a:lnTo>
                  <a:lnTo>
                    <a:pt x="1216" y="642"/>
                  </a:lnTo>
                  <a:lnTo>
                    <a:pt x="1214" y="638"/>
                  </a:lnTo>
                  <a:lnTo>
                    <a:pt x="1210" y="636"/>
                  </a:lnTo>
                  <a:lnTo>
                    <a:pt x="1206" y="638"/>
                  </a:lnTo>
                  <a:lnTo>
                    <a:pt x="1198" y="640"/>
                  </a:lnTo>
                  <a:lnTo>
                    <a:pt x="1198" y="636"/>
                  </a:lnTo>
                  <a:lnTo>
                    <a:pt x="1202" y="632"/>
                  </a:lnTo>
                  <a:lnTo>
                    <a:pt x="1202" y="628"/>
                  </a:lnTo>
                  <a:lnTo>
                    <a:pt x="1204" y="620"/>
                  </a:lnTo>
                  <a:lnTo>
                    <a:pt x="1204" y="616"/>
                  </a:lnTo>
                  <a:lnTo>
                    <a:pt x="1206" y="614"/>
                  </a:lnTo>
                  <a:lnTo>
                    <a:pt x="1210" y="610"/>
                  </a:lnTo>
                  <a:lnTo>
                    <a:pt x="1216" y="608"/>
                  </a:lnTo>
                  <a:lnTo>
                    <a:pt x="1224" y="604"/>
                  </a:lnTo>
                  <a:lnTo>
                    <a:pt x="1230" y="596"/>
                  </a:lnTo>
                  <a:lnTo>
                    <a:pt x="1240" y="582"/>
                  </a:lnTo>
                  <a:lnTo>
                    <a:pt x="1248" y="566"/>
                  </a:lnTo>
                  <a:lnTo>
                    <a:pt x="1254" y="560"/>
                  </a:lnTo>
                  <a:lnTo>
                    <a:pt x="1260" y="556"/>
                  </a:lnTo>
                  <a:lnTo>
                    <a:pt x="1264" y="554"/>
                  </a:lnTo>
                  <a:lnTo>
                    <a:pt x="1266" y="548"/>
                  </a:lnTo>
                  <a:lnTo>
                    <a:pt x="1266" y="542"/>
                  </a:lnTo>
                  <a:lnTo>
                    <a:pt x="1266" y="536"/>
                  </a:lnTo>
                  <a:lnTo>
                    <a:pt x="1264" y="528"/>
                  </a:lnTo>
                  <a:lnTo>
                    <a:pt x="1260" y="524"/>
                  </a:lnTo>
                  <a:lnTo>
                    <a:pt x="1256" y="520"/>
                  </a:lnTo>
                  <a:lnTo>
                    <a:pt x="1252" y="518"/>
                  </a:lnTo>
                  <a:lnTo>
                    <a:pt x="1244" y="518"/>
                  </a:lnTo>
                  <a:lnTo>
                    <a:pt x="1240" y="516"/>
                  </a:lnTo>
                  <a:lnTo>
                    <a:pt x="1238" y="514"/>
                  </a:lnTo>
                  <a:lnTo>
                    <a:pt x="1238" y="508"/>
                  </a:lnTo>
                  <a:lnTo>
                    <a:pt x="1236" y="504"/>
                  </a:lnTo>
                  <a:lnTo>
                    <a:pt x="1234" y="502"/>
                  </a:lnTo>
                  <a:lnTo>
                    <a:pt x="1234" y="500"/>
                  </a:lnTo>
                  <a:lnTo>
                    <a:pt x="1232" y="494"/>
                  </a:lnTo>
                  <a:lnTo>
                    <a:pt x="1232" y="490"/>
                  </a:lnTo>
                  <a:lnTo>
                    <a:pt x="1230" y="488"/>
                  </a:lnTo>
                  <a:lnTo>
                    <a:pt x="1228" y="484"/>
                  </a:lnTo>
                  <a:lnTo>
                    <a:pt x="1226" y="480"/>
                  </a:lnTo>
                  <a:lnTo>
                    <a:pt x="1226" y="476"/>
                  </a:lnTo>
                  <a:lnTo>
                    <a:pt x="1226" y="472"/>
                  </a:lnTo>
                  <a:lnTo>
                    <a:pt x="1222" y="466"/>
                  </a:lnTo>
                  <a:lnTo>
                    <a:pt x="1220" y="444"/>
                  </a:lnTo>
                  <a:lnTo>
                    <a:pt x="1218" y="422"/>
                  </a:lnTo>
                  <a:lnTo>
                    <a:pt x="1218" y="418"/>
                  </a:lnTo>
                  <a:lnTo>
                    <a:pt x="1216" y="416"/>
                  </a:lnTo>
                  <a:lnTo>
                    <a:pt x="1214" y="414"/>
                  </a:lnTo>
                  <a:lnTo>
                    <a:pt x="1212" y="410"/>
                  </a:lnTo>
                  <a:lnTo>
                    <a:pt x="1206" y="398"/>
                  </a:lnTo>
                  <a:lnTo>
                    <a:pt x="1202" y="392"/>
                  </a:lnTo>
                  <a:lnTo>
                    <a:pt x="1200" y="392"/>
                  </a:lnTo>
                  <a:lnTo>
                    <a:pt x="1198" y="394"/>
                  </a:lnTo>
                  <a:lnTo>
                    <a:pt x="1198" y="396"/>
                  </a:lnTo>
                  <a:lnTo>
                    <a:pt x="1196" y="402"/>
                  </a:lnTo>
                  <a:lnTo>
                    <a:pt x="1192" y="410"/>
                  </a:lnTo>
                  <a:lnTo>
                    <a:pt x="1192" y="406"/>
                  </a:lnTo>
                  <a:lnTo>
                    <a:pt x="1192" y="404"/>
                  </a:lnTo>
                  <a:lnTo>
                    <a:pt x="1192" y="400"/>
                  </a:lnTo>
                  <a:lnTo>
                    <a:pt x="1192" y="394"/>
                  </a:lnTo>
                  <a:lnTo>
                    <a:pt x="1188" y="380"/>
                  </a:lnTo>
                  <a:lnTo>
                    <a:pt x="1186" y="380"/>
                  </a:lnTo>
                  <a:lnTo>
                    <a:pt x="1184" y="382"/>
                  </a:lnTo>
                  <a:lnTo>
                    <a:pt x="1182" y="382"/>
                  </a:lnTo>
                  <a:lnTo>
                    <a:pt x="1180" y="380"/>
                  </a:lnTo>
                  <a:lnTo>
                    <a:pt x="1178" y="374"/>
                  </a:lnTo>
                  <a:lnTo>
                    <a:pt x="1174" y="372"/>
                  </a:lnTo>
                  <a:lnTo>
                    <a:pt x="1172" y="368"/>
                  </a:lnTo>
                  <a:lnTo>
                    <a:pt x="1166" y="364"/>
                  </a:lnTo>
                  <a:lnTo>
                    <a:pt x="1158" y="360"/>
                  </a:lnTo>
                  <a:lnTo>
                    <a:pt x="1154" y="356"/>
                  </a:lnTo>
                  <a:lnTo>
                    <a:pt x="1150" y="350"/>
                  </a:lnTo>
                  <a:lnTo>
                    <a:pt x="1148" y="346"/>
                  </a:lnTo>
                  <a:lnTo>
                    <a:pt x="1144" y="342"/>
                  </a:lnTo>
                  <a:lnTo>
                    <a:pt x="1136" y="338"/>
                  </a:lnTo>
                  <a:lnTo>
                    <a:pt x="1126" y="334"/>
                  </a:lnTo>
                  <a:lnTo>
                    <a:pt x="1114" y="330"/>
                  </a:lnTo>
                  <a:lnTo>
                    <a:pt x="1102" y="324"/>
                  </a:lnTo>
                  <a:lnTo>
                    <a:pt x="1072" y="316"/>
                  </a:lnTo>
                  <a:lnTo>
                    <a:pt x="1060" y="314"/>
                  </a:lnTo>
                  <a:lnTo>
                    <a:pt x="1056" y="314"/>
                  </a:lnTo>
                  <a:lnTo>
                    <a:pt x="1054" y="316"/>
                  </a:lnTo>
                  <a:lnTo>
                    <a:pt x="1048" y="316"/>
                  </a:lnTo>
                  <a:lnTo>
                    <a:pt x="1038" y="314"/>
                  </a:lnTo>
                  <a:lnTo>
                    <a:pt x="1026" y="314"/>
                  </a:lnTo>
                  <a:lnTo>
                    <a:pt x="1024" y="316"/>
                  </a:lnTo>
                  <a:lnTo>
                    <a:pt x="1022" y="318"/>
                  </a:lnTo>
                  <a:lnTo>
                    <a:pt x="1022" y="322"/>
                  </a:lnTo>
                  <a:lnTo>
                    <a:pt x="1018" y="322"/>
                  </a:lnTo>
                  <a:lnTo>
                    <a:pt x="1006" y="318"/>
                  </a:lnTo>
                  <a:lnTo>
                    <a:pt x="998" y="316"/>
                  </a:lnTo>
                  <a:lnTo>
                    <a:pt x="990" y="314"/>
                  </a:lnTo>
                  <a:lnTo>
                    <a:pt x="982" y="316"/>
                  </a:lnTo>
                  <a:lnTo>
                    <a:pt x="974" y="318"/>
                  </a:lnTo>
                  <a:lnTo>
                    <a:pt x="972" y="316"/>
                  </a:lnTo>
                  <a:lnTo>
                    <a:pt x="972" y="314"/>
                  </a:lnTo>
                  <a:lnTo>
                    <a:pt x="968" y="308"/>
                  </a:lnTo>
                  <a:lnTo>
                    <a:pt x="966" y="302"/>
                  </a:lnTo>
                  <a:lnTo>
                    <a:pt x="964" y="300"/>
                  </a:lnTo>
                  <a:lnTo>
                    <a:pt x="962" y="298"/>
                  </a:lnTo>
                  <a:lnTo>
                    <a:pt x="958" y="296"/>
                  </a:lnTo>
                  <a:lnTo>
                    <a:pt x="956" y="294"/>
                  </a:lnTo>
                  <a:lnTo>
                    <a:pt x="954" y="288"/>
                  </a:lnTo>
                  <a:lnTo>
                    <a:pt x="952" y="284"/>
                  </a:lnTo>
                  <a:lnTo>
                    <a:pt x="948" y="280"/>
                  </a:lnTo>
                  <a:lnTo>
                    <a:pt x="942" y="276"/>
                  </a:lnTo>
                  <a:lnTo>
                    <a:pt x="934" y="274"/>
                  </a:lnTo>
                  <a:lnTo>
                    <a:pt x="920" y="270"/>
                  </a:lnTo>
                  <a:lnTo>
                    <a:pt x="916" y="268"/>
                  </a:lnTo>
                  <a:lnTo>
                    <a:pt x="916" y="264"/>
                  </a:lnTo>
                  <a:lnTo>
                    <a:pt x="918" y="254"/>
                  </a:lnTo>
                  <a:lnTo>
                    <a:pt x="918" y="248"/>
                  </a:lnTo>
                  <a:lnTo>
                    <a:pt x="918" y="242"/>
                  </a:lnTo>
                  <a:lnTo>
                    <a:pt x="914" y="234"/>
                  </a:lnTo>
                  <a:lnTo>
                    <a:pt x="908" y="228"/>
                  </a:lnTo>
                  <a:lnTo>
                    <a:pt x="892" y="214"/>
                  </a:lnTo>
                  <a:lnTo>
                    <a:pt x="868" y="198"/>
                  </a:lnTo>
                  <a:lnTo>
                    <a:pt x="862" y="192"/>
                  </a:lnTo>
                  <a:lnTo>
                    <a:pt x="852" y="188"/>
                  </a:lnTo>
                  <a:lnTo>
                    <a:pt x="840" y="188"/>
                  </a:lnTo>
                  <a:lnTo>
                    <a:pt x="830" y="188"/>
                  </a:lnTo>
                  <a:lnTo>
                    <a:pt x="818" y="190"/>
                  </a:lnTo>
                  <a:lnTo>
                    <a:pt x="804" y="194"/>
                  </a:lnTo>
                  <a:lnTo>
                    <a:pt x="802" y="192"/>
                  </a:lnTo>
                  <a:lnTo>
                    <a:pt x="804" y="190"/>
                  </a:lnTo>
                  <a:lnTo>
                    <a:pt x="808" y="184"/>
                  </a:lnTo>
                  <a:lnTo>
                    <a:pt x="810" y="180"/>
                  </a:lnTo>
                  <a:lnTo>
                    <a:pt x="812" y="172"/>
                  </a:lnTo>
                  <a:lnTo>
                    <a:pt x="814" y="164"/>
                  </a:lnTo>
                  <a:lnTo>
                    <a:pt x="816" y="160"/>
                  </a:lnTo>
                  <a:lnTo>
                    <a:pt x="822" y="156"/>
                  </a:lnTo>
                  <a:lnTo>
                    <a:pt x="826" y="152"/>
                  </a:lnTo>
                  <a:lnTo>
                    <a:pt x="826" y="150"/>
                  </a:lnTo>
                  <a:lnTo>
                    <a:pt x="826" y="148"/>
                  </a:lnTo>
                  <a:lnTo>
                    <a:pt x="822" y="146"/>
                  </a:lnTo>
                  <a:lnTo>
                    <a:pt x="814" y="142"/>
                  </a:lnTo>
                  <a:lnTo>
                    <a:pt x="810" y="138"/>
                  </a:lnTo>
                  <a:lnTo>
                    <a:pt x="808" y="134"/>
                  </a:lnTo>
                  <a:lnTo>
                    <a:pt x="804" y="130"/>
                  </a:lnTo>
                  <a:lnTo>
                    <a:pt x="800" y="128"/>
                  </a:lnTo>
                  <a:lnTo>
                    <a:pt x="792" y="128"/>
                  </a:lnTo>
                  <a:lnTo>
                    <a:pt x="784" y="126"/>
                  </a:lnTo>
                  <a:lnTo>
                    <a:pt x="780" y="124"/>
                  </a:lnTo>
                  <a:lnTo>
                    <a:pt x="778" y="122"/>
                  </a:lnTo>
                  <a:lnTo>
                    <a:pt x="772" y="116"/>
                  </a:lnTo>
                  <a:lnTo>
                    <a:pt x="766" y="112"/>
                  </a:lnTo>
                  <a:lnTo>
                    <a:pt x="752" y="104"/>
                  </a:lnTo>
                  <a:lnTo>
                    <a:pt x="746" y="100"/>
                  </a:lnTo>
                  <a:lnTo>
                    <a:pt x="744" y="98"/>
                  </a:lnTo>
                  <a:lnTo>
                    <a:pt x="748" y="94"/>
                  </a:lnTo>
                  <a:lnTo>
                    <a:pt x="756" y="92"/>
                  </a:lnTo>
                  <a:lnTo>
                    <a:pt x="772" y="88"/>
                  </a:lnTo>
                  <a:lnTo>
                    <a:pt x="782" y="84"/>
                  </a:lnTo>
                  <a:lnTo>
                    <a:pt x="782" y="82"/>
                  </a:lnTo>
                  <a:lnTo>
                    <a:pt x="778" y="80"/>
                  </a:lnTo>
                  <a:lnTo>
                    <a:pt x="762" y="78"/>
                  </a:lnTo>
                  <a:lnTo>
                    <a:pt x="744" y="78"/>
                  </a:lnTo>
                  <a:lnTo>
                    <a:pt x="736" y="80"/>
                  </a:lnTo>
                  <a:lnTo>
                    <a:pt x="726" y="82"/>
                  </a:lnTo>
                  <a:lnTo>
                    <a:pt x="706" y="84"/>
                  </a:lnTo>
                  <a:lnTo>
                    <a:pt x="696" y="84"/>
                  </a:lnTo>
                  <a:lnTo>
                    <a:pt x="688" y="86"/>
                  </a:lnTo>
                  <a:lnTo>
                    <a:pt x="684" y="88"/>
                  </a:lnTo>
                  <a:lnTo>
                    <a:pt x="682" y="92"/>
                  </a:lnTo>
                  <a:lnTo>
                    <a:pt x="680" y="98"/>
                  </a:lnTo>
                  <a:lnTo>
                    <a:pt x="678" y="100"/>
                  </a:lnTo>
                  <a:lnTo>
                    <a:pt x="674" y="104"/>
                  </a:lnTo>
                  <a:lnTo>
                    <a:pt x="662" y="110"/>
                  </a:lnTo>
                  <a:lnTo>
                    <a:pt x="654" y="112"/>
                  </a:lnTo>
                  <a:lnTo>
                    <a:pt x="646" y="112"/>
                  </a:lnTo>
                  <a:lnTo>
                    <a:pt x="638" y="112"/>
                  </a:lnTo>
                  <a:lnTo>
                    <a:pt x="630" y="108"/>
                  </a:lnTo>
                  <a:lnTo>
                    <a:pt x="622" y="102"/>
                  </a:lnTo>
                  <a:lnTo>
                    <a:pt x="616" y="94"/>
                  </a:lnTo>
                  <a:lnTo>
                    <a:pt x="612" y="88"/>
                  </a:lnTo>
                  <a:lnTo>
                    <a:pt x="608" y="86"/>
                  </a:lnTo>
                  <a:lnTo>
                    <a:pt x="602" y="84"/>
                  </a:lnTo>
                  <a:lnTo>
                    <a:pt x="594" y="84"/>
                  </a:lnTo>
                  <a:lnTo>
                    <a:pt x="580" y="86"/>
                  </a:lnTo>
                  <a:lnTo>
                    <a:pt x="564" y="90"/>
                  </a:lnTo>
                  <a:lnTo>
                    <a:pt x="548" y="94"/>
                  </a:lnTo>
                  <a:lnTo>
                    <a:pt x="536" y="94"/>
                  </a:lnTo>
                  <a:lnTo>
                    <a:pt x="530" y="92"/>
                  </a:lnTo>
                  <a:lnTo>
                    <a:pt x="526" y="90"/>
                  </a:lnTo>
                  <a:lnTo>
                    <a:pt x="524" y="84"/>
                  </a:lnTo>
                  <a:lnTo>
                    <a:pt x="522" y="78"/>
                  </a:lnTo>
                  <a:lnTo>
                    <a:pt x="520" y="64"/>
                  </a:lnTo>
                  <a:lnTo>
                    <a:pt x="516" y="56"/>
                  </a:lnTo>
                  <a:lnTo>
                    <a:pt x="508" y="50"/>
                  </a:lnTo>
                  <a:lnTo>
                    <a:pt x="500" y="46"/>
                  </a:lnTo>
                  <a:lnTo>
                    <a:pt x="490" y="44"/>
                  </a:lnTo>
                  <a:lnTo>
                    <a:pt x="482" y="40"/>
                  </a:lnTo>
                  <a:lnTo>
                    <a:pt x="474" y="32"/>
                  </a:lnTo>
                  <a:lnTo>
                    <a:pt x="468" y="22"/>
                  </a:lnTo>
                  <a:lnTo>
                    <a:pt x="464" y="12"/>
                  </a:lnTo>
                  <a:lnTo>
                    <a:pt x="458" y="8"/>
                  </a:lnTo>
                  <a:lnTo>
                    <a:pt x="454" y="8"/>
                  </a:lnTo>
                  <a:lnTo>
                    <a:pt x="450" y="10"/>
                  </a:lnTo>
                  <a:lnTo>
                    <a:pt x="446" y="16"/>
                  </a:lnTo>
                  <a:lnTo>
                    <a:pt x="444" y="22"/>
                  </a:lnTo>
                  <a:lnTo>
                    <a:pt x="444" y="28"/>
                  </a:lnTo>
                  <a:lnTo>
                    <a:pt x="444" y="34"/>
                  </a:lnTo>
                  <a:lnTo>
                    <a:pt x="448" y="40"/>
                  </a:lnTo>
                  <a:lnTo>
                    <a:pt x="452" y="48"/>
                  </a:lnTo>
                  <a:lnTo>
                    <a:pt x="452" y="50"/>
                  </a:lnTo>
                  <a:lnTo>
                    <a:pt x="448" y="52"/>
                  </a:lnTo>
                  <a:lnTo>
                    <a:pt x="430" y="56"/>
                  </a:lnTo>
                  <a:lnTo>
                    <a:pt x="420" y="60"/>
                  </a:lnTo>
                  <a:lnTo>
                    <a:pt x="410" y="64"/>
                  </a:lnTo>
                  <a:lnTo>
                    <a:pt x="402" y="70"/>
                  </a:lnTo>
                  <a:lnTo>
                    <a:pt x="398" y="74"/>
                  </a:lnTo>
                  <a:lnTo>
                    <a:pt x="392" y="80"/>
                  </a:lnTo>
                  <a:lnTo>
                    <a:pt x="390" y="78"/>
                  </a:lnTo>
                  <a:lnTo>
                    <a:pt x="388" y="72"/>
                  </a:lnTo>
                  <a:lnTo>
                    <a:pt x="386" y="64"/>
                  </a:lnTo>
                  <a:lnTo>
                    <a:pt x="380" y="56"/>
                  </a:lnTo>
                  <a:lnTo>
                    <a:pt x="376" y="52"/>
                  </a:lnTo>
                  <a:lnTo>
                    <a:pt x="376" y="48"/>
                  </a:lnTo>
                  <a:lnTo>
                    <a:pt x="378" y="44"/>
                  </a:lnTo>
                  <a:lnTo>
                    <a:pt x="382" y="40"/>
                  </a:lnTo>
                  <a:lnTo>
                    <a:pt x="392" y="32"/>
                  </a:lnTo>
                  <a:lnTo>
                    <a:pt x="402" y="26"/>
                  </a:lnTo>
                  <a:lnTo>
                    <a:pt x="406" y="24"/>
                  </a:lnTo>
                  <a:lnTo>
                    <a:pt x="410" y="20"/>
                  </a:lnTo>
                  <a:lnTo>
                    <a:pt x="410" y="14"/>
                  </a:lnTo>
                  <a:lnTo>
                    <a:pt x="410" y="10"/>
                  </a:lnTo>
                  <a:lnTo>
                    <a:pt x="408" y="6"/>
                  </a:lnTo>
                  <a:lnTo>
                    <a:pt x="404" y="2"/>
                  </a:lnTo>
                  <a:lnTo>
                    <a:pt x="398" y="0"/>
                  </a:lnTo>
                  <a:lnTo>
                    <a:pt x="390" y="0"/>
                  </a:lnTo>
                  <a:lnTo>
                    <a:pt x="378" y="4"/>
                  </a:lnTo>
                  <a:lnTo>
                    <a:pt x="374" y="6"/>
                  </a:lnTo>
                  <a:lnTo>
                    <a:pt x="370" y="10"/>
                  </a:lnTo>
                  <a:lnTo>
                    <a:pt x="362" y="20"/>
                  </a:lnTo>
                  <a:lnTo>
                    <a:pt x="354" y="26"/>
                  </a:lnTo>
                  <a:lnTo>
                    <a:pt x="344" y="36"/>
                  </a:lnTo>
                  <a:lnTo>
                    <a:pt x="328" y="46"/>
                  </a:lnTo>
                  <a:lnTo>
                    <a:pt x="316" y="50"/>
                  </a:lnTo>
                  <a:lnTo>
                    <a:pt x="306" y="52"/>
                  </a:lnTo>
                  <a:lnTo>
                    <a:pt x="298" y="52"/>
                  </a:lnTo>
                  <a:lnTo>
                    <a:pt x="294" y="50"/>
                  </a:lnTo>
                  <a:lnTo>
                    <a:pt x="290" y="50"/>
                  </a:lnTo>
                  <a:lnTo>
                    <a:pt x="286" y="52"/>
                  </a:lnTo>
                  <a:lnTo>
                    <a:pt x="284" y="58"/>
                  </a:lnTo>
                  <a:lnTo>
                    <a:pt x="280" y="66"/>
                  </a:lnTo>
                  <a:lnTo>
                    <a:pt x="276" y="68"/>
                  </a:lnTo>
                  <a:lnTo>
                    <a:pt x="270" y="68"/>
                  </a:lnTo>
                  <a:lnTo>
                    <a:pt x="266" y="66"/>
                  </a:lnTo>
                  <a:lnTo>
                    <a:pt x="256" y="62"/>
                  </a:lnTo>
                  <a:lnTo>
                    <a:pt x="252" y="64"/>
                  </a:lnTo>
                  <a:lnTo>
                    <a:pt x="250" y="68"/>
                  </a:lnTo>
                  <a:lnTo>
                    <a:pt x="248" y="72"/>
                  </a:lnTo>
                  <a:lnTo>
                    <a:pt x="244" y="78"/>
                  </a:lnTo>
                  <a:lnTo>
                    <a:pt x="238" y="86"/>
                  </a:lnTo>
                  <a:lnTo>
                    <a:pt x="234" y="92"/>
                  </a:lnTo>
                  <a:lnTo>
                    <a:pt x="232" y="100"/>
                  </a:lnTo>
                  <a:lnTo>
                    <a:pt x="230" y="110"/>
                  </a:lnTo>
                  <a:lnTo>
                    <a:pt x="230" y="122"/>
                  </a:lnTo>
                  <a:lnTo>
                    <a:pt x="230" y="134"/>
                  </a:lnTo>
                  <a:lnTo>
                    <a:pt x="226" y="142"/>
                  </a:lnTo>
                  <a:lnTo>
                    <a:pt x="224" y="144"/>
                  </a:lnTo>
                  <a:lnTo>
                    <a:pt x="220" y="146"/>
                  </a:lnTo>
                  <a:lnTo>
                    <a:pt x="214" y="146"/>
                  </a:lnTo>
                  <a:lnTo>
                    <a:pt x="210" y="148"/>
                  </a:lnTo>
                  <a:lnTo>
                    <a:pt x="208" y="150"/>
                  </a:lnTo>
                  <a:lnTo>
                    <a:pt x="206" y="158"/>
                  </a:lnTo>
                  <a:lnTo>
                    <a:pt x="202" y="166"/>
                  </a:lnTo>
                  <a:lnTo>
                    <a:pt x="198" y="170"/>
                  </a:lnTo>
                  <a:lnTo>
                    <a:pt x="180" y="202"/>
                  </a:lnTo>
                  <a:lnTo>
                    <a:pt x="182" y="212"/>
                  </a:lnTo>
                  <a:lnTo>
                    <a:pt x="182" y="214"/>
                  </a:lnTo>
                  <a:lnTo>
                    <a:pt x="180" y="214"/>
                  </a:lnTo>
                  <a:lnTo>
                    <a:pt x="176" y="210"/>
                  </a:lnTo>
                  <a:lnTo>
                    <a:pt x="144" y="264"/>
                  </a:lnTo>
                  <a:lnTo>
                    <a:pt x="146" y="274"/>
                  </a:lnTo>
                  <a:lnTo>
                    <a:pt x="148" y="278"/>
                  </a:lnTo>
                  <a:lnTo>
                    <a:pt x="152" y="280"/>
                  </a:lnTo>
                  <a:lnTo>
                    <a:pt x="156" y="284"/>
                  </a:lnTo>
                  <a:lnTo>
                    <a:pt x="158" y="286"/>
                  </a:lnTo>
                  <a:lnTo>
                    <a:pt x="158" y="290"/>
                  </a:lnTo>
                  <a:lnTo>
                    <a:pt x="156" y="296"/>
                  </a:lnTo>
                  <a:lnTo>
                    <a:pt x="154" y="304"/>
                  </a:lnTo>
                  <a:lnTo>
                    <a:pt x="154" y="310"/>
                  </a:lnTo>
                  <a:lnTo>
                    <a:pt x="156" y="314"/>
                  </a:lnTo>
                  <a:lnTo>
                    <a:pt x="162" y="320"/>
                  </a:lnTo>
                  <a:lnTo>
                    <a:pt x="162" y="324"/>
                  </a:lnTo>
                  <a:lnTo>
                    <a:pt x="160" y="328"/>
                  </a:lnTo>
                  <a:lnTo>
                    <a:pt x="158" y="330"/>
                  </a:lnTo>
                  <a:lnTo>
                    <a:pt x="154" y="334"/>
                  </a:lnTo>
                  <a:lnTo>
                    <a:pt x="152" y="338"/>
                  </a:lnTo>
                  <a:lnTo>
                    <a:pt x="150" y="348"/>
                  </a:lnTo>
                  <a:lnTo>
                    <a:pt x="152" y="360"/>
                  </a:lnTo>
                  <a:lnTo>
                    <a:pt x="154" y="374"/>
                  </a:lnTo>
                  <a:lnTo>
                    <a:pt x="154" y="386"/>
                  </a:lnTo>
                  <a:lnTo>
                    <a:pt x="152" y="406"/>
                  </a:lnTo>
                  <a:lnTo>
                    <a:pt x="152" y="418"/>
                  </a:lnTo>
                  <a:lnTo>
                    <a:pt x="152" y="422"/>
                  </a:lnTo>
                  <a:lnTo>
                    <a:pt x="156" y="424"/>
                  </a:lnTo>
                  <a:lnTo>
                    <a:pt x="158" y="428"/>
                  </a:lnTo>
                  <a:lnTo>
                    <a:pt x="158" y="434"/>
                  </a:lnTo>
                  <a:lnTo>
                    <a:pt x="158" y="444"/>
                  </a:lnTo>
                  <a:lnTo>
                    <a:pt x="154" y="454"/>
                  </a:lnTo>
                  <a:lnTo>
                    <a:pt x="150" y="464"/>
                  </a:lnTo>
                  <a:lnTo>
                    <a:pt x="144" y="472"/>
                  </a:lnTo>
                  <a:lnTo>
                    <a:pt x="138" y="478"/>
                  </a:lnTo>
                  <a:lnTo>
                    <a:pt x="132" y="480"/>
                  </a:lnTo>
                  <a:lnTo>
                    <a:pt x="118" y="482"/>
                  </a:lnTo>
                  <a:lnTo>
                    <a:pt x="110" y="486"/>
                  </a:lnTo>
                  <a:lnTo>
                    <a:pt x="106" y="490"/>
                  </a:lnTo>
                  <a:lnTo>
                    <a:pt x="104" y="494"/>
                  </a:lnTo>
                  <a:lnTo>
                    <a:pt x="104" y="498"/>
                  </a:lnTo>
                  <a:lnTo>
                    <a:pt x="104" y="504"/>
                  </a:lnTo>
                  <a:lnTo>
                    <a:pt x="104" y="510"/>
                  </a:lnTo>
                  <a:lnTo>
                    <a:pt x="102" y="512"/>
                  </a:lnTo>
                  <a:lnTo>
                    <a:pt x="96" y="516"/>
                  </a:lnTo>
                  <a:lnTo>
                    <a:pt x="92" y="518"/>
                  </a:lnTo>
                  <a:lnTo>
                    <a:pt x="92" y="520"/>
                  </a:lnTo>
                  <a:lnTo>
                    <a:pt x="94" y="526"/>
                  </a:lnTo>
                  <a:lnTo>
                    <a:pt x="98" y="536"/>
                  </a:lnTo>
                  <a:lnTo>
                    <a:pt x="98" y="540"/>
                  </a:lnTo>
                  <a:lnTo>
                    <a:pt x="98" y="542"/>
                  </a:lnTo>
                  <a:lnTo>
                    <a:pt x="92" y="548"/>
                  </a:lnTo>
                  <a:lnTo>
                    <a:pt x="84" y="552"/>
                  </a:lnTo>
                  <a:lnTo>
                    <a:pt x="74" y="554"/>
                  </a:lnTo>
                  <a:lnTo>
                    <a:pt x="64" y="558"/>
                  </a:lnTo>
                  <a:lnTo>
                    <a:pt x="56" y="562"/>
                  </a:lnTo>
                  <a:lnTo>
                    <a:pt x="50" y="570"/>
                  </a:lnTo>
                  <a:lnTo>
                    <a:pt x="50" y="574"/>
                  </a:lnTo>
                  <a:lnTo>
                    <a:pt x="50" y="578"/>
                  </a:lnTo>
                  <a:lnTo>
                    <a:pt x="50" y="592"/>
                  </a:lnTo>
                  <a:lnTo>
                    <a:pt x="48" y="600"/>
                  </a:lnTo>
                  <a:lnTo>
                    <a:pt x="46" y="606"/>
                  </a:lnTo>
                  <a:lnTo>
                    <a:pt x="42" y="610"/>
                  </a:lnTo>
                  <a:lnTo>
                    <a:pt x="36" y="618"/>
                  </a:lnTo>
                  <a:lnTo>
                    <a:pt x="34" y="624"/>
                  </a:lnTo>
                  <a:lnTo>
                    <a:pt x="34" y="632"/>
                  </a:lnTo>
                  <a:lnTo>
                    <a:pt x="34" y="642"/>
                  </a:lnTo>
                  <a:lnTo>
                    <a:pt x="30" y="646"/>
                  </a:lnTo>
                  <a:lnTo>
                    <a:pt x="28" y="648"/>
                  </a:lnTo>
                  <a:lnTo>
                    <a:pt x="22" y="650"/>
                  </a:lnTo>
                  <a:lnTo>
                    <a:pt x="18" y="652"/>
                  </a:lnTo>
                  <a:lnTo>
                    <a:pt x="16" y="654"/>
                  </a:lnTo>
                  <a:lnTo>
                    <a:pt x="14" y="660"/>
                  </a:lnTo>
                  <a:lnTo>
                    <a:pt x="16" y="670"/>
                  </a:lnTo>
                  <a:lnTo>
                    <a:pt x="18" y="688"/>
                  </a:lnTo>
                  <a:lnTo>
                    <a:pt x="20" y="698"/>
                  </a:lnTo>
                  <a:lnTo>
                    <a:pt x="18" y="706"/>
                  </a:lnTo>
                  <a:lnTo>
                    <a:pt x="18" y="710"/>
                  </a:lnTo>
                  <a:lnTo>
                    <a:pt x="16" y="714"/>
                  </a:lnTo>
                  <a:lnTo>
                    <a:pt x="18" y="716"/>
                  </a:lnTo>
                  <a:lnTo>
                    <a:pt x="28" y="728"/>
                  </a:lnTo>
                  <a:lnTo>
                    <a:pt x="34" y="734"/>
                  </a:lnTo>
                  <a:lnTo>
                    <a:pt x="42" y="736"/>
                  </a:lnTo>
                  <a:lnTo>
                    <a:pt x="46" y="736"/>
                  </a:lnTo>
                  <a:lnTo>
                    <a:pt x="50" y="732"/>
                  </a:lnTo>
                  <a:lnTo>
                    <a:pt x="54" y="726"/>
                  </a:lnTo>
                  <a:lnTo>
                    <a:pt x="56" y="726"/>
                  </a:lnTo>
                  <a:lnTo>
                    <a:pt x="56" y="730"/>
                  </a:lnTo>
                  <a:lnTo>
                    <a:pt x="56" y="744"/>
                  </a:lnTo>
                  <a:lnTo>
                    <a:pt x="54" y="756"/>
                  </a:lnTo>
                  <a:lnTo>
                    <a:pt x="52" y="760"/>
                  </a:lnTo>
                  <a:lnTo>
                    <a:pt x="48" y="766"/>
                  </a:lnTo>
                  <a:lnTo>
                    <a:pt x="44" y="768"/>
                  </a:lnTo>
                  <a:lnTo>
                    <a:pt x="38" y="770"/>
                  </a:lnTo>
                  <a:lnTo>
                    <a:pt x="22" y="786"/>
                  </a:lnTo>
                  <a:lnTo>
                    <a:pt x="12" y="800"/>
                  </a:lnTo>
                  <a:lnTo>
                    <a:pt x="6" y="812"/>
                  </a:lnTo>
                  <a:lnTo>
                    <a:pt x="2" y="824"/>
                  </a:lnTo>
                  <a:lnTo>
                    <a:pt x="0" y="836"/>
                  </a:lnTo>
                  <a:lnTo>
                    <a:pt x="0" y="844"/>
                  </a:lnTo>
                  <a:lnTo>
                    <a:pt x="2" y="860"/>
                  </a:lnTo>
                  <a:lnTo>
                    <a:pt x="4" y="866"/>
                  </a:lnTo>
                  <a:lnTo>
                    <a:pt x="8" y="870"/>
                  </a:lnTo>
                  <a:lnTo>
                    <a:pt x="16" y="876"/>
                  </a:lnTo>
                  <a:lnTo>
                    <a:pt x="18" y="878"/>
                  </a:lnTo>
                  <a:lnTo>
                    <a:pt x="18" y="882"/>
                  </a:lnTo>
                  <a:lnTo>
                    <a:pt x="18" y="884"/>
                  </a:lnTo>
                  <a:lnTo>
                    <a:pt x="12" y="888"/>
                  </a:lnTo>
                  <a:lnTo>
                    <a:pt x="8" y="892"/>
                  </a:lnTo>
                  <a:lnTo>
                    <a:pt x="6" y="896"/>
                  </a:lnTo>
                  <a:lnTo>
                    <a:pt x="6" y="900"/>
                  </a:lnTo>
                  <a:lnTo>
                    <a:pt x="6" y="902"/>
                  </a:lnTo>
                  <a:lnTo>
                    <a:pt x="12" y="908"/>
                  </a:lnTo>
                  <a:lnTo>
                    <a:pt x="22" y="914"/>
                  </a:lnTo>
                  <a:lnTo>
                    <a:pt x="44" y="926"/>
                  </a:lnTo>
                  <a:lnTo>
                    <a:pt x="54" y="934"/>
                  </a:lnTo>
                  <a:lnTo>
                    <a:pt x="56" y="938"/>
                  </a:lnTo>
                  <a:lnTo>
                    <a:pt x="58" y="944"/>
                  </a:lnTo>
                  <a:lnTo>
                    <a:pt x="62" y="960"/>
                  </a:lnTo>
                  <a:lnTo>
                    <a:pt x="68" y="972"/>
                  </a:lnTo>
                  <a:lnTo>
                    <a:pt x="74" y="980"/>
                  </a:lnTo>
                  <a:lnTo>
                    <a:pt x="80" y="988"/>
                  </a:lnTo>
                  <a:lnTo>
                    <a:pt x="92" y="1004"/>
                  </a:lnTo>
                  <a:lnTo>
                    <a:pt x="96" y="1014"/>
                  </a:lnTo>
                  <a:lnTo>
                    <a:pt x="100" y="1026"/>
                  </a:lnTo>
                  <a:lnTo>
                    <a:pt x="104" y="1040"/>
                  </a:lnTo>
                  <a:lnTo>
                    <a:pt x="108" y="1056"/>
                  </a:lnTo>
                  <a:lnTo>
                    <a:pt x="122" y="1086"/>
                  </a:lnTo>
                  <a:lnTo>
                    <a:pt x="136" y="1114"/>
                  </a:lnTo>
                  <a:lnTo>
                    <a:pt x="142" y="1128"/>
                  </a:lnTo>
                  <a:lnTo>
                    <a:pt x="146" y="1142"/>
                  </a:lnTo>
                  <a:lnTo>
                    <a:pt x="148" y="1152"/>
                  </a:lnTo>
                  <a:lnTo>
                    <a:pt x="152" y="1160"/>
                  </a:lnTo>
                  <a:lnTo>
                    <a:pt x="158" y="1172"/>
                  </a:lnTo>
                  <a:lnTo>
                    <a:pt x="162" y="1180"/>
                  </a:lnTo>
                  <a:lnTo>
                    <a:pt x="164" y="1186"/>
                  </a:lnTo>
                  <a:lnTo>
                    <a:pt x="164" y="1194"/>
                  </a:lnTo>
                  <a:lnTo>
                    <a:pt x="166" y="1202"/>
                  </a:lnTo>
                  <a:lnTo>
                    <a:pt x="172" y="1210"/>
                  </a:lnTo>
                  <a:lnTo>
                    <a:pt x="184" y="1228"/>
                  </a:lnTo>
                  <a:lnTo>
                    <a:pt x="192" y="1238"/>
                  </a:lnTo>
                  <a:lnTo>
                    <a:pt x="198" y="1248"/>
                  </a:lnTo>
                  <a:lnTo>
                    <a:pt x="200" y="1260"/>
                  </a:lnTo>
                  <a:lnTo>
                    <a:pt x="200" y="1274"/>
                  </a:lnTo>
                  <a:lnTo>
                    <a:pt x="200" y="1286"/>
                  </a:lnTo>
                  <a:lnTo>
                    <a:pt x="204" y="1298"/>
                  </a:lnTo>
                  <a:lnTo>
                    <a:pt x="208" y="1308"/>
                  </a:lnTo>
                  <a:lnTo>
                    <a:pt x="214" y="1316"/>
                  </a:lnTo>
                  <a:lnTo>
                    <a:pt x="228" y="1330"/>
                  </a:lnTo>
                  <a:lnTo>
                    <a:pt x="234" y="1338"/>
                  </a:lnTo>
                  <a:lnTo>
                    <a:pt x="238" y="1344"/>
                  </a:lnTo>
                  <a:lnTo>
                    <a:pt x="246" y="1356"/>
                  </a:lnTo>
                  <a:lnTo>
                    <a:pt x="256" y="1368"/>
                  </a:lnTo>
                  <a:lnTo>
                    <a:pt x="278" y="1384"/>
                  </a:lnTo>
                  <a:lnTo>
                    <a:pt x="318" y="1406"/>
                  </a:lnTo>
                  <a:lnTo>
                    <a:pt x="358" y="1428"/>
                  </a:lnTo>
                  <a:lnTo>
                    <a:pt x="380" y="1442"/>
                  </a:lnTo>
                  <a:lnTo>
                    <a:pt x="388" y="1448"/>
                  </a:lnTo>
                  <a:lnTo>
                    <a:pt x="392" y="1454"/>
                  </a:lnTo>
                  <a:lnTo>
                    <a:pt x="396" y="1460"/>
                  </a:lnTo>
                  <a:lnTo>
                    <a:pt x="398" y="1468"/>
                  </a:lnTo>
                  <a:lnTo>
                    <a:pt x="400" y="1474"/>
                  </a:lnTo>
                  <a:lnTo>
                    <a:pt x="404" y="1480"/>
                  </a:lnTo>
                  <a:lnTo>
                    <a:pt x="408" y="1486"/>
                  </a:lnTo>
                  <a:lnTo>
                    <a:pt x="414" y="1490"/>
                  </a:lnTo>
                  <a:lnTo>
                    <a:pt x="426" y="1496"/>
                  </a:lnTo>
                  <a:lnTo>
                    <a:pt x="434" y="1500"/>
                  </a:lnTo>
                  <a:lnTo>
                    <a:pt x="440" y="1506"/>
                  </a:lnTo>
                  <a:lnTo>
                    <a:pt x="438" y="1532"/>
                  </a:lnTo>
                  <a:lnTo>
                    <a:pt x="440" y="1542"/>
                  </a:lnTo>
                  <a:lnTo>
                    <a:pt x="442" y="1546"/>
                  </a:lnTo>
                  <a:lnTo>
                    <a:pt x="442" y="1552"/>
                  </a:lnTo>
                  <a:lnTo>
                    <a:pt x="444" y="1564"/>
                  </a:lnTo>
                  <a:lnTo>
                    <a:pt x="446" y="1574"/>
                  </a:lnTo>
                  <a:lnTo>
                    <a:pt x="448" y="1586"/>
                  </a:lnTo>
                  <a:lnTo>
                    <a:pt x="448" y="1594"/>
                  </a:lnTo>
                  <a:lnTo>
                    <a:pt x="448" y="1604"/>
                  </a:lnTo>
                  <a:lnTo>
                    <a:pt x="446" y="1614"/>
                  </a:lnTo>
                  <a:lnTo>
                    <a:pt x="446" y="1624"/>
                  </a:lnTo>
                  <a:lnTo>
                    <a:pt x="450" y="1640"/>
                  </a:lnTo>
                  <a:lnTo>
                    <a:pt x="452" y="1658"/>
                  </a:lnTo>
                  <a:lnTo>
                    <a:pt x="452" y="1670"/>
                  </a:lnTo>
                  <a:lnTo>
                    <a:pt x="448" y="1686"/>
                  </a:lnTo>
                  <a:lnTo>
                    <a:pt x="444" y="1716"/>
                  </a:lnTo>
                  <a:lnTo>
                    <a:pt x="442" y="1732"/>
                  </a:lnTo>
                  <a:lnTo>
                    <a:pt x="440" y="1742"/>
                  </a:lnTo>
                  <a:lnTo>
                    <a:pt x="440" y="1744"/>
                  </a:lnTo>
                  <a:lnTo>
                    <a:pt x="438" y="1744"/>
                  </a:lnTo>
                  <a:lnTo>
                    <a:pt x="436" y="1744"/>
                  </a:lnTo>
                  <a:lnTo>
                    <a:pt x="434" y="1746"/>
                  </a:lnTo>
                  <a:lnTo>
                    <a:pt x="430" y="1752"/>
                  </a:lnTo>
                  <a:lnTo>
                    <a:pt x="430" y="1760"/>
                  </a:lnTo>
                  <a:lnTo>
                    <a:pt x="430" y="1762"/>
                  </a:lnTo>
                  <a:lnTo>
                    <a:pt x="434" y="1764"/>
                  </a:lnTo>
                  <a:lnTo>
                    <a:pt x="436" y="1768"/>
                  </a:lnTo>
                  <a:lnTo>
                    <a:pt x="436" y="1772"/>
                  </a:lnTo>
                  <a:lnTo>
                    <a:pt x="434" y="1788"/>
                  </a:lnTo>
                  <a:lnTo>
                    <a:pt x="430" y="1808"/>
                  </a:lnTo>
                  <a:lnTo>
                    <a:pt x="432" y="1820"/>
                  </a:lnTo>
                  <a:lnTo>
                    <a:pt x="434" y="1834"/>
                  </a:lnTo>
                  <a:lnTo>
                    <a:pt x="436" y="1846"/>
                  </a:lnTo>
                  <a:lnTo>
                    <a:pt x="436" y="1856"/>
                  </a:lnTo>
                  <a:lnTo>
                    <a:pt x="434" y="1864"/>
                  </a:lnTo>
                  <a:lnTo>
                    <a:pt x="432" y="1870"/>
                  </a:lnTo>
                  <a:lnTo>
                    <a:pt x="428" y="1882"/>
                  </a:lnTo>
                  <a:lnTo>
                    <a:pt x="428" y="1888"/>
                  </a:lnTo>
                  <a:lnTo>
                    <a:pt x="430" y="1894"/>
                  </a:lnTo>
                  <a:lnTo>
                    <a:pt x="432" y="1900"/>
                  </a:lnTo>
                  <a:lnTo>
                    <a:pt x="430" y="1908"/>
                  </a:lnTo>
                  <a:lnTo>
                    <a:pt x="424" y="1928"/>
                  </a:lnTo>
                  <a:lnTo>
                    <a:pt x="418" y="1946"/>
                  </a:lnTo>
                  <a:lnTo>
                    <a:pt x="416" y="1956"/>
                  </a:lnTo>
                  <a:lnTo>
                    <a:pt x="416" y="1964"/>
                  </a:lnTo>
                  <a:lnTo>
                    <a:pt x="416" y="1974"/>
                  </a:lnTo>
                  <a:lnTo>
                    <a:pt x="414" y="1978"/>
                  </a:lnTo>
                  <a:lnTo>
                    <a:pt x="410" y="1986"/>
                  </a:lnTo>
                  <a:lnTo>
                    <a:pt x="408" y="2004"/>
                  </a:lnTo>
                  <a:lnTo>
                    <a:pt x="408" y="2016"/>
                  </a:lnTo>
                  <a:lnTo>
                    <a:pt x="404" y="2024"/>
                  </a:lnTo>
                  <a:lnTo>
                    <a:pt x="400" y="2030"/>
                  </a:lnTo>
                  <a:lnTo>
                    <a:pt x="398" y="2036"/>
                  </a:lnTo>
                  <a:lnTo>
                    <a:pt x="394" y="2040"/>
                  </a:lnTo>
                  <a:lnTo>
                    <a:pt x="392" y="2044"/>
                  </a:lnTo>
                  <a:lnTo>
                    <a:pt x="392" y="2048"/>
                  </a:lnTo>
                  <a:lnTo>
                    <a:pt x="394" y="2056"/>
                  </a:lnTo>
                  <a:lnTo>
                    <a:pt x="400" y="2072"/>
                  </a:lnTo>
                  <a:lnTo>
                    <a:pt x="402" y="2086"/>
                  </a:lnTo>
                  <a:lnTo>
                    <a:pt x="402" y="2098"/>
                  </a:lnTo>
                  <a:lnTo>
                    <a:pt x="400" y="2104"/>
                  </a:lnTo>
                  <a:lnTo>
                    <a:pt x="398" y="2108"/>
                  </a:lnTo>
                  <a:lnTo>
                    <a:pt x="390" y="2116"/>
                  </a:lnTo>
                  <a:lnTo>
                    <a:pt x="386" y="2124"/>
                  </a:lnTo>
                  <a:lnTo>
                    <a:pt x="384" y="2130"/>
                  </a:lnTo>
                  <a:lnTo>
                    <a:pt x="384" y="2138"/>
                  </a:lnTo>
                  <a:lnTo>
                    <a:pt x="388" y="2162"/>
                  </a:lnTo>
                  <a:lnTo>
                    <a:pt x="392" y="2186"/>
                  </a:lnTo>
                  <a:lnTo>
                    <a:pt x="392" y="2200"/>
                  </a:lnTo>
                  <a:lnTo>
                    <a:pt x="392" y="2212"/>
                  </a:lnTo>
                  <a:lnTo>
                    <a:pt x="396" y="2224"/>
                  </a:lnTo>
                  <a:lnTo>
                    <a:pt x="398" y="2230"/>
                  </a:lnTo>
                  <a:lnTo>
                    <a:pt x="398" y="2236"/>
                  </a:lnTo>
                  <a:lnTo>
                    <a:pt x="392" y="2248"/>
                  </a:lnTo>
                  <a:lnTo>
                    <a:pt x="386" y="2262"/>
                  </a:lnTo>
                  <a:lnTo>
                    <a:pt x="386" y="2270"/>
                  </a:lnTo>
                  <a:lnTo>
                    <a:pt x="386" y="2280"/>
                  </a:lnTo>
                  <a:lnTo>
                    <a:pt x="388" y="2288"/>
                  </a:lnTo>
                  <a:lnTo>
                    <a:pt x="388" y="2292"/>
                  </a:lnTo>
                  <a:lnTo>
                    <a:pt x="386" y="2294"/>
                  </a:lnTo>
                  <a:lnTo>
                    <a:pt x="384" y="2298"/>
                  </a:lnTo>
                  <a:lnTo>
                    <a:pt x="380" y="2300"/>
                  </a:lnTo>
                  <a:lnTo>
                    <a:pt x="378" y="2306"/>
                  </a:lnTo>
                  <a:lnTo>
                    <a:pt x="376" y="2314"/>
                  </a:lnTo>
                  <a:lnTo>
                    <a:pt x="374" y="2328"/>
                  </a:lnTo>
                  <a:lnTo>
                    <a:pt x="372" y="2342"/>
                  </a:lnTo>
                  <a:lnTo>
                    <a:pt x="370" y="2354"/>
                  </a:lnTo>
                  <a:lnTo>
                    <a:pt x="362" y="2376"/>
                  </a:lnTo>
                  <a:lnTo>
                    <a:pt x="354" y="2390"/>
                  </a:lnTo>
                  <a:lnTo>
                    <a:pt x="350" y="2402"/>
                  </a:lnTo>
                  <a:lnTo>
                    <a:pt x="348" y="2412"/>
                  </a:lnTo>
                  <a:lnTo>
                    <a:pt x="344" y="2414"/>
                  </a:lnTo>
                  <a:lnTo>
                    <a:pt x="342" y="2420"/>
                  </a:lnTo>
                  <a:lnTo>
                    <a:pt x="338" y="2434"/>
                  </a:lnTo>
                  <a:lnTo>
                    <a:pt x="336" y="2446"/>
                  </a:lnTo>
                  <a:lnTo>
                    <a:pt x="334" y="2452"/>
                  </a:lnTo>
                  <a:lnTo>
                    <a:pt x="334" y="2454"/>
                  </a:lnTo>
                  <a:lnTo>
                    <a:pt x="332" y="2454"/>
                  </a:lnTo>
                  <a:lnTo>
                    <a:pt x="330" y="2452"/>
                  </a:lnTo>
                  <a:lnTo>
                    <a:pt x="328" y="2462"/>
                  </a:lnTo>
                  <a:lnTo>
                    <a:pt x="326" y="2474"/>
                  </a:lnTo>
                  <a:lnTo>
                    <a:pt x="324" y="2480"/>
                  </a:lnTo>
                  <a:lnTo>
                    <a:pt x="320" y="2482"/>
                  </a:lnTo>
                  <a:lnTo>
                    <a:pt x="318" y="2482"/>
                  </a:lnTo>
                  <a:lnTo>
                    <a:pt x="310" y="2480"/>
                  </a:lnTo>
                  <a:lnTo>
                    <a:pt x="308" y="2482"/>
                  </a:lnTo>
                  <a:lnTo>
                    <a:pt x="306" y="2486"/>
                  </a:lnTo>
                  <a:lnTo>
                    <a:pt x="306" y="2498"/>
                  </a:lnTo>
                  <a:lnTo>
                    <a:pt x="306" y="2506"/>
                  </a:lnTo>
                  <a:lnTo>
                    <a:pt x="310" y="2514"/>
                  </a:lnTo>
                  <a:lnTo>
                    <a:pt x="314" y="2522"/>
                  </a:lnTo>
                  <a:lnTo>
                    <a:pt x="314" y="2530"/>
                  </a:lnTo>
                  <a:lnTo>
                    <a:pt x="314" y="2540"/>
                  </a:lnTo>
                  <a:lnTo>
                    <a:pt x="312" y="2552"/>
                  </a:lnTo>
                  <a:lnTo>
                    <a:pt x="314" y="2560"/>
                  </a:lnTo>
                  <a:lnTo>
                    <a:pt x="318" y="2572"/>
                  </a:lnTo>
                  <a:lnTo>
                    <a:pt x="320" y="2576"/>
                  </a:lnTo>
                  <a:lnTo>
                    <a:pt x="322" y="2584"/>
                  </a:lnTo>
                  <a:lnTo>
                    <a:pt x="324" y="2594"/>
                  </a:lnTo>
                  <a:lnTo>
                    <a:pt x="322" y="2606"/>
                  </a:lnTo>
                  <a:lnTo>
                    <a:pt x="320" y="2618"/>
                  </a:lnTo>
                  <a:lnTo>
                    <a:pt x="316" y="2624"/>
                  </a:lnTo>
                  <a:lnTo>
                    <a:pt x="314" y="2626"/>
                  </a:lnTo>
                  <a:lnTo>
                    <a:pt x="310" y="2626"/>
                  </a:lnTo>
                  <a:lnTo>
                    <a:pt x="308" y="2626"/>
                  </a:lnTo>
                  <a:lnTo>
                    <a:pt x="306" y="2628"/>
                  </a:lnTo>
                  <a:lnTo>
                    <a:pt x="304" y="2632"/>
                  </a:lnTo>
                  <a:lnTo>
                    <a:pt x="304" y="2642"/>
                  </a:lnTo>
                  <a:lnTo>
                    <a:pt x="302" y="2658"/>
                  </a:lnTo>
                  <a:lnTo>
                    <a:pt x="298" y="2670"/>
                  </a:lnTo>
                  <a:lnTo>
                    <a:pt x="294" y="2686"/>
                  </a:lnTo>
                  <a:lnTo>
                    <a:pt x="292" y="2692"/>
                  </a:lnTo>
                  <a:lnTo>
                    <a:pt x="292" y="2696"/>
                  </a:lnTo>
                  <a:lnTo>
                    <a:pt x="294" y="2704"/>
                  </a:lnTo>
                  <a:lnTo>
                    <a:pt x="298" y="2712"/>
                  </a:lnTo>
                  <a:lnTo>
                    <a:pt x="302" y="2722"/>
                  </a:lnTo>
                  <a:lnTo>
                    <a:pt x="308" y="2728"/>
                  </a:lnTo>
                  <a:lnTo>
                    <a:pt x="312" y="2732"/>
                  </a:lnTo>
                  <a:lnTo>
                    <a:pt x="316" y="2734"/>
                  </a:lnTo>
                  <a:lnTo>
                    <a:pt x="320" y="2734"/>
                  </a:lnTo>
                  <a:lnTo>
                    <a:pt x="324" y="2732"/>
                  </a:lnTo>
                  <a:lnTo>
                    <a:pt x="328" y="2728"/>
                  </a:lnTo>
                  <a:lnTo>
                    <a:pt x="330" y="2724"/>
                  </a:lnTo>
                  <a:lnTo>
                    <a:pt x="334" y="2716"/>
                  </a:lnTo>
                  <a:lnTo>
                    <a:pt x="336" y="2716"/>
                  </a:lnTo>
                  <a:lnTo>
                    <a:pt x="338" y="2718"/>
                  </a:lnTo>
                  <a:lnTo>
                    <a:pt x="342" y="2722"/>
                  </a:lnTo>
                  <a:lnTo>
                    <a:pt x="346" y="2726"/>
                  </a:lnTo>
                  <a:lnTo>
                    <a:pt x="348" y="2728"/>
                  </a:lnTo>
                  <a:lnTo>
                    <a:pt x="350" y="2730"/>
                  </a:lnTo>
                  <a:lnTo>
                    <a:pt x="350" y="2732"/>
                  </a:lnTo>
                  <a:lnTo>
                    <a:pt x="344" y="2738"/>
                  </a:lnTo>
                  <a:lnTo>
                    <a:pt x="340" y="2744"/>
                  </a:lnTo>
                  <a:lnTo>
                    <a:pt x="340" y="2746"/>
                  </a:lnTo>
                  <a:lnTo>
                    <a:pt x="344" y="2746"/>
                  </a:lnTo>
                  <a:lnTo>
                    <a:pt x="350" y="2748"/>
                  </a:lnTo>
                  <a:lnTo>
                    <a:pt x="354" y="2752"/>
                  </a:lnTo>
                  <a:lnTo>
                    <a:pt x="356" y="2754"/>
                  </a:lnTo>
                  <a:lnTo>
                    <a:pt x="356" y="2760"/>
                  </a:lnTo>
                  <a:lnTo>
                    <a:pt x="356" y="2766"/>
                  </a:lnTo>
                  <a:lnTo>
                    <a:pt x="354" y="2766"/>
                  </a:lnTo>
                  <a:lnTo>
                    <a:pt x="352" y="2764"/>
                  </a:lnTo>
                  <a:lnTo>
                    <a:pt x="348" y="2758"/>
                  </a:lnTo>
                  <a:lnTo>
                    <a:pt x="344" y="2758"/>
                  </a:lnTo>
                  <a:lnTo>
                    <a:pt x="342" y="2760"/>
                  </a:lnTo>
                  <a:lnTo>
                    <a:pt x="342" y="2766"/>
                  </a:lnTo>
                  <a:lnTo>
                    <a:pt x="342" y="2774"/>
                  </a:lnTo>
                  <a:lnTo>
                    <a:pt x="342" y="2778"/>
                  </a:lnTo>
                  <a:lnTo>
                    <a:pt x="340" y="2782"/>
                  </a:lnTo>
                  <a:lnTo>
                    <a:pt x="342" y="2792"/>
                  </a:lnTo>
                  <a:lnTo>
                    <a:pt x="342" y="2798"/>
                  </a:lnTo>
                  <a:lnTo>
                    <a:pt x="342" y="2804"/>
                  </a:lnTo>
                  <a:lnTo>
                    <a:pt x="336" y="2812"/>
                  </a:lnTo>
                  <a:lnTo>
                    <a:pt x="330" y="2820"/>
                  </a:lnTo>
                  <a:lnTo>
                    <a:pt x="330" y="2824"/>
                  </a:lnTo>
                  <a:lnTo>
                    <a:pt x="330" y="2830"/>
                  </a:lnTo>
                  <a:lnTo>
                    <a:pt x="334" y="2840"/>
                  </a:lnTo>
                  <a:lnTo>
                    <a:pt x="332" y="2852"/>
                  </a:lnTo>
                  <a:lnTo>
                    <a:pt x="330" y="2860"/>
                  </a:lnTo>
                  <a:lnTo>
                    <a:pt x="326" y="2864"/>
                  </a:lnTo>
                  <a:lnTo>
                    <a:pt x="324" y="2866"/>
                  </a:lnTo>
                  <a:lnTo>
                    <a:pt x="324" y="2870"/>
                  </a:lnTo>
                  <a:lnTo>
                    <a:pt x="330" y="2872"/>
                  </a:lnTo>
                  <a:lnTo>
                    <a:pt x="336" y="2874"/>
                  </a:lnTo>
                  <a:lnTo>
                    <a:pt x="344" y="2878"/>
                  </a:lnTo>
                  <a:lnTo>
                    <a:pt x="346" y="2882"/>
                  </a:lnTo>
                  <a:lnTo>
                    <a:pt x="348" y="2890"/>
                  </a:lnTo>
                  <a:lnTo>
                    <a:pt x="346" y="2896"/>
                  </a:lnTo>
                  <a:lnTo>
                    <a:pt x="342" y="2904"/>
                  </a:lnTo>
                  <a:lnTo>
                    <a:pt x="338" y="2908"/>
                  </a:lnTo>
                  <a:lnTo>
                    <a:pt x="332" y="2912"/>
                  </a:lnTo>
                  <a:lnTo>
                    <a:pt x="326" y="2916"/>
                  </a:lnTo>
                  <a:lnTo>
                    <a:pt x="320" y="2918"/>
                  </a:lnTo>
                  <a:lnTo>
                    <a:pt x="318" y="2922"/>
                  </a:lnTo>
                  <a:lnTo>
                    <a:pt x="320" y="2926"/>
                  </a:lnTo>
                  <a:lnTo>
                    <a:pt x="322" y="2930"/>
                  </a:lnTo>
                  <a:lnTo>
                    <a:pt x="322" y="2932"/>
                  </a:lnTo>
                  <a:lnTo>
                    <a:pt x="320" y="2936"/>
                  </a:lnTo>
                  <a:lnTo>
                    <a:pt x="316" y="2940"/>
                  </a:lnTo>
                  <a:lnTo>
                    <a:pt x="312" y="2946"/>
                  </a:lnTo>
                  <a:lnTo>
                    <a:pt x="312" y="2954"/>
                  </a:lnTo>
                  <a:lnTo>
                    <a:pt x="312" y="2956"/>
                  </a:lnTo>
                  <a:lnTo>
                    <a:pt x="312" y="2962"/>
                  </a:lnTo>
                  <a:lnTo>
                    <a:pt x="310" y="2974"/>
                  </a:lnTo>
                  <a:lnTo>
                    <a:pt x="308" y="2986"/>
                  </a:lnTo>
                  <a:lnTo>
                    <a:pt x="308" y="2994"/>
                  </a:lnTo>
                  <a:lnTo>
                    <a:pt x="306" y="3000"/>
                  </a:lnTo>
                  <a:lnTo>
                    <a:pt x="300" y="3006"/>
                  </a:lnTo>
                  <a:lnTo>
                    <a:pt x="298" y="3006"/>
                  </a:lnTo>
                  <a:lnTo>
                    <a:pt x="296" y="3006"/>
                  </a:lnTo>
                  <a:lnTo>
                    <a:pt x="298" y="2998"/>
                  </a:lnTo>
                  <a:lnTo>
                    <a:pt x="300" y="2988"/>
                  </a:lnTo>
                  <a:lnTo>
                    <a:pt x="300" y="2984"/>
                  </a:lnTo>
                  <a:lnTo>
                    <a:pt x="296" y="2980"/>
                  </a:lnTo>
                  <a:lnTo>
                    <a:pt x="292" y="2978"/>
                  </a:lnTo>
                  <a:lnTo>
                    <a:pt x="290" y="2974"/>
                  </a:lnTo>
                  <a:lnTo>
                    <a:pt x="290" y="2968"/>
                  </a:lnTo>
                  <a:lnTo>
                    <a:pt x="290" y="2964"/>
                  </a:lnTo>
                  <a:lnTo>
                    <a:pt x="288" y="2962"/>
                  </a:lnTo>
                  <a:lnTo>
                    <a:pt x="282" y="2962"/>
                  </a:lnTo>
                  <a:lnTo>
                    <a:pt x="276" y="2962"/>
                  </a:lnTo>
                  <a:lnTo>
                    <a:pt x="274" y="2964"/>
                  </a:lnTo>
                  <a:lnTo>
                    <a:pt x="274" y="2966"/>
                  </a:lnTo>
                  <a:lnTo>
                    <a:pt x="270" y="2964"/>
                  </a:lnTo>
                  <a:lnTo>
                    <a:pt x="268" y="2964"/>
                  </a:lnTo>
                  <a:lnTo>
                    <a:pt x="266" y="2964"/>
                  </a:lnTo>
                  <a:lnTo>
                    <a:pt x="266" y="2968"/>
                  </a:lnTo>
                  <a:lnTo>
                    <a:pt x="266" y="2972"/>
                  </a:lnTo>
                  <a:lnTo>
                    <a:pt x="264" y="2976"/>
                  </a:lnTo>
                  <a:lnTo>
                    <a:pt x="260" y="2980"/>
                  </a:lnTo>
                  <a:lnTo>
                    <a:pt x="254" y="2986"/>
                  </a:lnTo>
                  <a:lnTo>
                    <a:pt x="238" y="2994"/>
                  </a:lnTo>
                  <a:lnTo>
                    <a:pt x="228" y="3004"/>
                  </a:lnTo>
                  <a:lnTo>
                    <a:pt x="226" y="3008"/>
                  </a:lnTo>
                  <a:lnTo>
                    <a:pt x="224" y="3012"/>
                  </a:lnTo>
                  <a:lnTo>
                    <a:pt x="224" y="3016"/>
                  </a:lnTo>
                  <a:lnTo>
                    <a:pt x="226" y="3020"/>
                  </a:lnTo>
                  <a:lnTo>
                    <a:pt x="232" y="3026"/>
                  </a:lnTo>
                  <a:lnTo>
                    <a:pt x="236" y="3026"/>
                  </a:lnTo>
                  <a:lnTo>
                    <a:pt x="236" y="3024"/>
                  </a:lnTo>
                  <a:lnTo>
                    <a:pt x="238" y="3016"/>
                  </a:lnTo>
                  <a:lnTo>
                    <a:pt x="238" y="3010"/>
                  </a:lnTo>
                  <a:lnTo>
                    <a:pt x="242" y="3006"/>
                  </a:lnTo>
                  <a:lnTo>
                    <a:pt x="244" y="3006"/>
                  </a:lnTo>
                  <a:lnTo>
                    <a:pt x="248" y="3006"/>
                  </a:lnTo>
                  <a:lnTo>
                    <a:pt x="252" y="3012"/>
                  </a:lnTo>
                  <a:lnTo>
                    <a:pt x="256" y="3018"/>
                  </a:lnTo>
                  <a:lnTo>
                    <a:pt x="264" y="3022"/>
                  </a:lnTo>
                  <a:lnTo>
                    <a:pt x="272" y="3024"/>
                  </a:lnTo>
                  <a:lnTo>
                    <a:pt x="274" y="3022"/>
                  </a:lnTo>
                  <a:lnTo>
                    <a:pt x="274" y="3020"/>
                  </a:lnTo>
                  <a:lnTo>
                    <a:pt x="276" y="3016"/>
                  </a:lnTo>
                  <a:lnTo>
                    <a:pt x="278" y="3016"/>
                  </a:lnTo>
                  <a:lnTo>
                    <a:pt x="282" y="3018"/>
                  </a:lnTo>
                  <a:lnTo>
                    <a:pt x="286" y="3024"/>
                  </a:lnTo>
                  <a:lnTo>
                    <a:pt x="290" y="3026"/>
                  </a:lnTo>
                  <a:lnTo>
                    <a:pt x="292" y="3028"/>
                  </a:lnTo>
                  <a:lnTo>
                    <a:pt x="296" y="3030"/>
                  </a:lnTo>
                  <a:lnTo>
                    <a:pt x="296" y="3036"/>
                  </a:lnTo>
                  <a:lnTo>
                    <a:pt x="294" y="3040"/>
                  </a:lnTo>
                  <a:lnTo>
                    <a:pt x="292" y="3040"/>
                  </a:lnTo>
                  <a:lnTo>
                    <a:pt x="286" y="3042"/>
                  </a:lnTo>
                  <a:lnTo>
                    <a:pt x="280" y="3042"/>
                  </a:lnTo>
                  <a:lnTo>
                    <a:pt x="278" y="3044"/>
                  </a:lnTo>
                  <a:lnTo>
                    <a:pt x="276" y="3048"/>
                  </a:lnTo>
                  <a:lnTo>
                    <a:pt x="274" y="3054"/>
                  </a:lnTo>
                  <a:lnTo>
                    <a:pt x="274" y="3056"/>
                  </a:lnTo>
                  <a:lnTo>
                    <a:pt x="280" y="3062"/>
                  </a:lnTo>
                  <a:lnTo>
                    <a:pt x="284" y="3064"/>
                  </a:lnTo>
                  <a:lnTo>
                    <a:pt x="282" y="3064"/>
                  </a:lnTo>
                  <a:lnTo>
                    <a:pt x="272" y="3062"/>
                  </a:lnTo>
                  <a:lnTo>
                    <a:pt x="270" y="3062"/>
                  </a:lnTo>
                  <a:lnTo>
                    <a:pt x="268" y="3066"/>
                  </a:lnTo>
                  <a:lnTo>
                    <a:pt x="266" y="3072"/>
                  </a:lnTo>
                  <a:lnTo>
                    <a:pt x="268" y="3074"/>
                  </a:lnTo>
                  <a:lnTo>
                    <a:pt x="272" y="3074"/>
                  </a:lnTo>
                  <a:lnTo>
                    <a:pt x="282" y="3074"/>
                  </a:lnTo>
                  <a:lnTo>
                    <a:pt x="290" y="3074"/>
                  </a:lnTo>
                  <a:lnTo>
                    <a:pt x="296" y="3076"/>
                  </a:lnTo>
                  <a:lnTo>
                    <a:pt x="300" y="3078"/>
                  </a:lnTo>
                  <a:lnTo>
                    <a:pt x="302" y="3078"/>
                  </a:lnTo>
                  <a:lnTo>
                    <a:pt x="302" y="3074"/>
                  </a:lnTo>
                  <a:lnTo>
                    <a:pt x="304" y="3072"/>
                  </a:lnTo>
                  <a:lnTo>
                    <a:pt x="306" y="3072"/>
                  </a:lnTo>
                  <a:lnTo>
                    <a:pt x="310" y="3076"/>
                  </a:lnTo>
                  <a:lnTo>
                    <a:pt x="312" y="3080"/>
                  </a:lnTo>
                  <a:lnTo>
                    <a:pt x="312" y="3082"/>
                  </a:lnTo>
                  <a:lnTo>
                    <a:pt x="310" y="3084"/>
                  </a:lnTo>
                  <a:lnTo>
                    <a:pt x="308" y="3086"/>
                  </a:lnTo>
                  <a:lnTo>
                    <a:pt x="310" y="3088"/>
                  </a:lnTo>
                  <a:lnTo>
                    <a:pt x="314" y="3096"/>
                  </a:lnTo>
                  <a:lnTo>
                    <a:pt x="318" y="3100"/>
                  </a:lnTo>
                  <a:lnTo>
                    <a:pt x="318" y="3102"/>
                  </a:lnTo>
                  <a:lnTo>
                    <a:pt x="314" y="3100"/>
                  </a:lnTo>
                  <a:lnTo>
                    <a:pt x="300" y="3090"/>
                  </a:lnTo>
                  <a:lnTo>
                    <a:pt x="294" y="3088"/>
                  </a:lnTo>
                  <a:lnTo>
                    <a:pt x="286" y="3088"/>
                  </a:lnTo>
                  <a:lnTo>
                    <a:pt x="272" y="3086"/>
                  </a:lnTo>
                  <a:lnTo>
                    <a:pt x="268" y="3088"/>
                  </a:lnTo>
                  <a:lnTo>
                    <a:pt x="266" y="3088"/>
                  </a:lnTo>
                  <a:lnTo>
                    <a:pt x="268" y="3090"/>
                  </a:lnTo>
                  <a:lnTo>
                    <a:pt x="270" y="3092"/>
                  </a:lnTo>
                  <a:lnTo>
                    <a:pt x="272" y="3092"/>
                  </a:lnTo>
                  <a:lnTo>
                    <a:pt x="274" y="3092"/>
                  </a:lnTo>
                  <a:lnTo>
                    <a:pt x="276" y="3096"/>
                  </a:lnTo>
                  <a:lnTo>
                    <a:pt x="278" y="3100"/>
                  </a:lnTo>
                  <a:lnTo>
                    <a:pt x="282" y="3104"/>
                  </a:lnTo>
                  <a:lnTo>
                    <a:pt x="292" y="3110"/>
                  </a:lnTo>
                  <a:lnTo>
                    <a:pt x="294" y="3112"/>
                  </a:lnTo>
                  <a:lnTo>
                    <a:pt x="294" y="3114"/>
                  </a:lnTo>
                  <a:lnTo>
                    <a:pt x="294" y="3116"/>
                  </a:lnTo>
                  <a:lnTo>
                    <a:pt x="294" y="3120"/>
                  </a:lnTo>
                  <a:lnTo>
                    <a:pt x="292" y="3120"/>
                  </a:lnTo>
                  <a:lnTo>
                    <a:pt x="288" y="3118"/>
                  </a:lnTo>
                  <a:lnTo>
                    <a:pt x="284" y="3116"/>
                  </a:lnTo>
                  <a:lnTo>
                    <a:pt x="280" y="3116"/>
                  </a:lnTo>
                  <a:lnTo>
                    <a:pt x="280" y="3120"/>
                  </a:lnTo>
                  <a:lnTo>
                    <a:pt x="276" y="3132"/>
                  </a:lnTo>
                  <a:lnTo>
                    <a:pt x="276" y="3138"/>
                  </a:lnTo>
                  <a:lnTo>
                    <a:pt x="276" y="3148"/>
                  </a:lnTo>
                  <a:lnTo>
                    <a:pt x="278" y="3168"/>
                  </a:lnTo>
                  <a:lnTo>
                    <a:pt x="280" y="3174"/>
                  </a:lnTo>
                  <a:lnTo>
                    <a:pt x="282" y="3178"/>
                  </a:lnTo>
                  <a:lnTo>
                    <a:pt x="284" y="3178"/>
                  </a:lnTo>
                  <a:lnTo>
                    <a:pt x="284" y="3176"/>
                  </a:lnTo>
                  <a:lnTo>
                    <a:pt x="286" y="3168"/>
                  </a:lnTo>
                  <a:lnTo>
                    <a:pt x="288" y="3160"/>
                  </a:lnTo>
                  <a:lnTo>
                    <a:pt x="290" y="3156"/>
                  </a:lnTo>
                  <a:lnTo>
                    <a:pt x="292" y="3154"/>
                  </a:lnTo>
                  <a:lnTo>
                    <a:pt x="292" y="3158"/>
                  </a:lnTo>
                  <a:lnTo>
                    <a:pt x="292" y="3164"/>
                  </a:lnTo>
                  <a:lnTo>
                    <a:pt x="292" y="3170"/>
                  </a:lnTo>
                  <a:lnTo>
                    <a:pt x="294" y="3176"/>
                  </a:lnTo>
                  <a:lnTo>
                    <a:pt x="298" y="3182"/>
                  </a:lnTo>
                  <a:lnTo>
                    <a:pt x="300" y="3184"/>
                  </a:lnTo>
                  <a:lnTo>
                    <a:pt x="296" y="3182"/>
                  </a:lnTo>
                  <a:lnTo>
                    <a:pt x="290" y="3180"/>
                  </a:lnTo>
                  <a:lnTo>
                    <a:pt x="284" y="3182"/>
                  </a:lnTo>
                  <a:lnTo>
                    <a:pt x="280" y="3184"/>
                  </a:lnTo>
                  <a:lnTo>
                    <a:pt x="280" y="3186"/>
                  </a:lnTo>
                  <a:lnTo>
                    <a:pt x="282" y="3188"/>
                  </a:lnTo>
                  <a:lnTo>
                    <a:pt x="282" y="3190"/>
                  </a:lnTo>
                  <a:lnTo>
                    <a:pt x="280" y="3192"/>
                  </a:lnTo>
                  <a:lnTo>
                    <a:pt x="280" y="3194"/>
                  </a:lnTo>
                  <a:lnTo>
                    <a:pt x="284" y="3198"/>
                  </a:lnTo>
                  <a:lnTo>
                    <a:pt x="296" y="3206"/>
                  </a:lnTo>
                  <a:lnTo>
                    <a:pt x="294" y="3206"/>
                  </a:lnTo>
                  <a:lnTo>
                    <a:pt x="288" y="3206"/>
                  </a:lnTo>
                  <a:lnTo>
                    <a:pt x="280" y="3204"/>
                  </a:lnTo>
                  <a:lnTo>
                    <a:pt x="278" y="3204"/>
                  </a:lnTo>
                  <a:lnTo>
                    <a:pt x="280" y="3206"/>
                  </a:lnTo>
                  <a:lnTo>
                    <a:pt x="288" y="3216"/>
                  </a:lnTo>
                  <a:lnTo>
                    <a:pt x="290" y="3220"/>
                  </a:lnTo>
                  <a:lnTo>
                    <a:pt x="280" y="3214"/>
                  </a:lnTo>
                  <a:lnTo>
                    <a:pt x="274" y="3212"/>
                  </a:lnTo>
                  <a:lnTo>
                    <a:pt x="268" y="3212"/>
                  </a:lnTo>
                  <a:lnTo>
                    <a:pt x="264" y="3214"/>
                  </a:lnTo>
                  <a:lnTo>
                    <a:pt x="264" y="3216"/>
                  </a:lnTo>
                  <a:lnTo>
                    <a:pt x="268" y="3218"/>
                  </a:lnTo>
                  <a:lnTo>
                    <a:pt x="272" y="3220"/>
                  </a:lnTo>
                  <a:lnTo>
                    <a:pt x="274" y="3224"/>
                  </a:lnTo>
                  <a:lnTo>
                    <a:pt x="274" y="3226"/>
                  </a:lnTo>
                  <a:lnTo>
                    <a:pt x="278" y="3228"/>
                  </a:lnTo>
                  <a:lnTo>
                    <a:pt x="282" y="3230"/>
                  </a:lnTo>
                  <a:lnTo>
                    <a:pt x="284" y="3230"/>
                  </a:lnTo>
                  <a:lnTo>
                    <a:pt x="288" y="3230"/>
                  </a:lnTo>
                  <a:lnTo>
                    <a:pt x="292" y="3234"/>
                  </a:lnTo>
                  <a:lnTo>
                    <a:pt x="296" y="3236"/>
                  </a:lnTo>
                  <a:lnTo>
                    <a:pt x="296" y="3238"/>
                  </a:lnTo>
                  <a:lnTo>
                    <a:pt x="288" y="3236"/>
                  </a:lnTo>
                  <a:lnTo>
                    <a:pt x="284" y="3236"/>
                  </a:lnTo>
                  <a:lnTo>
                    <a:pt x="284" y="3238"/>
                  </a:lnTo>
                  <a:lnTo>
                    <a:pt x="288" y="3248"/>
                  </a:lnTo>
                  <a:lnTo>
                    <a:pt x="290" y="3252"/>
                  </a:lnTo>
                  <a:lnTo>
                    <a:pt x="294" y="3252"/>
                  </a:lnTo>
                  <a:lnTo>
                    <a:pt x="298" y="3250"/>
                  </a:lnTo>
                  <a:lnTo>
                    <a:pt x="302" y="3240"/>
                  </a:lnTo>
                  <a:lnTo>
                    <a:pt x="306" y="3234"/>
                  </a:lnTo>
                  <a:lnTo>
                    <a:pt x="308" y="3232"/>
                  </a:lnTo>
                  <a:lnTo>
                    <a:pt x="308" y="3234"/>
                  </a:lnTo>
                  <a:lnTo>
                    <a:pt x="306" y="3242"/>
                  </a:lnTo>
                  <a:lnTo>
                    <a:pt x="300" y="3256"/>
                  </a:lnTo>
                  <a:lnTo>
                    <a:pt x="296" y="3258"/>
                  </a:lnTo>
                  <a:lnTo>
                    <a:pt x="292" y="3258"/>
                  </a:lnTo>
                  <a:lnTo>
                    <a:pt x="288" y="3258"/>
                  </a:lnTo>
                  <a:lnTo>
                    <a:pt x="286" y="3258"/>
                  </a:lnTo>
                  <a:lnTo>
                    <a:pt x="284" y="3260"/>
                  </a:lnTo>
                  <a:lnTo>
                    <a:pt x="284" y="3264"/>
                  </a:lnTo>
                  <a:lnTo>
                    <a:pt x="286" y="3266"/>
                  </a:lnTo>
                  <a:lnTo>
                    <a:pt x="288" y="3268"/>
                  </a:lnTo>
                  <a:lnTo>
                    <a:pt x="288" y="3272"/>
                  </a:lnTo>
                  <a:lnTo>
                    <a:pt x="288" y="3276"/>
                  </a:lnTo>
                  <a:lnTo>
                    <a:pt x="290" y="3276"/>
                  </a:lnTo>
                  <a:lnTo>
                    <a:pt x="292" y="3276"/>
                  </a:lnTo>
                  <a:lnTo>
                    <a:pt x="296" y="3276"/>
                  </a:lnTo>
                  <a:lnTo>
                    <a:pt x="302" y="3278"/>
                  </a:lnTo>
                  <a:lnTo>
                    <a:pt x="306" y="3286"/>
                  </a:lnTo>
                  <a:lnTo>
                    <a:pt x="308" y="3294"/>
                  </a:lnTo>
                  <a:lnTo>
                    <a:pt x="308" y="3298"/>
                  </a:lnTo>
                  <a:lnTo>
                    <a:pt x="306" y="3298"/>
                  </a:lnTo>
                  <a:lnTo>
                    <a:pt x="302" y="3294"/>
                  </a:lnTo>
                  <a:lnTo>
                    <a:pt x="298" y="3288"/>
                  </a:lnTo>
                  <a:lnTo>
                    <a:pt x="296" y="3288"/>
                  </a:lnTo>
                  <a:lnTo>
                    <a:pt x="296" y="3290"/>
                  </a:lnTo>
                  <a:lnTo>
                    <a:pt x="296" y="3294"/>
                  </a:lnTo>
                  <a:lnTo>
                    <a:pt x="298" y="3298"/>
                  </a:lnTo>
                  <a:lnTo>
                    <a:pt x="298" y="3302"/>
                  </a:lnTo>
                  <a:lnTo>
                    <a:pt x="298" y="3304"/>
                  </a:lnTo>
                  <a:lnTo>
                    <a:pt x="300" y="3308"/>
                  </a:lnTo>
                  <a:lnTo>
                    <a:pt x="302" y="3310"/>
                  </a:lnTo>
                  <a:lnTo>
                    <a:pt x="306" y="3308"/>
                  </a:lnTo>
                  <a:lnTo>
                    <a:pt x="308" y="3306"/>
                  </a:lnTo>
                  <a:lnTo>
                    <a:pt x="310" y="3308"/>
                  </a:lnTo>
                  <a:lnTo>
                    <a:pt x="312" y="3310"/>
                  </a:lnTo>
                  <a:lnTo>
                    <a:pt x="314" y="3318"/>
                  </a:lnTo>
                  <a:lnTo>
                    <a:pt x="310" y="3316"/>
                  </a:lnTo>
                  <a:lnTo>
                    <a:pt x="308" y="3316"/>
                  </a:lnTo>
                  <a:lnTo>
                    <a:pt x="308" y="3318"/>
                  </a:lnTo>
                  <a:lnTo>
                    <a:pt x="312" y="3326"/>
                  </a:lnTo>
                  <a:lnTo>
                    <a:pt x="318" y="3332"/>
                  </a:lnTo>
                  <a:lnTo>
                    <a:pt x="322" y="3332"/>
                  </a:lnTo>
                  <a:lnTo>
                    <a:pt x="324" y="3332"/>
                  </a:lnTo>
                  <a:lnTo>
                    <a:pt x="326" y="3322"/>
                  </a:lnTo>
                  <a:lnTo>
                    <a:pt x="330" y="3318"/>
                  </a:lnTo>
                  <a:lnTo>
                    <a:pt x="332" y="3316"/>
                  </a:lnTo>
                  <a:lnTo>
                    <a:pt x="334" y="3314"/>
                  </a:lnTo>
                  <a:lnTo>
                    <a:pt x="334" y="3312"/>
                  </a:lnTo>
                  <a:lnTo>
                    <a:pt x="334" y="3310"/>
                  </a:lnTo>
                  <a:lnTo>
                    <a:pt x="342" y="3312"/>
                  </a:lnTo>
                  <a:lnTo>
                    <a:pt x="348" y="3312"/>
                  </a:lnTo>
                  <a:lnTo>
                    <a:pt x="350" y="3312"/>
                  </a:lnTo>
                  <a:lnTo>
                    <a:pt x="350" y="3310"/>
                  </a:lnTo>
                  <a:lnTo>
                    <a:pt x="344" y="3304"/>
                  </a:lnTo>
                  <a:lnTo>
                    <a:pt x="334" y="3300"/>
                  </a:lnTo>
                  <a:lnTo>
                    <a:pt x="326" y="3294"/>
                  </a:lnTo>
                  <a:lnTo>
                    <a:pt x="324" y="3292"/>
                  </a:lnTo>
                  <a:lnTo>
                    <a:pt x="328" y="3290"/>
                  </a:lnTo>
                  <a:lnTo>
                    <a:pt x="336" y="3294"/>
                  </a:lnTo>
                  <a:lnTo>
                    <a:pt x="350" y="3302"/>
                  </a:lnTo>
                  <a:lnTo>
                    <a:pt x="354" y="3308"/>
                  </a:lnTo>
                  <a:lnTo>
                    <a:pt x="354" y="3314"/>
                  </a:lnTo>
                  <a:lnTo>
                    <a:pt x="352" y="3320"/>
                  </a:lnTo>
                  <a:lnTo>
                    <a:pt x="350" y="3322"/>
                  </a:lnTo>
                  <a:lnTo>
                    <a:pt x="348" y="3324"/>
                  </a:lnTo>
                  <a:lnTo>
                    <a:pt x="350" y="3330"/>
                  </a:lnTo>
                  <a:lnTo>
                    <a:pt x="352" y="3332"/>
                  </a:lnTo>
                  <a:lnTo>
                    <a:pt x="348" y="3328"/>
                  </a:lnTo>
                  <a:lnTo>
                    <a:pt x="342" y="3322"/>
                  </a:lnTo>
                  <a:lnTo>
                    <a:pt x="340" y="3322"/>
                  </a:lnTo>
                  <a:lnTo>
                    <a:pt x="338" y="3326"/>
                  </a:lnTo>
                  <a:lnTo>
                    <a:pt x="334" y="3336"/>
                  </a:lnTo>
                  <a:lnTo>
                    <a:pt x="332" y="3334"/>
                  </a:lnTo>
                  <a:lnTo>
                    <a:pt x="332" y="3330"/>
                  </a:lnTo>
                  <a:lnTo>
                    <a:pt x="330" y="3332"/>
                  </a:lnTo>
                  <a:lnTo>
                    <a:pt x="324" y="3338"/>
                  </a:lnTo>
                  <a:lnTo>
                    <a:pt x="322" y="3340"/>
                  </a:lnTo>
                  <a:lnTo>
                    <a:pt x="320" y="3340"/>
                  </a:lnTo>
                  <a:lnTo>
                    <a:pt x="316" y="3336"/>
                  </a:lnTo>
                  <a:lnTo>
                    <a:pt x="310" y="3330"/>
                  </a:lnTo>
                  <a:lnTo>
                    <a:pt x="306" y="3328"/>
                  </a:lnTo>
                  <a:lnTo>
                    <a:pt x="304" y="3328"/>
                  </a:lnTo>
                  <a:lnTo>
                    <a:pt x="306" y="3332"/>
                  </a:lnTo>
                  <a:lnTo>
                    <a:pt x="310" y="3336"/>
                  </a:lnTo>
                  <a:lnTo>
                    <a:pt x="310" y="3340"/>
                  </a:lnTo>
                  <a:lnTo>
                    <a:pt x="308" y="3344"/>
                  </a:lnTo>
                  <a:lnTo>
                    <a:pt x="306" y="3350"/>
                  </a:lnTo>
                  <a:lnTo>
                    <a:pt x="308" y="3350"/>
                  </a:lnTo>
                  <a:lnTo>
                    <a:pt x="312" y="3352"/>
                  </a:lnTo>
                  <a:lnTo>
                    <a:pt x="310" y="3356"/>
                  </a:lnTo>
                  <a:lnTo>
                    <a:pt x="306" y="3364"/>
                  </a:lnTo>
                  <a:lnTo>
                    <a:pt x="306" y="3368"/>
                  </a:lnTo>
                  <a:lnTo>
                    <a:pt x="306" y="3370"/>
                  </a:lnTo>
                  <a:lnTo>
                    <a:pt x="308" y="3370"/>
                  </a:lnTo>
                  <a:lnTo>
                    <a:pt x="314" y="3366"/>
                  </a:lnTo>
                  <a:lnTo>
                    <a:pt x="316" y="3364"/>
                  </a:lnTo>
                  <a:lnTo>
                    <a:pt x="320" y="3364"/>
                  </a:lnTo>
                  <a:lnTo>
                    <a:pt x="322" y="3366"/>
                  </a:lnTo>
                  <a:lnTo>
                    <a:pt x="324" y="3372"/>
                  </a:lnTo>
                  <a:lnTo>
                    <a:pt x="322" y="3374"/>
                  </a:lnTo>
                  <a:lnTo>
                    <a:pt x="320" y="3374"/>
                  </a:lnTo>
                  <a:lnTo>
                    <a:pt x="316" y="3374"/>
                  </a:lnTo>
                  <a:lnTo>
                    <a:pt x="322" y="3380"/>
                  </a:lnTo>
                  <a:lnTo>
                    <a:pt x="322" y="3382"/>
                  </a:lnTo>
                  <a:lnTo>
                    <a:pt x="318" y="3384"/>
                  </a:lnTo>
                  <a:lnTo>
                    <a:pt x="316" y="3386"/>
                  </a:lnTo>
                  <a:lnTo>
                    <a:pt x="320" y="3388"/>
                  </a:lnTo>
                  <a:lnTo>
                    <a:pt x="328" y="3390"/>
                  </a:lnTo>
                  <a:lnTo>
                    <a:pt x="332" y="3388"/>
                  </a:lnTo>
                  <a:lnTo>
                    <a:pt x="334" y="3384"/>
                  </a:lnTo>
                  <a:lnTo>
                    <a:pt x="334" y="3378"/>
                  </a:lnTo>
                  <a:lnTo>
                    <a:pt x="334" y="3376"/>
                  </a:lnTo>
                  <a:lnTo>
                    <a:pt x="336" y="3374"/>
                  </a:lnTo>
                  <a:lnTo>
                    <a:pt x="340" y="3370"/>
                  </a:lnTo>
                  <a:lnTo>
                    <a:pt x="344" y="3368"/>
                  </a:lnTo>
                  <a:lnTo>
                    <a:pt x="346" y="3366"/>
                  </a:lnTo>
                  <a:lnTo>
                    <a:pt x="346" y="3364"/>
                  </a:lnTo>
                  <a:lnTo>
                    <a:pt x="344" y="3362"/>
                  </a:lnTo>
                  <a:lnTo>
                    <a:pt x="340" y="3360"/>
                  </a:lnTo>
                  <a:lnTo>
                    <a:pt x="340" y="3358"/>
                  </a:lnTo>
                  <a:lnTo>
                    <a:pt x="344" y="3358"/>
                  </a:lnTo>
                  <a:lnTo>
                    <a:pt x="352" y="3358"/>
                  </a:lnTo>
                  <a:lnTo>
                    <a:pt x="354" y="3362"/>
                  </a:lnTo>
                  <a:lnTo>
                    <a:pt x="356" y="3362"/>
                  </a:lnTo>
                  <a:lnTo>
                    <a:pt x="360" y="3360"/>
                  </a:lnTo>
                  <a:lnTo>
                    <a:pt x="364" y="3358"/>
                  </a:lnTo>
                  <a:lnTo>
                    <a:pt x="368" y="3356"/>
                  </a:lnTo>
                  <a:lnTo>
                    <a:pt x="382" y="3356"/>
                  </a:lnTo>
                  <a:lnTo>
                    <a:pt x="392" y="3358"/>
                  </a:lnTo>
                  <a:lnTo>
                    <a:pt x="394" y="3360"/>
                  </a:lnTo>
                  <a:lnTo>
                    <a:pt x="396" y="3362"/>
                  </a:lnTo>
                  <a:lnTo>
                    <a:pt x="392" y="3366"/>
                  </a:lnTo>
                  <a:lnTo>
                    <a:pt x="386" y="3368"/>
                  </a:lnTo>
                  <a:lnTo>
                    <a:pt x="380" y="3366"/>
                  </a:lnTo>
                  <a:lnTo>
                    <a:pt x="372" y="3364"/>
                  </a:lnTo>
                  <a:lnTo>
                    <a:pt x="368" y="3364"/>
                  </a:lnTo>
                  <a:lnTo>
                    <a:pt x="366" y="3366"/>
                  </a:lnTo>
                  <a:lnTo>
                    <a:pt x="362" y="3370"/>
                  </a:lnTo>
                  <a:lnTo>
                    <a:pt x="358" y="3376"/>
                  </a:lnTo>
                  <a:lnTo>
                    <a:pt x="356" y="3376"/>
                  </a:lnTo>
                  <a:lnTo>
                    <a:pt x="354" y="3376"/>
                  </a:lnTo>
                  <a:lnTo>
                    <a:pt x="348" y="3372"/>
                  </a:lnTo>
                  <a:lnTo>
                    <a:pt x="342" y="3374"/>
                  </a:lnTo>
                  <a:lnTo>
                    <a:pt x="338" y="3378"/>
                  </a:lnTo>
                  <a:lnTo>
                    <a:pt x="338" y="3384"/>
                  </a:lnTo>
                  <a:lnTo>
                    <a:pt x="340" y="3388"/>
                  </a:lnTo>
                  <a:lnTo>
                    <a:pt x="338" y="3390"/>
                  </a:lnTo>
                  <a:lnTo>
                    <a:pt x="338" y="3392"/>
                  </a:lnTo>
                  <a:lnTo>
                    <a:pt x="340" y="3396"/>
                  </a:lnTo>
                  <a:lnTo>
                    <a:pt x="342" y="3398"/>
                  </a:lnTo>
                  <a:lnTo>
                    <a:pt x="340" y="3398"/>
                  </a:lnTo>
                  <a:lnTo>
                    <a:pt x="334" y="3396"/>
                  </a:lnTo>
                  <a:lnTo>
                    <a:pt x="326" y="3396"/>
                  </a:lnTo>
                  <a:lnTo>
                    <a:pt x="324" y="3396"/>
                  </a:lnTo>
                  <a:lnTo>
                    <a:pt x="324" y="3398"/>
                  </a:lnTo>
                  <a:lnTo>
                    <a:pt x="326" y="3402"/>
                  </a:lnTo>
                  <a:lnTo>
                    <a:pt x="342" y="3412"/>
                  </a:lnTo>
                  <a:lnTo>
                    <a:pt x="354" y="3418"/>
                  </a:lnTo>
                  <a:lnTo>
                    <a:pt x="356" y="3418"/>
                  </a:lnTo>
                  <a:lnTo>
                    <a:pt x="354" y="3412"/>
                  </a:lnTo>
                  <a:lnTo>
                    <a:pt x="352" y="3406"/>
                  </a:lnTo>
                  <a:lnTo>
                    <a:pt x="352" y="3402"/>
                  </a:lnTo>
                  <a:lnTo>
                    <a:pt x="358" y="3400"/>
                  </a:lnTo>
                  <a:lnTo>
                    <a:pt x="362" y="3398"/>
                  </a:lnTo>
                  <a:lnTo>
                    <a:pt x="364" y="3396"/>
                  </a:lnTo>
                  <a:lnTo>
                    <a:pt x="364" y="3394"/>
                  </a:lnTo>
                  <a:lnTo>
                    <a:pt x="360" y="3390"/>
                  </a:lnTo>
                  <a:lnTo>
                    <a:pt x="356" y="3388"/>
                  </a:lnTo>
                  <a:lnTo>
                    <a:pt x="362" y="3390"/>
                  </a:lnTo>
                  <a:lnTo>
                    <a:pt x="370" y="3392"/>
                  </a:lnTo>
                  <a:lnTo>
                    <a:pt x="374" y="3390"/>
                  </a:lnTo>
                  <a:lnTo>
                    <a:pt x="378" y="3386"/>
                  </a:lnTo>
                  <a:lnTo>
                    <a:pt x="384" y="3382"/>
                  </a:lnTo>
                  <a:lnTo>
                    <a:pt x="392" y="3378"/>
                  </a:lnTo>
                  <a:lnTo>
                    <a:pt x="396" y="3374"/>
                  </a:lnTo>
                  <a:lnTo>
                    <a:pt x="402" y="3372"/>
                  </a:lnTo>
                  <a:lnTo>
                    <a:pt x="406" y="3374"/>
                  </a:lnTo>
                  <a:lnTo>
                    <a:pt x="408" y="3376"/>
                  </a:lnTo>
                  <a:lnTo>
                    <a:pt x="408" y="3378"/>
                  </a:lnTo>
                  <a:lnTo>
                    <a:pt x="406" y="3384"/>
                  </a:lnTo>
                  <a:lnTo>
                    <a:pt x="398" y="3392"/>
                  </a:lnTo>
                  <a:lnTo>
                    <a:pt x="390" y="3396"/>
                  </a:lnTo>
                  <a:lnTo>
                    <a:pt x="384" y="3400"/>
                  </a:lnTo>
                  <a:lnTo>
                    <a:pt x="384" y="3402"/>
                  </a:lnTo>
                  <a:lnTo>
                    <a:pt x="382" y="3404"/>
                  </a:lnTo>
                  <a:lnTo>
                    <a:pt x="380" y="3402"/>
                  </a:lnTo>
                  <a:lnTo>
                    <a:pt x="376" y="3400"/>
                  </a:lnTo>
                  <a:lnTo>
                    <a:pt x="374" y="3402"/>
                  </a:lnTo>
                  <a:lnTo>
                    <a:pt x="374" y="3404"/>
                  </a:lnTo>
                  <a:lnTo>
                    <a:pt x="370" y="3402"/>
                  </a:lnTo>
                  <a:lnTo>
                    <a:pt x="362" y="3404"/>
                  </a:lnTo>
                  <a:lnTo>
                    <a:pt x="358" y="3406"/>
                  </a:lnTo>
                  <a:lnTo>
                    <a:pt x="356" y="3408"/>
                  </a:lnTo>
                  <a:lnTo>
                    <a:pt x="360" y="3414"/>
                  </a:lnTo>
                  <a:lnTo>
                    <a:pt x="366" y="3420"/>
                  </a:lnTo>
                  <a:lnTo>
                    <a:pt x="372" y="3426"/>
                  </a:lnTo>
                  <a:lnTo>
                    <a:pt x="378" y="3430"/>
                  </a:lnTo>
                  <a:lnTo>
                    <a:pt x="382" y="3432"/>
                  </a:lnTo>
                  <a:lnTo>
                    <a:pt x="386" y="3434"/>
                  </a:lnTo>
                  <a:lnTo>
                    <a:pt x="392" y="3438"/>
                  </a:lnTo>
                  <a:lnTo>
                    <a:pt x="402" y="3438"/>
                  </a:lnTo>
                  <a:lnTo>
                    <a:pt x="410" y="3436"/>
                  </a:lnTo>
                  <a:lnTo>
                    <a:pt x="414" y="3434"/>
                  </a:lnTo>
                  <a:lnTo>
                    <a:pt x="416" y="3426"/>
                  </a:lnTo>
                  <a:lnTo>
                    <a:pt x="416" y="3412"/>
                  </a:lnTo>
                  <a:lnTo>
                    <a:pt x="418" y="3400"/>
                  </a:lnTo>
                  <a:lnTo>
                    <a:pt x="420" y="3394"/>
                  </a:lnTo>
                  <a:lnTo>
                    <a:pt x="422" y="3388"/>
                  </a:lnTo>
                  <a:lnTo>
                    <a:pt x="424" y="3378"/>
                  </a:lnTo>
                  <a:lnTo>
                    <a:pt x="424" y="3372"/>
                  </a:lnTo>
                  <a:lnTo>
                    <a:pt x="426" y="3368"/>
                  </a:lnTo>
                  <a:lnTo>
                    <a:pt x="428" y="3366"/>
                  </a:lnTo>
                  <a:lnTo>
                    <a:pt x="432" y="3366"/>
                  </a:lnTo>
                  <a:lnTo>
                    <a:pt x="440" y="3364"/>
                  </a:lnTo>
                  <a:lnTo>
                    <a:pt x="444" y="3362"/>
                  </a:lnTo>
                  <a:lnTo>
                    <a:pt x="450" y="3358"/>
                  </a:lnTo>
                  <a:lnTo>
                    <a:pt x="454" y="3354"/>
                  </a:lnTo>
                  <a:lnTo>
                    <a:pt x="458" y="3354"/>
                  </a:lnTo>
                  <a:lnTo>
                    <a:pt x="462" y="3354"/>
                  </a:lnTo>
                  <a:lnTo>
                    <a:pt x="466" y="3356"/>
                  </a:lnTo>
                  <a:lnTo>
                    <a:pt x="470" y="3350"/>
                  </a:lnTo>
                  <a:lnTo>
                    <a:pt x="476" y="3342"/>
                  </a:lnTo>
                  <a:lnTo>
                    <a:pt x="480" y="3340"/>
                  </a:lnTo>
                  <a:lnTo>
                    <a:pt x="486" y="3340"/>
                  </a:lnTo>
                  <a:lnTo>
                    <a:pt x="496" y="3342"/>
                  </a:lnTo>
                  <a:lnTo>
                    <a:pt x="510" y="3344"/>
                  </a:lnTo>
                  <a:lnTo>
                    <a:pt x="518" y="3348"/>
                  </a:lnTo>
                  <a:lnTo>
                    <a:pt x="520" y="3346"/>
                  </a:lnTo>
                  <a:lnTo>
                    <a:pt x="518" y="3342"/>
                  </a:lnTo>
                  <a:lnTo>
                    <a:pt x="510" y="3328"/>
                  </a:lnTo>
                  <a:lnTo>
                    <a:pt x="500" y="3308"/>
                  </a:lnTo>
                  <a:lnTo>
                    <a:pt x="496" y="3296"/>
                  </a:lnTo>
                  <a:lnTo>
                    <a:pt x="492" y="3282"/>
                  </a:lnTo>
                  <a:lnTo>
                    <a:pt x="490" y="3266"/>
                  </a:lnTo>
                  <a:lnTo>
                    <a:pt x="490" y="3256"/>
                  </a:lnTo>
                  <a:lnTo>
                    <a:pt x="490" y="3246"/>
                  </a:lnTo>
                  <a:lnTo>
                    <a:pt x="494" y="3238"/>
                  </a:lnTo>
                  <a:lnTo>
                    <a:pt x="498" y="3228"/>
                  </a:lnTo>
                  <a:lnTo>
                    <a:pt x="506" y="3222"/>
                  </a:lnTo>
                  <a:lnTo>
                    <a:pt x="518" y="3216"/>
                  </a:lnTo>
                  <a:lnTo>
                    <a:pt x="528" y="3212"/>
                  </a:lnTo>
                  <a:lnTo>
                    <a:pt x="536" y="3208"/>
                  </a:lnTo>
                  <a:lnTo>
                    <a:pt x="542" y="3202"/>
                  </a:lnTo>
                  <a:lnTo>
                    <a:pt x="546" y="3196"/>
                  </a:lnTo>
                  <a:lnTo>
                    <a:pt x="550" y="3180"/>
                  </a:lnTo>
                  <a:lnTo>
                    <a:pt x="552" y="3156"/>
                  </a:lnTo>
                  <a:lnTo>
                    <a:pt x="556" y="3144"/>
                  </a:lnTo>
                  <a:lnTo>
                    <a:pt x="564" y="3134"/>
                  </a:lnTo>
                  <a:lnTo>
                    <a:pt x="572" y="3126"/>
                  </a:lnTo>
                  <a:lnTo>
                    <a:pt x="580" y="3122"/>
                  </a:lnTo>
                  <a:lnTo>
                    <a:pt x="596" y="3112"/>
                  </a:lnTo>
                  <a:lnTo>
                    <a:pt x="602" y="3108"/>
                  </a:lnTo>
                  <a:lnTo>
                    <a:pt x="604" y="3104"/>
                  </a:lnTo>
                  <a:lnTo>
                    <a:pt x="606" y="3100"/>
                  </a:lnTo>
                  <a:lnTo>
                    <a:pt x="610" y="3096"/>
                  </a:lnTo>
                  <a:lnTo>
                    <a:pt x="616" y="3092"/>
                  </a:lnTo>
                  <a:lnTo>
                    <a:pt x="622" y="3086"/>
                  </a:lnTo>
                  <a:lnTo>
                    <a:pt x="624" y="3082"/>
                  </a:lnTo>
                  <a:lnTo>
                    <a:pt x="622" y="3078"/>
                  </a:lnTo>
                  <a:lnTo>
                    <a:pt x="620" y="3074"/>
                  </a:lnTo>
                  <a:lnTo>
                    <a:pt x="620" y="3072"/>
                  </a:lnTo>
                  <a:lnTo>
                    <a:pt x="624" y="3066"/>
                  </a:lnTo>
                  <a:lnTo>
                    <a:pt x="626" y="3060"/>
                  </a:lnTo>
                  <a:lnTo>
                    <a:pt x="626" y="3054"/>
                  </a:lnTo>
                  <a:lnTo>
                    <a:pt x="626" y="3044"/>
                  </a:lnTo>
                  <a:lnTo>
                    <a:pt x="624" y="3038"/>
                  </a:lnTo>
                  <a:lnTo>
                    <a:pt x="620" y="3036"/>
                  </a:lnTo>
                  <a:lnTo>
                    <a:pt x="608" y="3036"/>
                  </a:lnTo>
                  <a:lnTo>
                    <a:pt x="600" y="3034"/>
                  </a:lnTo>
                  <a:lnTo>
                    <a:pt x="590" y="3032"/>
                  </a:lnTo>
                  <a:lnTo>
                    <a:pt x="580" y="3026"/>
                  </a:lnTo>
                  <a:lnTo>
                    <a:pt x="570" y="3016"/>
                  </a:lnTo>
                  <a:lnTo>
                    <a:pt x="554" y="2996"/>
                  </a:lnTo>
                  <a:lnTo>
                    <a:pt x="550" y="2988"/>
                  </a:lnTo>
                  <a:lnTo>
                    <a:pt x="550" y="2982"/>
                  </a:lnTo>
                  <a:lnTo>
                    <a:pt x="550" y="2976"/>
                  </a:lnTo>
                  <a:lnTo>
                    <a:pt x="554" y="2968"/>
                  </a:lnTo>
                  <a:lnTo>
                    <a:pt x="564" y="2948"/>
                  </a:lnTo>
                  <a:lnTo>
                    <a:pt x="570" y="2938"/>
                  </a:lnTo>
                  <a:lnTo>
                    <a:pt x="576" y="2930"/>
                  </a:lnTo>
                  <a:lnTo>
                    <a:pt x="580" y="2928"/>
                  </a:lnTo>
                  <a:lnTo>
                    <a:pt x="584" y="2926"/>
                  </a:lnTo>
                  <a:lnTo>
                    <a:pt x="592" y="2926"/>
                  </a:lnTo>
                  <a:lnTo>
                    <a:pt x="594" y="2924"/>
                  </a:lnTo>
                  <a:lnTo>
                    <a:pt x="598" y="2922"/>
                  </a:lnTo>
                  <a:lnTo>
                    <a:pt x="602" y="2918"/>
                  </a:lnTo>
                  <a:lnTo>
                    <a:pt x="608" y="2916"/>
                  </a:lnTo>
                  <a:lnTo>
                    <a:pt x="622" y="2916"/>
                  </a:lnTo>
                  <a:lnTo>
                    <a:pt x="628" y="2916"/>
                  </a:lnTo>
                  <a:lnTo>
                    <a:pt x="632" y="2914"/>
                  </a:lnTo>
                  <a:lnTo>
                    <a:pt x="634" y="2912"/>
                  </a:lnTo>
                  <a:lnTo>
                    <a:pt x="630" y="2908"/>
                  </a:lnTo>
                  <a:lnTo>
                    <a:pt x="628" y="2902"/>
                  </a:lnTo>
                  <a:lnTo>
                    <a:pt x="630" y="2898"/>
                  </a:lnTo>
                  <a:lnTo>
                    <a:pt x="638" y="2890"/>
                  </a:lnTo>
                  <a:lnTo>
                    <a:pt x="642" y="2886"/>
                  </a:lnTo>
                  <a:lnTo>
                    <a:pt x="646" y="2878"/>
                  </a:lnTo>
                  <a:lnTo>
                    <a:pt x="648" y="2868"/>
                  </a:lnTo>
                  <a:lnTo>
                    <a:pt x="644" y="2856"/>
                  </a:lnTo>
                  <a:lnTo>
                    <a:pt x="644" y="2850"/>
                  </a:lnTo>
                  <a:lnTo>
                    <a:pt x="644" y="2844"/>
                  </a:lnTo>
                  <a:lnTo>
                    <a:pt x="646" y="2836"/>
                  </a:lnTo>
                  <a:lnTo>
                    <a:pt x="648" y="2830"/>
                  </a:lnTo>
                  <a:lnTo>
                    <a:pt x="652" y="2822"/>
                  </a:lnTo>
                  <a:lnTo>
                    <a:pt x="660" y="2816"/>
                  </a:lnTo>
                  <a:lnTo>
                    <a:pt x="668" y="2810"/>
                  </a:lnTo>
                  <a:lnTo>
                    <a:pt x="678" y="2806"/>
                  </a:lnTo>
                  <a:lnTo>
                    <a:pt x="684" y="2802"/>
                  </a:lnTo>
                  <a:lnTo>
                    <a:pt x="682" y="2800"/>
                  </a:lnTo>
                  <a:lnTo>
                    <a:pt x="674" y="2798"/>
                  </a:lnTo>
                  <a:lnTo>
                    <a:pt x="662" y="2794"/>
                  </a:lnTo>
                  <a:lnTo>
                    <a:pt x="658" y="2790"/>
                  </a:lnTo>
                  <a:lnTo>
                    <a:pt x="658" y="2786"/>
                  </a:lnTo>
                  <a:lnTo>
                    <a:pt x="660" y="2782"/>
                  </a:lnTo>
                  <a:lnTo>
                    <a:pt x="664" y="2780"/>
                  </a:lnTo>
                  <a:lnTo>
                    <a:pt x="670" y="2780"/>
                  </a:lnTo>
                  <a:lnTo>
                    <a:pt x="676" y="2780"/>
                  </a:lnTo>
                  <a:lnTo>
                    <a:pt x="682" y="2782"/>
                  </a:lnTo>
                  <a:lnTo>
                    <a:pt x="686" y="2788"/>
                  </a:lnTo>
                  <a:lnTo>
                    <a:pt x="690" y="2792"/>
                  </a:lnTo>
                  <a:lnTo>
                    <a:pt x="692" y="2796"/>
                  </a:lnTo>
                  <a:lnTo>
                    <a:pt x="696" y="2798"/>
                  </a:lnTo>
                  <a:lnTo>
                    <a:pt x="700" y="2798"/>
                  </a:lnTo>
                  <a:lnTo>
                    <a:pt x="704" y="2796"/>
                  </a:lnTo>
                  <a:lnTo>
                    <a:pt x="708" y="2792"/>
                  </a:lnTo>
                  <a:lnTo>
                    <a:pt x="712" y="2786"/>
                  </a:lnTo>
                  <a:lnTo>
                    <a:pt x="714" y="2778"/>
                  </a:lnTo>
                  <a:lnTo>
                    <a:pt x="716" y="2770"/>
                  </a:lnTo>
                  <a:lnTo>
                    <a:pt x="714" y="2762"/>
                  </a:lnTo>
                  <a:lnTo>
                    <a:pt x="708" y="2754"/>
                  </a:lnTo>
                  <a:lnTo>
                    <a:pt x="706" y="2752"/>
                  </a:lnTo>
                  <a:lnTo>
                    <a:pt x="702" y="2752"/>
                  </a:lnTo>
                  <a:lnTo>
                    <a:pt x="678" y="2758"/>
                  </a:lnTo>
                  <a:lnTo>
                    <a:pt x="670" y="2760"/>
                  </a:lnTo>
                  <a:lnTo>
                    <a:pt x="662" y="2758"/>
                  </a:lnTo>
                  <a:lnTo>
                    <a:pt x="658" y="2756"/>
                  </a:lnTo>
                  <a:lnTo>
                    <a:pt x="656" y="2750"/>
                  </a:lnTo>
                  <a:lnTo>
                    <a:pt x="654" y="2744"/>
                  </a:lnTo>
                  <a:lnTo>
                    <a:pt x="656" y="2734"/>
                  </a:lnTo>
                  <a:lnTo>
                    <a:pt x="656" y="2726"/>
                  </a:lnTo>
                  <a:lnTo>
                    <a:pt x="654" y="2716"/>
                  </a:lnTo>
                  <a:lnTo>
                    <a:pt x="650" y="2700"/>
                  </a:lnTo>
                  <a:lnTo>
                    <a:pt x="648" y="2694"/>
                  </a:lnTo>
                  <a:lnTo>
                    <a:pt x="646" y="2690"/>
                  </a:lnTo>
                  <a:lnTo>
                    <a:pt x="648" y="2684"/>
                  </a:lnTo>
                  <a:lnTo>
                    <a:pt x="654" y="2682"/>
                  </a:lnTo>
                  <a:lnTo>
                    <a:pt x="662" y="2680"/>
                  </a:lnTo>
                  <a:lnTo>
                    <a:pt x="668" y="2682"/>
                  </a:lnTo>
                  <a:lnTo>
                    <a:pt x="684" y="2688"/>
                  </a:lnTo>
                  <a:lnTo>
                    <a:pt x="700" y="2696"/>
                  </a:lnTo>
                  <a:lnTo>
                    <a:pt x="708" y="2698"/>
                  </a:lnTo>
                  <a:lnTo>
                    <a:pt x="714" y="2700"/>
                  </a:lnTo>
                  <a:lnTo>
                    <a:pt x="724" y="2700"/>
                  </a:lnTo>
                  <a:lnTo>
                    <a:pt x="728" y="2700"/>
                  </a:lnTo>
                  <a:lnTo>
                    <a:pt x="734" y="2700"/>
                  </a:lnTo>
                  <a:lnTo>
                    <a:pt x="748" y="2694"/>
                  </a:lnTo>
                  <a:lnTo>
                    <a:pt x="762" y="2684"/>
                  </a:lnTo>
                  <a:lnTo>
                    <a:pt x="768" y="2680"/>
                  </a:lnTo>
                  <a:lnTo>
                    <a:pt x="770" y="2676"/>
                  </a:lnTo>
                  <a:lnTo>
                    <a:pt x="770" y="2672"/>
                  </a:lnTo>
                  <a:lnTo>
                    <a:pt x="770" y="2670"/>
                  </a:lnTo>
                  <a:lnTo>
                    <a:pt x="764" y="2664"/>
                  </a:lnTo>
                  <a:lnTo>
                    <a:pt x="762" y="2660"/>
                  </a:lnTo>
                  <a:lnTo>
                    <a:pt x="760" y="2658"/>
                  </a:lnTo>
                  <a:lnTo>
                    <a:pt x="758" y="2650"/>
                  </a:lnTo>
                  <a:lnTo>
                    <a:pt x="762" y="2642"/>
                  </a:lnTo>
                  <a:lnTo>
                    <a:pt x="770" y="2632"/>
                  </a:lnTo>
                  <a:lnTo>
                    <a:pt x="776" y="2622"/>
                  </a:lnTo>
                  <a:lnTo>
                    <a:pt x="778" y="2612"/>
                  </a:lnTo>
                  <a:lnTo>
                    <a:pt x="776" y="2602"/>
                  </a:lnTo>
                  <a:lnTo>
                    <a:pt x="772" y="2598"/>
                  </a:lnTo>
                  <a:lnTo>
                    <a:pt x="770" y="2596"/>
                  </a:lnTo>
                  <a:lnTo>
                    <a:pt x="766" y="2592"/>
                  </a:lnTo>
                  <a:lnTo>
                    <a:pt x="762" y="2588"/>
                  </a:lnTo>
                  <a:lnTo>
                    <a:pt x="760" y="2578"/>
                  </a:lnTo>
                  <a:lnTo>
                    <a:pt x="760" y="2574"/>
                  </a:lnTo>
                  <a:lnTo>
                    <a:pt x="762" y="2572"/>
                  </a:lnTo>
                  <a:lnTo>
                    <a:pt x="768" y="2572"/>
                  </a:lnTo>
                  <a:lnTo>
                    <a:pt x="774" y="2576"/>
                  </a:lnTo>
                  <a:lnTo>
                    <a:pt x="784" y="2582"/>
                  </a:lnTo>
                  <a:lnTo>
                    <a:pt x="792" y="2582"/>
                  </a:lnTo>
                  <a:lnTo>
                    <a:pt x="824" y="2578"/>
                  </a:lnTo>
                  <a:lnTo>
                    <a:pt x="856" y="2574"/>
                  </a:lnTo>
                  <a:lnTo>
                    <a:pt x="890" y="2566"/>
                  </a:lnTo>
                  <a:lnTo>
                    <a:pt x="920" y="2556"/>
                  </a:lnTo>
                  <a:lnTo>
                    <a:pt x="934" y="2550"/>
                  </a:lnTo>
                  <a:lnTo>
                    <a:pt x="944" y="2544"/>
                  </a:lnTo>
                  <a:lnTo>
                    <a:pt x="952" y="2538"/>
                  </a:lnTo>
                  <a:lnTo>
                    <a:pt x="956" y="2534"/>
                  </a:lnTo>
                  <a:lnTo>
                    <a:pt x="958" y="2528"/>
                  </a:lnTo>
                  <a:lnTo>
                    <a:pt x="960" y="2524"/>
                  </a:lnTo>
                  <a:lnTo>
                    <a:pt x="962" y="2516"/>
                  </a:lnTo>
                  <a:lnTo>
                    <a:pt x="966" y="2510"/>
                  </a:lnTo>
                  <a:lnTo>
                    <a:pt x="970" y="2504"/>
                  </a:lnTo>
                  <a:lnTo>
                    <a:pt x="980" y="2492"/>
                  </a:lnTo>
                  <a:lnTo>
                    <a:pt x="986" y="2478"/>
                  </a:lnTo>
                  <a:lnTo>
                    <a:pt x="990" y="2464"/>
                  </a:lnTo>
                  <a:lnTo>
                    <a:pt x="990" y="2444"/>
                  </a:lnTo>
                  <a:lnTo>
                    <a:pt x="990" y="2436"/>
                  </a:lnTo>
                  <a:lnTo>
                    <a:pt x="990" y="2432"/>
                  </a:lnTo>
                  <a:lnTo>
                    <a:pt x="986" y="2432"/>
                  </a:lnTo>
                  <a:lnTo>
                    <a:pt x="984" y="2432"/>
                  </a:lnTo>
                  <a:lnTo>
                    <a:pt x="980" y="2432"/>
                  </a:lnTo>
                  <a:lnTo>
                    <a:pt x="976" y="2432"/>
                  </a:lnTo>
                  <a:lnTo>
                    <a:pt x="970" y="2428"/>
                  </a:lnTo>
                  <a:lnTo>
                    <a:pt x="964" y="2420"/>
                  </a:lnTo>
                  <a:lnTo>
                    <a:pt x="962" y="2410"/>
                  </a:lnTo>
                  <a:lnTo>
                    <a:pt x="962" y="2404"/>
                  </a:lnTo>
                  <a:lnTo>
                    <a:pt x="964" y="2400"/>
                  </a:lnTo>
                  <a:lnTo>
                    <a:pt x="968" y="2396"/>
                  </a:lnTo>
                  <a:lnTo>
                    <a:pt x="970" y="2392"/>
                  </a:lnTo>
                  <a:lnTo>
                    <a:pt x="970" y="2388"/>
                  </a:lnTo>
                  <a:lnTo>
                    <a:pt x="968" y="2380"/>
                  </a:lnTo>
                  <a:lnTo>
                    <a:pt x="962" y="2368"/>
                  </a:lnTo>
                  <a:lnTo>
                    <a:pt x="954" y="2360"/>
                  </a:lnTo>
                  <a:lnTo>
                    <a:pt x="946" y="2354"/>
                  </a:lnTo>
                  <a:lnTo>
                    <a:pt x="928" y="2344"/>
                  </a:lnTo>
                  <a:lnTo>
                    <a:pt x="922" y="2338"/>
                  </a:lnTo>
                  <a:lnTo>
                    <a:pt x="918" y="2332"/>
                  </a:lnTo>
                  <a:lnTo>
                    <a:pt x="918" y="2330"/>
                  </a:lnTo>
                  <a:lnTo>
                    <a:pt x="920" y="2326"/>
                  </a:lnTo>
                  <a:lnTo>
                    <a:pt x="926" y="2316"/>
                  </a:lnTo>
                  <a:lnTo>
                    <a:pt x="928" y="2320"/>
                  </a:lnTo>
                  <a:lnTo>
                    <a:pt x="934" y="2326"/>
                  </a:lnTo>
                  <a:lnTo>
                    <a:pt x="946" y="2332"/>
                  </a:lnTo>
                  <a:lnTo>
                    <a:pt x="952" y="2334"/>
                  </a:lnTo>
                  <a:lnTo>
                    <a:pt x="958" y="2334"/>
                  </a:lnTo>
                  <a:lnTo>
                    <a:pt x="966" y="2336"/>
                  </a:lnTo>
                  <a:lnTo>
                    <a:pt x="976" y="2338"/>
                  </a:lnTo>
                  <a:lnTo>
                    <a:pt x="992" y="2348"/>
                  </a:lnTo>
                  <a:lnTo>
                    <a:pt x="1002" y="2352"/>
                  </a:lnTo>
                  <a:lnTo>
                    <a:pt x="1010" y="2356"/>
                  </a:lnTo>
                  <a:lnTo>
                    <a:pt x="1018" y="2358"/>
                  </a:lnTo>
                  <a:lnTo>
                    <a:pt x="1026" y="2356"/>
                  </a:lnTo>
                  <a:lnTo>
                    <a:pt x="1032" y="2354"/>
                  </a:lnTo>
                  <a:lnTo>
                    <a:pt x="1038" y="2352"/>
                  </a:lnTo>
                  <a:lnTo>
                    <a:pt x="1050" y="2356"/>
                  </a:lnTo>
                  <a:lnTo>
                    <a:pt x="1056" y="2358"/>
                  </a:lnTo>
                  <a:lnTo>
                    <a:pt x="1062" y="2358"/>
                  </a:lnTo>
                  <a:lnTo>
                    <a:pt x="1068" y="2358"/>
                  </a:lnTo>
                  <a:lnTo>
                    <a:pt x="1076" y="2354"/>
                  </a:lnTo>
                  <a:lnTo>
                    <a:pt x="1090" y="2344"/>
                  </a:lnTo>
                  <a:lnTo>
                    <a:pt x="1100" y="2334"/>
                  </a:lnTo>
                  <a:lnTo>
                    <a:pt x="1110" y="2320"/>
                  </a:lnTo>
                  <a:lnTo>
                    <a:pt x="1122" y="2300"/>
                  </a:lnTo>
                  <a:lnTo>
                    <a:pt x="1120" y="2294"/>
                  </a:lnTo>
                  <a:lnTo>
                    <a:pt x="1124" y="2288"/>
                  </a:lnTo>
                  <a:lnTo>
                    <a:pt x="1130" y="2282"/>
                  </a:lnTo>
                  <a:lnTo>
                    <a:pt x="1140" y="2276"/>
                  </a:lnTo>
                  <a:lnTo>
                    <a:pt x="1150" y="2270"/>
                  </a:lnTo>
                  <a:lnTo>
                    <a:pt x="1154" y="2264"/>
                  </a:lnTo>
                  <a:lnTo>
                    <a:pt x="1158" y="2256"/>
                  </a:lnTo>
                  <a:lnTo>
                    <a:pt x="1166" y="2232"/>
                  </a:lnTo>
                  <a:lnTo>
                    <a:pt x="1170" y="2224"/>
                  </a:lnTo>
                  <a:lnTo>
                    <a:pt x="1174" y="2218"/>
                  </a:lnTo>
                  <a:lnTo>
                    <a:pt x="1188" y="2204"/>
                  </a:lnTo>
                  <a:lnTo>
                    <a:pt x="1210" y="2184"/>
                  </a:lnTo>
                  <a:lnTo>
                    <a:pt x="1220" y="2174"/>
                  </a:lnTo>
                  <a:lnTo>
                    <a:pt x="1228" y="2164"/>
                  </a:lnTo>
                  <a:lnTo>
                    <a:pt x="1240" y="2140"/>
                  </a:lnTo>
                  <a:lnTo>
                    <a:pt x="1254" y="2110"/>
                  </a:lnTo>
                  <a:lnTo>
                    <a:pt x="1270" y="2074"/>
                  </a:lnTo>
                  <a:lnTo>
                    <a:pt x="1278" y="2058"/>
                  </a:lnTo>
                  <a:lnTo>
                    <a:pt x="1284" y="2048"/>
                  </a:lnTo>
                  <a:lnTo>
                    <a:pt x="1290" y="2042"/>
                  </a:lnTo>
                  <a:lnTo>
                    <a:pt x="1294" y="2038"/>
                  </a:lnTo>
                  <a:lnTo>
                    <a:pt x="1304" y="2030"/>
                  </a:lnTo>
                  <a:lnTo>
                    <a:pt x="1308" y="2022"/>
                  </a:lnTo>
                  <a:lnTo>
                    <a:pt x="1314" y="2012"/>
                  </a:lnTo>
                  <a:lnTo>
                    <a:pt x="1320" y="1998"/>
                  </a:lnTo>
                  <a:lnTo>
                    <a:pt x="1322" y="1984"/>
                  </a:lnTo>
                  <a:lnTo>
                    <a:pt x="1322" y="1970"/>
                  </a:lnTo>
                  <a:lnTo>
                    <a:pt x="1322" y="1956"/>
                  </a:lnTo>
                  <a:lnTo>
                    <a:pt x="1322" y="1926"/>
                  </a:lnTo>
                  <a:lnTo>
                    <a:pt x="1320" y="1910"/>
                  </a:lnTo>
                  <a:lnTo>
                    <a:pt x="1322" y="1894"/>
                  </a:lnTo>
                  <a:lnTo>
                    <a:pt x="1324" y="1878"/>
                  </a:lnTo>
                  <a:lnTo>
                    <a:pt x="1332" y="1862"/>
                  </a:lnTo>
                  <a:lnTo>
                    <a:pt x="1340" y="1848"/>
                  </a:lnTo>
                  <a:lnTo>
                    <a:pt x="1352" y="1836"/>
                  </a:lnTo>
                  <a:lnTo>
                    <a:pt x="1364" y="1824"/>
                  </a:lnTo>
                  <a:lnTo>
                    <a:pt x="1376" y="1816"/>
                  </a:lnTo>
                  <a:lnTo>
                    <a:pt x="1388" y="1808"/>
                  </a:lnTo>
                  <a:lnTo>
                    <a:pt x="1398" y="1802"/>
                  </a:lnTo>
                  <a:lnTo>
                    <a:pt x="1422" y="1792"/>
                  </a:lnTo>
                  <a:lnTo>
                    <a:pt x="1438" y="1782"/>
                  </a:lnTo>
                  <a:lnTo>
                    <a:pt x="1452" y="1772"/>
                  </a:lnTo>
                  <a:lnTo>
                    <a:pt x="1462" y="1764"/>
                  </a:lnTo>
                  <a:lnTo>
                    <a:pt x="1476" y="1750"/>
                  </a:lnTo>
                  <a:lnTo>
                    <a:pt x="1482" y="1744"/>
                  </a:lnTo>
                  <a:lnTo>
                    <a:pt x="1490" y="1740"/>
                  </a:lnTo>
                  <a:lnTo>
                    <a:pt x="1498" y="1738"/>
                  </a:lnTo>
                  <a:lnTo>
                    <a:pt x="1502" y="1738"/>
                  </a:lnTo>
                  <a:lnTo>
                    <a:pt x="1506" y="1740"/>
                  </a:lnTo>
                  <a:lnTo>
                    <a:pt x="1508" y="1742"/>
                  </a:lnTo>
                  <a:lnTo>
                    <a:pt x="1514" y="1742"/>
                  </a:lnTo>
                  <a:lnTo>
                    <a:pt x="1520" y="1742"/>
                  </a:lnTo>
                  <a:lnTo>
                    <a:pt x="1530" y="1740"/>
                  </a:lnTo>
                  <a:lnTo>
                    <a:pt x="1544" y="1738"/>
                  </a:lnTo>
                  <a:lnTo>
                    <a:pt x="1556" y="1738"/>
                  </a:lnTo>
                  <a:lnTo>
                    <a:pt x="1576" y="1738"/>
                  </a:lnTo>
                  <a:lnTo>
                    <a:pt x="1584" y="1738"/>
                  </a:lnTo>
                  <a:lnTo>
                    <a:pt x="1588" y="1736"/>
                  </a:lnTo>
                  <a:lnTo>
                    <a:pt x="1592" y="1734"/>
                  </a:lnTo>
                  <a:lnTo>
                    <a:pt x="1590" y="1728"/>
                  </a:lnTo>
                  <a:lnTo>
                    <a:pt x="1590" y="1724"/>
                  </a:lnTo>
                  <a:lnTo>
                    <a:pt x="1590" y="1722"/>
                  </a:lnTo>
                  <a:lnTo>
                    <a:pt x="1594" y="1716"/>
                  </a:lnTo>
                  <a:lnTo>
                    <a:pt x="1608" y="1702"/>
                  </a:lnTo>
                  <a:lnTo>
                    <a:pt x="1616" y="1696"/>
                  </a:lnTo>
                  <a:lnTo>
                    <a:pt x="1622" y="1690"/>
                  </a:lnTo>
                  <a:lnTo>
                    <a:pt x="1626" y="1682"/>
                  </a:lnTo>
                  <a:lnTo>
                    <a:pt x="1626" y="1676"/>
                  </a:lnTo>
                  <a:lnTo>
                    <a:pt x="1624" y="1672"/>
                  </a:lnTo>
                  <a:lnTo>
                    <a:pt x="1622" y="1662"/>
                  </a:lnTo>
                  <a:lnTo>
                    <a:pt x="1624" y="1654"/>
                  </a:lnTo>
                  <a:lnTo>
                    <a:pt x="1628" y="1644"/>
                  </a:lnTo>
                  <a:lnTo>
                    <a:pt x="1634" y="1634"/>
                  </a:lnTo>
                  <a:lnTo>
                    <a:pt x="1650" y="1610"/>
                  </a:lnTo>
                  <a:lnTo>
                    <a:pt x="1668" y="1580"/>
                  </a:lnTo>
                  <a:lnTo>
                    <a:pt x="1674" y="1564"/>
                  </a:lnTo>
                  <a:lnTo>
                    <a:pt x="1678" y="1550"/>
                  </a:lnTo>
                  <a:lnTo>
                    <a:pt x="1678" y="1536"/>
                  </a:lnTo>
                  <a:lnTo>
                    <a:pt x="1678" y="1524"/>
                  </a:lnTo>
                  <a:lnTo>
                    <a:pt x="1678" y="1514"/>
                  </a:lnTo>
                  <a:lnTo>
                    <a:pt x="1680" y="1506"/>
                  </a:lnTo>
                  <a:lnTo>
                    <a:pt x="1682" y="1498"/>
                  </a:lnTo>
                  <a:lnTo>
                    <a:pt x="1688" y="1494"/>
                  </a:lnTo>
                  <a:lnTo>
                    <a:pt x="1694" y="1488"/>
                  </a:lnTo>
                  <a:lnTo>
                    <a:pt x="1698" y="1480"/>
                  </a:lnTo>
                  <a:lnTo>
                    <a:pt x="1698" y="1470"/>
                  </a:lnTo>
                  <a:lnTo>
                    <a:pt x="1700" y="1460"/>
                  </a:lnTo>
                  <a:lnTo>
                    <a:pt x="1700" y="1434"/>
                  </a:lnTo>
                  <a:lnTo>
                    <a:pt x="1702" y="1418"/>
                  </a:lnTo>
                  <a:lnTo>
                    <a:pt x="1704" y="1404"/>
                  </a:lnTo>
                  <a:lnTo>
                    <a:pt x="1708" y="1390"/>
                  </a:lnTo>
                  <a:lnTo>
                    <a:pt x="1708" y="1378"/>
                  </a:lnTo>
                  <a:lnTo>
                    <a:pt x="1708" y="1368"/>
                  </a:lnTo>
                  <a:lnTo>
                    <a:pt x="1706" y="1360"/>
                  </a:lnTo>
                  <a:lnTo>
                    <a:pt x="1702" y="1342"/>
                  </a:lnTo>
                  <a:lnTo>
                    <a:pt x="1702" y="1334"/>
                  </a:lnTo>
                  <a:lnTo>
                    <a:pt x="1702" y="1324"/>
                  </a:lnTo>
                  <a:lnTo>
                    <a:pt x="1706" y="1252"/>
                  </a:lnTo>
                  <a:lnTo>
                    <a:pt x="1708" y="1234"/>
                  </a:lnTo>
                  <a:lnTo>
                    <a:pt x="1710" y="1224"/>
                  </a:lnTo>
                  <a:lnTo>
                    <a:pt x="1712" y="1220"/>
                  </a:lnTo>
                  <a:lnTo>
                    <a:pt x="1714" y="1220"/>
                  </a:lnTo>
                  <a:lnTo>
                    <a:pt x="1718" y="1222"/>
                  </a:lnTo>
                  <a:lnTo>
                    <a:pt x="1720" y="1226"/>
                  </a:lnTo>
                  <a:lnTo>
                    <a:pt x="1726" y="1234"/>
                  </a:lnTo>
                  <a:lnTo>
                    <a:pt x="1730" y="1238"/>
                  </a:lnTo>
                  <a:lnTo>
                    <a:pt x="1736" y="1238"/>
                  </a:lnTo>
                  <a:lnTo>
                    <a:pt x="1740" y="1234"/>
                  </a:lnTo>
                  <a:lnTo>
                    <a:pt x="1746" y="1224"/>
                  </a:lnTo>
                  <a:lnTo>
                    <a:pt x="1752" y="1212"/>
                  </a:lnTo>
                  <a:lnTo>
                    <a:pt x="1766" y="1176"/>
                  </a:lnTo>
                  <a:lnTo>
                    <a:pt x="1774" y="1158"/>
                  </a:lnTo>
                  <a:lnTo>
                    <a:pt x="1780" y="1146"/>
                  </a:lnTo>
                  <a:lnTo>
                    <a:pt x="1788" y="1136"/>
                  </a:lnTo>
                  <a:lnTo>
                    <a:pt x="1794" y="1128"/>
                  </a:lnTo>
                  <a:lnTo>
                    <a:pt x="1810" y="1112"/>
                  </a:lnTo>
                  <a:lnTo>
                    <a:pt x="1820" y="1100"/>
                  </a:lnTo>
                  <a:lnTo>
                    <a:pt x="1830" y="1082"/>
                  </a:lnTo>
                  <a:lnTo>
                    <a:pt x="1852" y="1044"/>
                  </a:lnTo>
                  <a:lnTo>
                    <a:pt x="1860" y="1030"/>
                  </a:lnTo>
                  <a:lnTo>
                    <a:pt x="1866" y="1016"/>
                  </a:lnTo>
                  <a:lnTo>
                    <a:pt x="1872" y="1002"/>
                  </a:lnTo>
                  <a:lnTo>
                    <a:pt x="1874" y="988"/>
                  </a:lnTo>
                  <a:lnTo>
                    <a:pt x="1874" y="972"/>
                  </a:lnTo>
                  <a:lnTo>
                    <a:pt x="1872" y="956"/>
                  </a:lnTo>
                  <a:close/>
                  <a:moveTo>
                    <a:pt x="1128" y="2234"/>
                  </a:moveTo>
                  <a:lnTo>
                    <a:pt x="1128" y="2234"/>
                  </a:lnTo>
                  <a:lnTo>
                    <a:pt x="1132" y="2242"/>
                  </a:lnTo>
                  <a:lnTo>
                    <a:pt x="1128" y="2234"/>
                  </a:lnTo>
                  <a:close/>
                  <a:moveTo>
                    <a:pt x="698" y="3490"/>
                  </a:moveTo>
                  <a:lnTo>
                    <a:pt x="698" y="3490"/>
                  </a:lnTo>
                  <a:lnTo>
                    <a:pt x="692" y="3492"/>
                  </a:lnTo>
                  <a:lnTo>
                    <a:pt x="688" y="3490"/>
                  </a:lnTo>
                  <a:lnTo>
                    <a:pt x="684" y="3490"/>
                  </a:lnTo>
                  <a:lnTo>
                    <a:pt x="678" y="3492"/>
                  </a:lnTo>
                  <a:lnTo>
                    <a:pt x="670" y="3496"/>
                  </a:lnTo>
                  <a:lnTo>
                    <a:pt x="666" y="3498"/>
                  </a:lnTo>
                  <a:lnTo>
                    <a:pt x="670" y="3500"/>
                  </a:lnTo>
                  <a:lnTo>
                    <a:pt x="672" y="3500"/>
                  </a:lnTo>
                  <a:lnTo>
                    <a:pt x="678" y="3498"/>
                  </a:lnTo>
                  <a:lnTo>
                    <a:pt x="682" y="3494"/>
                  </a:lnTo>
                  <a:lnTo>
                    <a:pt x="684" y="3496"/>
                  </a:lnTo>
                  <a:lnTo>
                    <a:pt x="686" y="3498"/>
                  </a:lnTo>
                  <a:lnTo>
                    <a:pt x="690" y="3496"/>
                  </a:lnTo>
                  <a:lnTo>
                    <a:pt x="694" y="3496"/>
                  </a:lnTo>
                  <a:lnTo>
                    <a:pt x="696" y="3496"/>
                  </a:lnTo>
                  <a:lnTo>
                    <a:pt x="700" y="3496"/>
                  </a:lnTo>
                  <a:lnTo>
                    <a:pt x="702" y="3494"/>
                  </a:lnTo>
                  <a:lnTo>
                    <a:pt x="704" y="3492"/>
                  </a:lnTo>
                  <a:lnTo>
                    <a:pt x="702" y="3490"/>
                  </a:lnTo>
                  <a:lnTo>
                    <a:pt x="698" y="3490"/>
                  </a:lnTo>
                  <a:close/>
                  <a:moveTo>
                    <a:pt x="294" y="3084"/>
                  </a:moveTo>
                  <a:lnTo>
                    <a:pt x="294" y="3084"/>
                  </a:lnTo>
                  <a:lnTo>
                    <a:pt x="298" y="3086"/>
                  </a:lnTo>
                  <a:lnTo>
                    <a:pt x="300" y="3084"/>
                  </a:lnTo>
                  <a:lnTo>
                    <a:pt x="300" y="3082"/>
                  </a:lnTo>
                  <a:lnTo>
                    <a:pt x="298" y="3080"/>
                  </a:lnTo>
                  <a:lnTo>
                    <a:pt x="292" y="3078"/>
                  </a:lnTo>
                  <a:lnTo>
                    <a:pt x="286" y="3078"/>
                  </a:lnTo>
                  <a:lnTo>
                    <a:pt x="282" y="3078"/>
                  </a:lnTo>
                  <a:lnTo>
                    <a:pt x="276" y="3080"/>
                  </a:lnTo>
                  <a:lnTo>
                    <a:pt x="274" y="3082"/>
                  </a:lnTo>
                  <a:lnTo>
                    <a:pt x="274" y="3084"/>
                  </a:lnTo>
                  <a:lnTo>
                    <a:pt x="280" y="3084"/>
                  </a:lnTo>
                  <a:lnTo>
                    <a:pt x="288" y="3084"/>
                  </a:lnTo>
                  <a:lnTo>
                    <a:pt x="294" y="3084"/>
                  </a:lnTo>
                  <a:close/>
                  <a:moveTo>
                    <a:pt x="338" y="3318"/>
                  </a:moveTo>
                  <a:lnTo>
                    <a:pt x="338" y="3318"/>
                  </a:lnTo>
                  <a:lnTo>
                    <a:pt x="330" y="3322"/>
                  </a:lnTo>
                  <a:lnTo>
                    <a:pt x="328" y="3324"/>
                  </a:lnTo>
                  <a:lnTo>
                    <a:pt x="330" y="3326"/>
                  </a:lnTo>
                  <a:lnTo>
                    <a:pt x="334" y="3326"/>
                  </a:lnTo>
                  <a:lnTo>
                    <a:pt x="338" y="3322"/>
                  </a:lnTo>
                  <a:lnTo>
                    <a:pt x="338" y="3318"/>
                  </a:lnTo>
                  <a:close/>
                  <a:moveTo>
                    <a:pt x="292" y="3034"/>
                  </a:moveTo>
                  <a:lnTo>
                    <a:pt x="292" y="3034"/>
                  </a:lnTo>
                  <a:lnTo>
                    <a:pt x="290" y="3032"/>
                  </a:lnTo>
                  <a:lnTo>
                    <a:pt x="288" y="3030"/>
                  </a:lnTo>
                  <a:lnTo>
                    <a:pt x="284" y="3030"/>
                  </a:lnTo>
                  <a:lnTo>
                    <a:pt x="282" y="3034"/>
                  </a:lnTo>
                  <a:lnTo>
                    <a:pt x="284" y="3036"/>
                  </a:lnTo>
                  <a:lnTo>
                    <a:pt x="286" y="3038"/>
                  </a:lnTo>
                  <a:lnTo>
                    <a:pt x="290" y="3036"/>
                  </a:lnTo>
                  <a:lnTo>
                    <a:pt x="292" y="3034"/>
                  </a:lnTo>
                  <a:close/>
                  <a:moveTo>
                    <a:pt x="420" y="3442"/>
                  </a:moveTo>
                  <a:lnTo>
                    <a:pt x="420" y="3442"/>
                  </a:lnTo>
                  <a:lnTo>
                    <a:pt x="420" y="3446"/>
                  </a:lnTo>
                  <a:lnTo>
                    <a:pt x="424" y="3452"/>
                  </a:lnTo>
                  <a:lnTo>
                    <a:pt x="440" y="3462"/>
                  </a:lnTo>
                  <a:lnTo>
                    <a:pt x="444" y="3464"/>
                  </a:lnTo>
                  <a:lnTo>
                    <a:pt x="444" y="3462"/>
                  </a:lnTo>
                  <a:lnTo>
                    <a:pt x="442" y="3458"/>
                  </a:lnTo>
                  <a:lnTo>
                    <a:pt x="438" y="3454"/>
                  </a:lnTo>
                  <a:lnTo>
                    <a:pt x="430" y="3446"/>
                  </a:lnTo>
                  <a:lnTo>
                    <a:pt x="434" y="3448"/>
                  </a:lnTo>
                  <a:lnTo>
                    <a:pt x="438" y="3450"/>
                  </a:lnTo>
                  <a:lnTo>
                    <a:pt x="442" y="3450"/>
                  </a:lnTo>
                  <a:lnTo>
                    <a:pt x="442" y="3448"/>
                  </a:lnTo>
                  <a:lnTo>
                    <a:pt x="440" y="3444"/>
                  </a:lnTo>
                  <a:lnTo>
                    <a:pt x="436" y="3438"/>
                  </a:lnTo>
                  <a:lnTo>
                    <a:pt x="434" y="3432"/>
                  </a:lnTo>
                  <a:lnTo>
                    <a:pt x="434" y="3420"/>
                  </a:lnTo>
                  <a:lnTo>
                    <a:pt x="434" y="3418"/>
                  </a:lnTo>
                  <a:lnTo>
                    <a:pt x="434" y="3420"/>
                  </a:lnTo>
                  <a:lnTo>
                    <a:pt x="430" y="3422"/>
                  </a:lnTo>
                  <a:lnTo>
                    <a:pt x="426" y="3428"/>
                  </a:lnTo>
                  <a:lnTo>
                    <a:pt x="426" y="3432"/>
                  </a:lnTo>
                  <a:lnTo>
                    <a:pt x="426" y="3436"/>
                  </a:lnTo>
                  <a:lnTo>
                    <a:pt x="424" y="3436"/>
                  </a:lnTo>
                  <a:lnTo>
                    <a:pt x="422" y="3436"/>
                  </a:lnTo>
                  <a:lnTo>
                    <a:pt x="420" y="3442"/>
                  </a:lnTo>
                  <a:close/>
                  <a:moveTo>
                    <a:pt x="272" y="3186"/>
                  </a:moveTo>
                  <a:lnTo>
                    <a:pt x="272" y="3186"/>
                  </a:lnTo>
                  <a:lnTo>
                    <a:pt x="270" y="3186"/>
                  </a:lnTo>
                  <a:lnTo>
                    <a:pt x="272" y="3180"/>
                  </a:lnTo>
                  <a:lnTo>
                    <a:pt x="274" y="3174"/>
                  </a:lnTo>
                  <a:lnTo>
                    <a:pt x="274" y="3168"/>
                  </a:lnTo>
                  <a:lnTo>
                    <a:pt x="274" y="3150"/>
                  </a:lnTo>
                  <a:lnTo>
                    <a:pt x="272" y="3136"/>
                  </a:lnTo>
                  <a:lnTo>
                    <a:pt x="272" y="3132"/>
                  </a:lnTo>
                  <a:lnTo>
                    <a:pt x="270" y="3132"/>
                  </a:lnTo>
                  <a:lnTo>
                    <a:pt x="266" y="3132"/>
                  </a:lnTo>
                  <a:lnTo>
                    <a:pt x="264" y="3130"/>
                  </a:lnTo>
                  <a:lnTo>
                    <a:pt x="262" y="3130"/>
                  </a:lnTo>
                  <a:lnTo>
                    <a:pt x="258" y="3132"/>
                  </a:lnTo>
                  <a:lnTo>
                    <a:pt x="252" y="3136"/>
                  </a:lnTo>
                  <a:lnTo>
                    <a:pt x="250" y="3138"/>
                  </a:lnTo>
                  <a:lnTo>
                    <a:pt x="252" y="3140"/>
                  </a:lnTo>
                  <a:lnTo>
                    <a:pt x="254" y="3142"/>
                  </a:lnTo>
                  <a:lnTo>
                    <a:pt x="254" y="3144"/>
                  </a:lnTo>
                  <a:lnTo>
                    <a:pt x="254" y="3146"/>
                  </a:lnTo>
                  <a:lnTo>
                    <a:pt x="256" y="3148"/>
                  </a:lnTo>
                  <a:lnTo>
                    <a:pt x="258" y="3150"/>
                  </a:lnTo>
                  <a:lnTo>
                    <a:pt x="260" y="3154"/>
                  </a:lnTo>
                  <a:lnTo>
                    <a:pt x="258" y="3164"/>
                  </a:lnTo>
                  <a:lnTo>
                    <a:pt x="256" y="3166"/>
                  </a:lnTo>
                  <a:lnTo>
                    <a:pt x="252" y="3164"/>
                  </a:lnTo>
                  <a:lnTo>
                    <a:pt x="250" y="3162"/>
                  </a:lnTo>
                  <a:lnTo>
                    <a:pt x="246" y="3162"/>
                  </a:lnTo>
                  <a:lnTo>
                    <a:pt x="244" y="3164"/>
                  </a:lnTo>
                  <a:lnTo>
                    <a:pt x="242" y="3162"/>
                  </a:lnTo>
                  <a:lnTo>
                    <a:pt x="238" y="3162"/>
                  </a:lnTo>
                  <a:lnTo>
                    <a:pt x="236" y="3164"/>
                  </a:lnTo>
                  <a:lnTo>
                    <a:pt x="234" y="3168"/>
                  </a:lnTo>
                  <a:lnTo>
                    <a:pt x="236" y="3172"/>
                  </a:lnTo>
                  <a:lnTo>
                    <a:pt x="238" y="3178"/>
                  </a:lnTo>
                  <a:lnTo>
                    <a:pt x="242" y="3184"/>
                  </a:lnTo>
                  <a:lnTo>
                    <a:pt x="244" y="3190"/>
                  </a:lnTo>
                  <a:lnTo>
                    <a:pt x="246" y="3194"/>
                  </a:lnTo>
                  <a:lnTo>
                    <a:pt x="248" y="3200"/>
                  </a:lnTo>
                  <a:lnTo>
                    <a:pt x="250" y="3200"/>
                  </a:lnTo>
                  <a:lnTo>
                    <a:pt x="252" y="3200"/>
                  </a:lnTo>
                  <a:lnTo>
                    <a:pt x="254" y="3196"/>
                  </a:lnTo>
                  <a:lnTo>
                    <a:pt x="254" y="3190"/>
                  </a:lnTo>
                  <a:lnTo>
                    <a:pt x="252" y="3184"/>
                  </a:lnTo>
                  <a:lnTo>
                    <a:pt x="250" y="3180"/>
                  </a:lnTo>
                  <a:lnTo>
                    <a:pt x="252" y="3178"/>
                  </a:lnTo>
                  <a:lnTo>
                    <a:pt x="254" y="3178"/>
                  </a:lnTo>
                  <a:lnTo>
                    <a:pt x="258" y="3182"/>
                  </a:lnTo>
                  <a:lnTo>
                    <a:pt x="262" y="3184"/>
                  </a:lnTo>
                  <a:lnTo>
                    <a:pt x="262" y="3186"/>
                  </a:lnTo>
                  <a:lnTo>
                    <a:pt x="260" y="3186"/>
                  </a:lnTo>
                  <a:lnTo>
                    <a:pt x="258" y="3190"/>
                  </a:lnTo>
                  <a:lnTo>
                    <a:pt x="258" y="3192"/>
                  </a:lnTo>
                  <a:lnTo>
                    <a:pt x="258" y="3194"/>
                  </a:lnTo>
                  <a:lnTo>
                    <a:pt x="258" y="3198"/>
                  </a:lnTo>
                  <a:lnTo>
                    <a:pt x="258" y="3202"/>
                  </a:lnTo>
                  <a:lnTo>
                    <a:pt x="258" y="3206"/>
                  </a:lnTo>
                  <a:lnTo>
                    <a:pt x="260" y="3208"/>
                  </a:lnTo>
                  <a:lnTo>
                    <a:pt x="266" y="3208"/>
                  </a:lnTo>
                  <a:lnTo>
                    <a:pt x="270" y="3208"/>
                  </a:lnTo>
                  <a:lnTo>
                    <a:pt x="272" y="3206"/>
                  </a:lnTo>
                  <a:lnTo>
                    <a:pt x="274" y="3200"/>
                  </a:lnTo>
                  <a:lnTo>
                    <a:pt x="274" y="3194"/>
                  </a:lnTo>
                  <a:lnTo>
                    <a:pt x="276" y="3192"/>
                  </a:lnTo>
                  <a:lnTo>
                    <a:pt x="276" y="3190"/>
                  </a:lnTo>
                  <a:lnTo>
                    <a:pt x="276" y="3188"/>
                  </a:lnTo>
                  <a:lnTo>
                    <a:pt x="276" y="3186"/>
                  </a:lnTo>
                  <a:lnTo>
                    <a:pt x="272" y="3186"/>
                  </a:lnTo>
                  <a:close/>
                </a:path>
              </a:pathLst>
            </a:custGeom>
            <a:grpFill/>
            <a:ln w="6350">
              <a:noFill/>
              <a:round/>
              <a:headEnd/>
              <a:tailEnd/>
            </a:ln>
          </p:spPr>
          <p:txBody>
            <a:bodyPr/>
            <a:lstStyle/>
            <a:p>
              <a:endParaRPr lang="en-US" b="1" dirty="0"/>
            </a:p>
          </p:txBody>
        </p:sp>
        <p:sp>
          <p:nvSpPr>
            <p:cNvPr id="4" name="Freeform 6151">
              <a:extLst>
                <a:ext uri="{FF2B5EF4-FFF2-40B4-BE49-F238E27FC236}">
                  <a16:creationId xmlns:a16="http://schemas.microsoft.com/office/drawing/2014/main" id="{FA1C427F-26D4-4D08-93A2-370ABFDC61BC}"/>
                </a:ext>
              </a:extLst>
            </p:cNvPr>
            <p:cNvSpPr>
              <a:spLocks noEditPoints="1"/>
            </p:cNvSpPr>
            <p:nvPr/>
          </p:nvSpPr>
          <p:spPr bwMode="auto">
            <a:xfrm>
              <a:off x="6266439" y="4430998"/>
              <a:ext cx="1201064" cy="968402"/>
            </a:xfrm>
            <a:custGeom>
              <a:avLst/>
              <a:gdLst>
                <a:gd name="T0" fmla="*/ 441960 w 2690"/>
                <a:gd name="T1" fmla="*/ 349032 h 2404"/>
                <a:gd name="T2" fmla="*/ 1037590 w 2690"/>
                <a:gd name="T3" fmla="*/ 357917 h 2404"/>
                <a:gd name="T4" fmla="*/ 979170 w 2690"/>
                <a:gd name="T5" fmla="*/ 750102 h 2404"/>
                <a:gd name="T6" fmla="*/ 911860 w 2690"/>
                <a:gd name="T7" fmla="*/ 630796 h 2404"/>
                <a:gd name="T8" fmla="*/ 789940 w 2690"/>
                <a:gd name="T9" fmla="*/ 445492 h 2404"/>
                <a:gd name="T10" fmla="*/ 726440 w 2690"/>
                <a:gd name="T11" fmla="*/ 403608 h 2404"/>
                <a:gd name="T12" fmla="*/ 579120 w 2690"/>
                <a:gd name="T13" fmla="*/ 472145 h 2404"/>
                <a:gd name="T14" fmla="*/ 584200 w 2690"/>
                <a:gd name="T15" fmla="*/ 383301 h 2404"/>
                <a:gd name="T16" fmla="*/ 478790 w 2690"/>
                <a:gd name="T17" fmla="*/ 352840 h 2404"/>
                <a:gd name="T18" fmla="*/ 388620 w 2690"/>
                <a:gd name="T19" fmla="*/ 458184 h 2404"/>
                <a:gd name="T20" fmla="*/ 262890 w 2690"/>
                <a:gd name="T21" fmla="*/ 533067 h 2404"/>
                <a:gd name="T22" fmla="*/ 69850 w 2690"/>
                <a:gd name="T23" fmla="*/ 656181 h 2404"/>
                <a:gd name="T24" fmla="*/ 5080 w 2690"/>
                <a:gd name="T25" fmla="*/ 802139 h 2404"/>
                <a:gd name="T26" fmla="*/ 60960 w 2690"/>
                <a:gd name="T27" fmla="*/ 1055981 h 2404"/>
                <a:gd name="T28" fmla="*/ 218440 w 2690"/>
                <a:gd name="T29" fmla="*/ 1077558 h 2404"/>
                <a:gd name="T30" fmla="*/ 490220 w 2690"/>
                <a:gd name="T31" fmla="*/ 1012828 h 2404"/>
                <a:gd name="T32" fmla="*/ 628650 w 2690"/>
                <a:gd name="T33" fmla="*/ 1040751 h 2404"/>
                <a:gd name="T34" fmla="*/ 647700 w 2690"/>
                <a:gd name="T35" fmla="*/ 1137210 h 2404"/>
                <a:gd name="T36" fmla="*/ 810260 w 2690"/>
                <a:gd name="T37" fmla="*/ 1215901 h 2404"/>
                <a:gd name="T38" fmla="*/ 938530 w 2690"/>
                <a:gd name="T39" fmla="*/ 1189248 h 2404"/>
                <a:gd name="T40" fmla="*/ 1033780 w 2690"/>
                <a:gd name="T41" fmla="*/ 896061 h 2404"/>
                <a:gd name="T42" fmla="*/ 1059180 w 2690"/>
                <a:gd name="T43" fmla="*/ 154843 h 2404"/>
                <a:gd name="T44" fmla="*/ 788670 w 2690"/>
                <a:gd name="T45" fmla="*/ 1289515 h 2404"/>
                <a:gd name="T46" fmla="*/ 810260 w 2690"/>
                <a:gd name="T47" fmla="*/ 1344091 h 2404"/>
                <a:gd name="T48" fmla="*/ 881380 w 2690"/>
                <a:gd name="T49" fmla="*/ 1394860 h 2404"/>
                <a:gd name="T50" fmla="*/ 623570 w 2690"/>
                <a:gd name="T51" fmla="*/ 1148633 h 2404"/>
                <a:gd name="T52" fmla="*/ 1405890 w 2690"/>
                <a:gd name="T53" fmla="*/ 516568 h 2404"/>
                <a:gd name="T54" fmla="*/ 1370330 w 2690"/>
                <a:gd name="T55" fmla="*/ 696795 h 2404"/>
                <a:gd name="T56" fmla="*/ 1367790 w 2690"/>
                <a:gd name="T57" fmla="*/ 455646 h 2404"/>
                <a:gd name="T58" fmla="*/ 1125220 w 2690"/>
                <a:gd name="T59" fmla="*/ 244957 h 2404"/>
                <a:gd name="T60" fmla="*/ 1106170 w 2690"/>
                <a:gd name="T61" fmla="*/ 201804 h 2404"/>
                <a:gd name="T62" fmla="*/ 1162050 w 2690"/>
                <a:gd name="T63" fmla="*/ 242419 h 2404"/>
                <a:gd name="T64" fmla="*/ 1210310 w 2690"/>
                <a:gd name="T65" fmla="*/ 365532 h 2404"/>
                <a:gd name="T66" fmla="*/ 1394460 w 2690"/>
                <a:gd name="T67" fmla="*/ 512760 h 2404"/>
                <a:gd name="T68" fmla="*/ 1545590 w 2690"/>
                <a:gd name="T69" fmla="*/ 1325053 h 2404"/>
                <a:gd name="T70" fmla="*/ 1426210 w 2690"/>
                <a:gd name="T71" fmla="*/ 1426590 h 2404"/>
                <a:gd name="T72" fmla="*/ 1432560 w 2690"/>
                <a:gd name="T73" fmla="*/ 1525588 h 2404"/>
                <a:gd name="T74" fmla="*/ 1534160 w 2690"/>
                <a:gd name="T75" fmla="*/ 1393590 h 2404"/>
                <a:gd name="T76" fmla="*/ 1692910 w 2690"/>
                <a:gd name="T77" fmla="*/ 521644 h 2404"/>
                <a:gd name="T78" fmla="*/ 1576070 w 2690"/>
                <a:gd name="T79" fmla="*/ 1165133 h 2404"/>
                <a:gd name="T80" fmla="*/ 1564640 w 2690"/>
                <a:gd name="T81" fmla="*/ 1161325 h 2404"/>
                <a:gd name="T82" fmla="*/ 1588770 w 2690"/>
                <a:gd name="T83" fmla="*/ 1345360 h 2404"/>
                <a:gd name="T84" fmla="*/ 1651000 w 2690"/>
                <a:gd name="T85" fmla="*/ 1208286 h 2404"/>
                <a:gd name="T86" fmla="*/ 1428750 w 2690"/>
                <a:gd name="T87" fmla="*/ 587643 h 2404"/>
                <a:gd name="T88" fmla="*/ 966470 w 2690"/>
                <a:gd name="T89" fmla="*/ 312225 h 2404"/>
                <a:gd name="T90" fmla="*/ 867410 w 2690"/>
                <a:gd name="T91" fmla="*/ 159920 h 2404"/>
                <a:gd name="T92" fmla="*/ 584200 w 2690"/>
                <a:gd name="T93" fmla="*/ 49499 h 2404"/>
                <a:gd name="T94" fmla="*/ 539750 w 2690"/>
                <a:gd name="T95" fmla="*/ 182766 h 2404"/>
                <a:gd name="T96" fmla="*/ 631190 w 2690"/>
                <a:gd name="T97" fmla="*/ 243688 h 2404"/>
                <a:gd name="T98" fmla="*/ 673100 w 2690"/>
                <a:gd name="T99" fmla="*/ 510222 h 2404"/>
                <a:gd name="T100" fmla="*/ 769620 w 2690"/>
                <a:gd name="T101" fmla="*/ 279226 h 2404"/>
                <a:gd name="T102" fmla="*/ 889000 w 2690"/>
                <a:gd name="T103" fmla="*/ 312225 h 2404"/>
                <a:gd name="T104" fmla="*/ 885190 w 2690"/>
                <a:gd name="T105" fmla="*/ 244957 h 2404"/>
                <a:gd name="T106" fmla="*/ 774700 w 2690"/>
                <a:gd name="T107" fmla="*/ 107883 h 2404"/>
                <a:gd name="T108" fmla="*/ 922020 w 2690"/>
                <a:gd name="T109" fmla="*/ 187843 h 2404"/>
                <a:gd name="T110" fmla="*/ 971550 w 2690"/>
                <a:gd name="T111" fmla="*/ 153574 h 2404"/>
                <a:gd name="T112" fmla="*/ 1008380 w 2690"/>
                <a:gd name="T113" fmla="*/ 128190 h 2404"/>
                <a:gd name="T114" fmla="*/ 952500 w 2690"/>
                <a:gd name="T115" fmla="*/ 81229 h 2404"/>
                <a:gd name="T116" fmla="*/ 487680 w 2690"/>
                <a:gd name="T117" fmla="*/ 92652 h 2404"/>
                <a:gd name="T118" fmla="*/ 637540 w 2690"/>
                <a:gd name="T119" fmla="*/ 180228 h 2404"/>
                <a:gd name="T120" fmla="*/ 613410 w 2690"/>
                <a:gd name="T121" fmla="*/ 60922 h 2404"/>
                <a:gd name="T122" fmla="*/ 499110 w 2690"/>
                <a:gd name="T123" fmla="*/ 11423 h 2404"/>
                <a:gd name="T124" fmla="*/ 1026160 w 2690"/>
                <a:gd name="T125" fmla="*/ 776755 h 240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90"/>
                <a:gd name="T190" fmla="*/ 0 h 2404"/>
                <a:gd name="T191" fmla="*/ 2690 w 2690"/>
                <a:gd name="T192" fmla="*/ 2404 h 240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90" h="2404">
                  <a:moveTo>
                    <a:pt x="692" y="12"/>
                  </a:moveTo>
                  <a:lnTo>
                    <a:pt x="692" y="12"/>
                  </a:lnTo>
                  <a:lnTo>
                    <a:pt x="698" y="14"/>
                  </a:lnTo>
                  <a:lnTo>
                    <a:pt x="702" y="18"/>
                  </a:lnTo>
                  <a:lnTo>
                    <a:pt x="708" y="20"/>
                  </a:lnTo>
                  <a:lnTo>
                    <a:pt x="714" y="20"/>
                  </a:lnTo>
                  <a:lnTo>
                    <a:pt x="716" y="20"/>
                  </a:lnTo>
                  <a:lnTo>
                    <a:pt x="714" y="18"/>
                  </a:lnTo>
                  <a:lnTo>
                    <a:pt x="712" y="16"/>
                  </a:lnTo>
                  <a:lnTo>
                    <a:pt x="710" y="12"/>
                  </a:lnTo>
                  <a:lnTo>
                    <a:pt x="708" y="12"/>
                  </a:lnTo>
                  <a:lnTo>
                    <a:pt x="710" y="12"/>
                  </a:lnTo>
                  <a:lnTo>
                    <a:pt x="714" y="12"/>
                  </a:lnTo>
                  <a:lnTo>
                    <a:pt x="718" y="16"/>
                  </a:lnTo>
                  <a:lnTo>
                    <a:pt x="722" y="18"/>
                  </a:lnTo>
                  <a:lnTo>
                    <a:pt x="728" y="18"/>
                  </a:lnTo>
                  <a:lnTo>
                    <a:pt x="730" y="16"/>
                  </a:lnTo>
                  <a:lnTo>
                    <a:pt x="730" y="12"/>
                  </a:lnTo>
                  <a:lnTo>
                    <a:pt x="724" y="6"/>
                  </a:lnTo>
                  <a:lnTo>
                    <a:pt x="714" y="2"/>
                  </a:lnTo>
                  <a:lnTo>
                    <a:pt x="708" y="0"/>
                  </a:lnTo>
                  <a:lnTo>
                    <a:pt x="702" y="2"/>
                  </a:lnTo>
                  <a:lnTo>
                    <a:pt x="694" y="4"/>
                  </a:lnTo>
                  <a:lnTo>
                    <a:pt x="688" y="8"/>
                  </a:lnTo>
                  <a:lnTo>
                    <a:pt x="688" y="10"/>
                  </a:lnTo>
                  <a:lnTo>
                    <a:pt x="692" y="12"/>
                  </a:lnTo>
                  <a:close/>
                  <a:moveTo>
                    <a:pt x="742" y="352"/>
                  </a:moveTo>
                  <a:lnTo>
                    <a:pt x="742" y="352"/>
                  </a:lnTo>
                  <a:lnTo>
                    <a:pt x="740" y="350"/>
                  </a:lnTo>
                  <a:lnTo>
                    <a:pt x="736" y="352"/>
                  </a:lnTo>
                  <a:lnTo>
                    <a:pt x="732" y="358"/>
                  </a:lnTo>
                  <a:lnTo>
                    <a:pt x="728" y="366"/>
                  </a:lnTo>
                  <a:lnTo>
                    <a:pt x="724" y="382"/>
                  </a:lnTo>
                  <a:lnTo>
                    <a:pt x="724" y="386"/>
                  </a:lnTo>
                  <a:lnTo>
                    <a:pt x="724" y="388"/>
                  </a:lnTo>
                  <a:lnTo>
                    <a:pt x="726" y="388"/>
                  </a:lnTo>
                  <a:lnTo>
                    <a:pt x="736" y="382"/>
                  </a:lnTo>
                  <a:lnTo>
                    <a:pt x="742" y="374"/>
                  </a:lnTo>
                  <a:lnTo>
                    <a:pt x="744" y="364"/>
                  </a:lnTo>
                  <a:lnTo>
                    <a:pt x="742" y="352"/>
                  </a:lnTo>
                  <a:close/>
                  <a:moveTo>
                    <a:pt x="696" y="550"/>
                  </a:moveTo>
                  <a:lnTo>
                    <a:pt x="696" y="550"/>
                  </a:lnTo>
                  <a:lnTo>
                    <a:pt x="692" y="548"/>
                  </a:lnTo>
                  <a:lnTo>
                    <a:pt x="690" y="548"/>
                  </a:lnTo>
                  <a:lnTo>
                    <a:pt x="690" y="552"/>
                  </a:lnTo>
                  <a:lnTo>
                    <a:pt x="692" y="556"/>
                  </a:lnTo>
                  <a:lnTo>
                    <a:pt x="700" y="566"/>
                  </a:lnTo>
                  <a:lnTo>
                    <a:pt x="710" y="578"/>
                  </a:lnTo>
                  <a:lnTo>
                    <a:pt x="714" y="580"/>
                  </a:lnTo>
                  <a:lnTo>
                    <a:pt x="718" y="578"/>
                  </a:lnTo>
                  <a:lnTo>
                    <a:pt x="724" y="576"/>
                  </a:lnTo>
                  <a:lnTo>
                    <a:pt x="728" y="574"/>
                  </a:lnTo>
                  <a:lnTo>
                    <a:pt x="734" y="568"/>
                  </a:lnTo>
                  <a:lnTo>
                    <a:pt x="736" y="564"/>
                  </a:lnTo>
                  <a:lnTo>
                    <a:pt x="738" y="558"/>
                  </a:lnTo>
                  <a:lnTo>
                    <a:pt x="736" y="552"/>
                  </a:lnTo>
                  <a:lnTo>
                    <a:pt x="730" y="546"/>
                  </a:lnTo>
                  <a:lnTo>
                    <a:pt x="728" y="544"/>
                  </a:lnTo>
                  <a:lnTo>
                    <a:pt x="724" y="546"/>
                  </a:lnTo>
                  <a:lnTo>
                    <a:pt x="722" y="548"/>
                  </a:lnTo>
                  <a:lnTo>
                    <a:pt x="718" y="552"/>
                  </a:lnTo>
                  <a:lnTo>
                    <a:pt x="712" y="554"/>
                  </a:lnTo>
                  <a:lnTo>
                    <a:pt x="706" y="554"/>
                  </a:lnTo>
                  <a:lnTo>
                    <a:pt x="696" y="550"/>
                  </a:lnTo>
                  <a:close/>
                  <a:moveTo>
                    <a:pt x="936" y="688"/>
                  </a:moveTo>
                  <a:lnTo>
                    <a:pt x="936" y="688"/>
                  </a:lnTo>
                  <a:lnTo>
                    <a:pt x="938" y="696"/>
                  </a:lnTo>
                  <a:lnTo>
                    <a:pt x="940" y="696"/>
                  </a:lnTo>
                  <a:lnTo>
                    <a:pt x="942" y="696"/>
                  </a:lnTo>
                  <a:lnTo>
                    <a:pt x="946" y="692"/>
                  </a:lnTo>
                  <a:lnTo>
                    <a:pt x="950" y="684"/>
                  </a:lnTo>
                  <a:lnTo>
                    <a:pt x="950" y="680"/>
                  </a:lnTo>
                  <a:lnTo>
                    <a:pt x="950" y="678"/>
                  </a:lnTo>
                  <a:lnTo>
                    <a:pt x="946" y="676"/>
                  </a:lnTo>
                  <a:lnTo>
                    <a:pt x="942" y="676"/>
                  </a:lnTo>
                  <a:lnTo>
                    <a:pt x="940" y="676"/>
                  </a:lnTo>
                  <a:lnTo>
                    <a:pt x="936" y="680"/>
                  </a:lnTo>
                  <a:lnTo>
                    <a:pt x="934" y="684"/>
                  </a:lnTo>
                  <a:lnTo>
                    <a:pt x="936" y="688"/>
                  </a:lnTo>
                  <a:close/>
                  <a:moveTo>
                    <a:pt x="1610" y="556"/>
                  </a:moveTo>
                  <a:lnTo>
                    <a:pt x="1610" y="556"/>
                  </a:lnTo>
                  <a:lnTo>
                    <a:pt x="1616" y="560"/>
                  </a:lnTo>
                  <a:lnTo>
                    <a:pt x="1624" y="562"/>
                  </a:lnTo>
                  <a:lnTo>
                    <a:pt x="1632" y="564"/>
                  </a:lnTo>
                  <a:lnTo>
                    <a:pt x="1634" y="564"/>
                  </a:lnTo>
                  <a:lnTo>
                    <a:pt x="1634" y="562"/>
                  </a:lnTo>
                  <a:lnTo>
                    <a:pt x="1628" y="558"/>
                  </a:lnTo>
                  <a:lnTo>
                    <a:pt x="1618" y="552"/>
                  </a:lnTo>
                  <a:lnTo>
                    <a:pt x="1610" y="550"/>
                  </a:lnTo>
                  <a:lnTo>
                    <a:pt x="1610" y="552"/>
                  </a:lnTo>
                  <a:lnTo>
                    <a:pt x="1610" y="556"/>
                  </a:lnTo>
                  <a:close/>
                  <a:moveTo>
                    <a:pt x="1402" y="2052"/>
                  </a:moveTo>
                  <a:lnTo>
                    <a:pt x="1402" y="2052"/>
                  </a:lnTo>
                  <a:lnTo>
                    <a:pt x="1404" y="2054"/>
                  </a:lnTo>
                  <a:lnTo>
                    <a:pt x="1410" y="2056"/>
                  </a:lnTo>
                  <a:lnTo>
                    <a:pt x="1416" y="2056"/>
                  </a:lnTo>
                  <a:lnTo>
                    <a:pt x="1420" y="2054"/>
                  </a:lnTo>
                  <a:lnTo>
                    <a:pt x="1420" y="2052"/>
                  </a:lnTo>
                  <a:lnTo>
                    <a:pt x="1418" y="2048"/>
                  </a:lnTo>
                  <a:lnTo>
                    <a:pt x="1412" y="2048"/>
                  </a:lnTo>
                  <a:lnTo>
                    <a:pt x="1404" y="2048"/>
                  </a:lnTo>
                  <a:lnTo>
                    <a:pt x="1402" y="2050"/>
                  </a:lnTo>
                  <a:lnTo>
                    <a:pt x="1402" y="2052"/>
                  </a:lnTo>
                  <a:close/>
                  <a:moveTo>
                    <a:pt x="1610" y="1344"/>
                  </a:moveTo>
                  <a:lnTo>
                    <a:pt x="1610" y="1344"/>
                  </a:lnTo>
                  <a:lnTo>
                    <a:pt x="1612" y="1338"/>
                  </a:lnTo>
                  <a:lnTo>
                    <a:pt x="1614" y="1334"/>
                  </a:lnTo>
                  <a:lnTo>
                    <a:pt x="1612" y="1324"/>
                  </a:lnTo>
                  <a:lnTo>
                    <a:pt x="1610" y="1312"/>
                  </a:lnTo>
                  <a:lnTo>
                    <a:pt x="1608" y="1304"/>
                  </a:lnTo>
                  <a:lnTo>
                    <a:pt x="1610" y="1294"/>
                  </a:lnTo>
                  <a:lnTo>
                    <a:pt x="1610" y="1280"/>
                  </a:lnTo>
                  <a:lnTo>
                    <a:pt x="1608" y="1276"/>
                  </a:lnTo>
                  <a:lnTo>
                    <a:pt x="1606" y="1276"/>
                  </a:lnTo>
                  <a:lnTo>
                    <a:pt x="1604" y="1274"/>
                  </a:lnTo>
                  <a:lnTo>
                    <a:pt x="1600" y="1270"/>
                  </a:lnTo>
                  <a:lnTo>
                    <a:pt x="1598" y="1266"/>
                  </a:lnTo>
                  <a:lnTo>
                    <a:pt x="1596" y="1256"/>
                  </a:lnTo>
                  <a:lnTo>
                    <a:pt x="1594" y="1246"/>
                  </a:lnTo>
                  <a:lnTo>
                    <a:pt x="1590" y="1238"/>
                  </a:lnTo>
                  <a:lnTo>
                    <a:pt x="1582" y="1226"/>
                  </a:lnTo>
                  <a:lnTo>
                    <a:pt x="1570" y="1214"/>
                  </a:lnTo>
                  <a:lnTo>
                    <a:pt x="1560" y="1198"/>
                  </a:lnTo>
                  <a:lnTo>
                    <a:pt x="1550" y="1184"/>
                  </a:lnTo>
                  <a:lnTo>
                    <a:pt x="1548" y="1182"/>
                  </a:lnTo>
                  <a:lnTo>
                    <a:pt x="1546" y="1182"/>
                  </a:lnTo>
                  <a:lnTo>
                    <a:pt x="1542" y="1182"/>
                  </a:lnTo>
                  <a:lnTo>
                    <a:pt x="1538" y="1180"/>
                  </a:lnTo>
                  <a:lnTo>
                    <a:pt x="1534" y="1176"/>
                  </a:lnTo>
                  <a:lnTo>
                    <a:pt x="1526" y="1166"/>
                  </a:lnTo>
                  <a:lnTo>
                    <a:pt x="1518" y="1156"/>
                  </a:lnTo>
                  <a:lnTo>
                    <a:pt x="1514" y="1146"/>
                  </a:lnTo>
                  <a:lnTo>
                    <a:pt x="1514" y="1136"/>
                  </a:lnTo>
                  <a:lnTo>
                    <a:pt x="1514" y="1126"/>
                  </a:lnTo>
                  <a:lnTo>
                    <a:pt x="1514" y="1110"/>
                  </a:lnTo>
                  <a:lnTo>
                    <a:pt x="1514" y="1104"/>
                  </a:lnTo>
                  <a:lnTo>
                    <a:pt x="1510" y="1098"/>
                  </a:lnTo>
                  <a:lnTo>
                    <a:pt x="1508" y="1096"/>
                  </a:lnTo>
                  <a:lnTo>
                    <a:pt x="1506" y="1096"/>
                  </a:lnTo>
                  <a:lnTo>
                    <a:pt x="1502" y="1102"/>
                  </a:lnTo>
                  <a:lnTo>
                    <a:pt x="1502" y="1104"/>
                  </a:lnTo>
                  <a:lnTo>
                    <a:pt x="1498" y="1104"/>
                  </a:lnTo>
                  <a:lnTo>
                    <a:pt x="1494" y="1102"/>
                  </a:lnTo>
                  <a:lnTo>
                    <a:pt x="1490" y="1096"/>
                  </a:lnTo>
                  <a:lnTo>
                    <a:pt x="1484" y="1090"/>
                  </a:lnTo>
                  <a:lnTo>
                    <a:pt x="1480" y="1090"/>
                  </a:lnTo>
                  <a:lnTo>
                    <a:pt x="1480" y="1092"/>
                  </a:lnTo>
                  <a:lnTo>
                    <a:pt x="1480" y="1098"/>
                  </a:lnTo>
                  <a:lnTo>
                    <a:pt x="1478" y="1102"/>
                  </a:lnTo>
                  <a:lnTo>
                    <a:pt x="1478" y="1106"/>
                  </a:lnTo>
                  <a:lnTo>
                    <a:pt x="1474" y="1104"/>
                  </a:lnTo>
                  <a:lnTo>
                    <a:pt x="1470" y="1100"/>
                  </a:lnTo>
                  <a:lnTo>
                    <a:pt x="1464" y="1092"/>
                  </a:lnTo>
                  <a:lnTo>
                    <a:pt x="1462" y="1086"/>
                  </a:lnTo>
                  <a:lnTo>
                    <a:pt x="1462" y="1080"/>
                  </a:lnTo>
                  <a:lnTo>
                    <a:pt x="1462" y="1076"/>
                  </a:lnTo>
                  <a:lnTo>
                    <a:pt x="1464" y="1066"/>
                  </a:lnTo>
                  <a:lnTo>
                    <a:pt x="1462" y="1060"/>
                  </a:lnTo>
                  <a:lnTo>
                    <a:pt x="1462" y="1054"/>
                  </a:lnTo>
                  <a:lnTo>
                    <a:pt x="1458" y="1046"/>
                  </a:lnTo>
                  <a:lnTo>
                    <a:pt x="1452" y="1038"/>
                  </a:lnTo>
                  <a:lnTo>
                    <a:pt x="1440" y="1022"/>
                  </a:lnTo>
                  <a:lnTo>
                    <a:pt x="1430" y="1012"/>
                  </a:lnTo>
                  <a:lnTo>
                    <a:pt x="1428" y="1008"/>
                  </a:lnTo>
                  <a:lnTo>
                    <a:pt x="1432" y="1008"/>
                  </a:lnTo>
                  <a:lnTo>
                    <a:pt x="1436" y="1008"/>
                  </a:lnTo>
                  <a:lnTo>
                    <a:pt x="1438" y="1006"/>
                  </a:lnTo>
                  <a:lnTo>
                    <a:pt x="1440" y="1002"/>
                  </a:lnTo>
                  <a:lnTo>
                    <a:pt x="1438" y="998"/>
                  </a:lnTo>
                  <a:lnTo>
                    <a:pt x="1436" y="994"/>
                  </a:lnTo>
                  <a:lnTo>
                    <a:pt x="1430" y="988"/>
                  </a:lnTo>
                  <a:lnTo>
                    <a:pt x="1422" y="984"/>
                  </a:lnTo>
                  <a:lnTo>
                    <a:pt x="1410" y="978"/>
                  </a:lnTo>
                  <a:lnTo>
                    <a:pt x="1398" y="974"/>
                  </a:lnTo>
                  <a:lnTo>
                    <a:pt x="1392" y="968"/>
                  </a:lnTo>
                  <a:lnTo>
                    <a:pt x="1388" y="964"/>
                  </a:lnTo>
                  <a:lnTo>
                    <a:pt x="1386" y="960"/>
                  </a:lnTo>
                  <a:lnTo>
                    <a:pt x="1384" y="956"/>
                  </a:lnTo>
                  <a:lnTo>
                    <a:pt x="1380" y="952"/>
                  </a:lnTo>
                  <a:lnTo>
                    <a:pt x="1374" y="950"/>
                  </a:lnTo>
                  <a:lnTo>
                    <a:pt x="1364" y="946"/>
                  </a:lnTo>
                  <a:lnTo>
                    <a:pt x="1354" y="942"/>
                  </a:lnTo>
                  <a:lnTo>
                    <a:pt x="1346" y="938"/>
                  </a:lnTo>
                  <a:lnTo>
                    <a:pt x="1340" y="934"/>
                  </a:lnTo>
                  <a:lnTo>
                    <a:pt x="1338" y="928"/>
                  </a:lnTo>
                  <a:lnTo>
                    <a:pt x="1334" y="916"/>
                  </a:lnTo>
                  <a:lnTo>
                    <a:pt x="1332" y="908"/>
                  </a:lnTo>
                  <a:lnTo>
                    <a:pt x="1328" y="902"/>
                  </a:lnTo>
                  <a:lnTo>
                    <a:pt x="1324" y="896"/>
                  </a:lnTo>
                  <a:lnTo>
                    <a:pt x="1324" y="886"/>
                  </a:lnTo>
                  <a:lnTo>
                    <a:pt x="1322" y="864"/>
                  </a:lnTo>
                  <a:lnTo>
                    <a:pt x="1322" y="852"/>
                  </a:lnTo>
                  <a:lnTo>
                    <a:pt x="1320" y="840"/>
                  </a:lnTo>
                  <a:lnTo>
                    <a:pt x="1316" y="828"/>
                  </a:lnTo>
                  <a:lnTo>
                    <a:pt x="1308" y="818"/>
                  </a:lnTo>
                  <a:lnTo>
                    <a:pt x="1304" y="812"/>
                  </a:lnTo>
                  <a:lnTo>
                    <a:pt x="1302" y="806"/>
                  </a:lnTo>
                  <a:lnTo>
                    <a:pt x="1298" y="794"/>
                  </a:lnTo>
                  <a:lnTo>
                    <a:pt x="1296" y="780"/>
                  </a:lnTo>
                  <a:lnTo>
                    <a:pt x="1296" y="764"/>
                  </a:lnTo>
                  <a:lnTo>
                    <a:pt x="1296" y="750"/>
                  </a:lnTo>
                  <a:lnTo>
                    <a:pt x="1294" y="736"/>
                  </a:lnTo>
                  <a:lnTo>
                    <a:pt x="1290" y="726"/>
                  </a:lnTo>
                  <a:lnTo>
                    <a:pt x="1286" y="722"/>
                  </a:lnTo>
                  <a:lnTo>
                    <a:pt x="1282" y="718"/>
                  </a:lnTo>
                  <a:lnTo>
                    <a:pt x="1274" y="712"/>
                  </a:lnTo>
                  <a:lnTo>
                    <a:pt x="1268" y="704"/>
                  </a:lnTo>
                  <a:lnTo>
                    <a:pt x="1262" y="692"/>
                  </a:lnTo>
                  <a:lnTo>
                    <a:pt x="1258" y="690"/>
                  </a:lnTo>
                  <a:lnTo>
                    <a:pt x="1256" y="688"/>
                  </a:lnTo>
                  <a:lnTo>
                    <a:pt x="1254" y="690"/>
                  </a:lnTo>
                  <a:lnTo>
                    <a:pt x="1250" y="698"/>
                  </a:lnTo>
                  <a:lnTo>
                    <a:pt x="1244" y="702"/>
                  </a:lnTo>
                  <a:lnTo>
                    <a:pt x="1240" y="704"/>
                  </a:lnTo>
                  <a:lnTo>
                    <a:pt x="1236" y="702"/>
                  </a:lnTo>
                  <a:lnTo>
                    <a:pt x="1232" y="696"/>
                  </a:lnTo>
                  <a:lnTo>
                    <a:pt x="1228" y="690"/>
                  </a:lnTo>
                  <a:lnTo>
                    <a:pt x="1226" y="682"/>
                  </a:lnTo>
                  <a:lnTo>
                    <a:pt x="1224" y="664"/>
                  </a:lnTo>
                  <a:lnTo>
                    <a:pt x="1224" y="650"/>
                  </a:lnTo>
                  <a:lnTo>
                    <a:pt x="1224" y="634"/>
                  </a:lnTo>
                  <a:lnTo>
                    <a:pt x="1220" y="620"/>
                  </a:lnTo>
                  <a:lnTo>
                    <a:pt x="1216" y="614"/>
                  </a:lnTo>
                  <a:lnTo>
                    <a:pt x="1212" y="606"/>
                  </a:lnTo>
                  <a:lnTo>
                    <a:pt x="1208" y="600"/>
                  </a:lnTo>
                  <a:lnTo>
                    <a:pt x="1206" y="596"/>
                  </a:lnTo>
                  <a:lnTo>
                    <a:pt x="1206" y="588"/>
                  </a:lnTo>
                  <a:lnTo>
                    <a:pt x="1208" y="584"/>
                  </a:lnTo>
                  <a:lnTo>
                    <a:pt x="1206" y="582"/>
                  </a:lnTo>
                  <a:lnTo>
                    <a:pt x="1204" y="578"/>
                  </a:lnTo>
                  <a:lnTo>
                    <a:pt x="1200" y="576"/>
                  </a:lnTo>
                  <a:lnTo>
                    <a:pt x="1196" y="572"/>
                  </a:lnTo>
                  <a:lnTo>
                    <a:pt x="1194" y="562"/>
                  </a:lnTo>
                  <a:lnTo>
                    <a:pt x="1192" y="548"/>
                  </a:lnTo>
                  <a:lnTo>
                    <a:pt x="1190" y="534"/>
                  </a:lnTo>
                  <a:lnTo>
                    <a:pt x="1188" y="526"/>
                  </a:lnTo>
                  <a:lnTo>
                    <a:pt x="1184" y="522"/>
                  </a:lnTo>
                  <a:lnTo>
                    <a:pt x="1180" y="520"/>
                  </a:lnTo>
                  <a:lnTo>
                    <a:pt x="1176" y="520"/>
                  </a:lnTo>
                  <a:lnTo>
                    <a:pt x="1172" y="522"/>
                  </a:lnTo>
                  <a:lnTo>
                    <a:pt x="1170" y="526"/>
                  </a:lnTo>
                  <a:lnTo>
                    <a:pt x="1166" y="532"/>
                  </a:lnTo>
                  <a:lnTo>
                    <a:pt x="1166" y="538"/>
                  </a:lnTo>
                  <a:lnTo>
                    <a:pt x="1164" y="552"/>
                  </a:lnTo>
                  <a:lnTo>
                    <a:pt x="1162" y="564"/>
                  </a:lnTo>
                  <a:lnTo>
                    <a:pt x="1150" y="594"/>
                  </a:lnTo>
                  <a:lnTo>
                    <a:pt x="1146" y="602"/>
                  </a:lnTo>
                  <a:lnTo>
                    <a:pt x="1146" y="608"/>
                  </a:lnTo>
                  <a:lnTo>
                    <a:pt x="1146" y="612"/>
                  </a:lnTo>
                  <a:lnTo>
                    <a:pt x="1150" y="614"/>
                  </a:lnTo>
                  <a:lnTo>
                    <a:pt x="1152" y="616"/>
                  </a:lnTo>
                  <a:lnTo>
                    <a:pt x="1152" y="618"/>
                  </a:lnTo>
                  <a:lnTo>
                    <a:pt x="1150" y="622"/>
                  </a:lnTo>
                  <a:lnTo>
                    <a:pt x="1144" y="630"/>
                  </a:lnTo>
                  <a:lnTo>
                    <a:pt x="1144" y="636"/>
                  </a:lnTo>
                  <a:lnTo>
                    <a:pt x="1144" y="646"/>
                  </a:lnTo>
                  <a:lnTo>
                    <a:pt x="1138" y="658"/>
                  </a:lnTo>
                  <a:lnTo>
                    <a:pt x="1136" y="668"/>
                  </a:lnTo>
                  <a:lnTo>
                    <a:pt x="1136" y="676"/>
                  </a:lnTo>
                  <a:lnTo>
                    <a:pt x="1140" y="700"/>
                  </a:lnTo>
                  <a:lnTo>
                    <a:pt x="1144" y="724"/>
                  </a:lnTo>
                  <a:lnTo>
                    <a:pt x="1144" y="736"/>
                  </a:lnTo>
                  <a:lnTo>
                    <a:pt x="1142" y="748"/>
                  </a:lnTo>
                  <a:lnTo>
                    <a:pt x="1136" y="768"/>
                  </a:lnTo>
                  <a:lnTo>
                    <a:pt x="1136" y="780"/>
                  </a:lnTo>
                  <a:lnTo>
                    <a:pt x="1136" y="792"/>
                  </a:lnTo>
                  <a:lnTo>
                    <a:pt x="1130" y="806"/>
                  </a:lnTo>
                  <a:lnTo>
                    <a:pt x="1124" y="816"/>
                  </a:lnTo>
                  <a:lnTo>
                    <a:pt x="1120" y="826"/>
                  </a:lnTo>
                  <a:lnTo>
                    <a:pt x="1116" y="840"/>
                  </a:lnTo>
                  <a:lnTo>
                    <a:pt x="1114" y="850"/>
                  </a:lnTo>
                  <a:lnTo>
                    <a:pt x="1110" y="856"/>
                  </a:lnTo>
                  <a:lnTo>
                    <a:pt x="1102" y="862"/>
                  </a:lnTo>
                  <a:lnTo>
                    <a:pt x="1096" y="866"/>
                  </a:lnTo>
                  <a:lnTo>
                    <a:pt x="1088" y="866"/>
                  </a:lnTo>
                  <a:lnTo>
                    <a:pt x="1078" y="864"/>
                  </a:lnTo>
                  <a:lnTo>
                    <a:pt x="1068" y="860"/>
                  </a:lnTo>
                  <a:lnTo>
                    <a:pt x="1060" y="854"/>
                  </a:lnTo>
                  <a:lnTo>
                    <a:pt x="1052" y="848"/>
                  </a:lnTo>
                  <a:lnTo>
                    <a:pt x="1046" y="842"/>
                  </a:lnTo>
                  <a:lnTo>
                    <a:pt x="1044" y="836"/>
                  </a:lnTo>
                  <a:lnTo>
                    <a:pt x="1040" y="830"/>
                  </a:lnTo>
                  <a:lnTo>
                    <a:pt x="1036" y="826"/>
                  </a:lnTo>
                  <a:lnTo>
                    <a:pt x="1028" y="824"/>
                  </a:lnTo>
                  <a:lnTo>
                    <a:pt x="1022" y="822"/>
                  </a:lnTo>
                  <a:lnTo>
                    <a:pt x="1014" y="818"/>
                  </a:lnTo>
                  <a:lnTo>
                    <a:pt x="1004" y="812"/>
                  </a:lnTo>
                  <a:lnTo>
                    <a:pt x="990" y="800"/>
                  </a:lnTo>
                  <a:lnTo>
                    <a:pt x="978" y="788"/>
                  </a:lnTo>
                  <a:lnTo>
                    <a:pt x="968" y="782"/>
                  </a:lnTo>
                  <a:lnTo>
                    <a:pt x="962" y="780"/>
                  </a:lnTo>
                  <a:lnTo>
                    <a:pt x="956" y="778"/>
                  </a:lnTo>
                  <a:lnTo>
                    <a:pt x="948" y="776"/>
                  </a:lnTo>
                  <a:lnTo>
                    <a:pt x="942" y="772"/>
                  </a:lnTo>
                  <a:lnTo>
                    <a:pt x="934" y="764"/>
                  </a:lnTo>
                  <a:lnTo>
                    <a:pt x="922" y="752"/>
                  </a:lnTo>
                  <a:lnTo>
                    <a:pt x="912" y="744"/>
                  </a:lnTo>
                  <a:lnTo>
                    <a:pt x="898" y="732"/>
                  </a:lnTo>
                  <a:lnTo>
                    <a:pt x="896" y="728"/>
                  </a:lnTo>
                  <a:lnTo>
                    <a:pt x="896" y="722"/>
                  </a:lnTo>
                  <a:lnTo>
                    <a:pt x="900" y="712"/>
                  </a:lnTo>
                  <a:lnTo>
                    <a:pt x="908" y="700"/>
                  </a:lnTo>
                  <a:lnTo>
                    <a:pt x="916" y="684"/>
                  </a:lnTo>
                  <a:lnTo>
                    <a:pt x="920" y="674"/>
                  </a:lnTo>
                  <a:lnTo>
                    <a:pt x="920" y="670"/>
                  </a:lnTo>
                  <a:lnTo>
                    <a:pt x="918" y="670"/>
                  </a:lnTo>
                  <a:lnTo>
                    <a:pt x="916" y="668"/>
                  </a:lnTo>
                  <a:lnTo>
                    <a:pt x="914" y="666"/>
                  </a:lnTo>
                  <a:lnTo>
                    <a:pt x="914" y="662"/>
                  </a:lnTo>
                  <a:lnTo>
                    <a:pt x="918" y="652"/>
                  </a:lnTo>
                  <a:lnTo>
                    <a:pt x="924" y="644"/>
                  </a:lnTo>
                  <a:lnTo>
                    <a:pt x="928" y="640"/>
                  </a:lnTo>
                  <a:lnTo>
                    <a:pt x="930" y="642"/>
                  </a:lnTo>
                  <a:lnTo>
                    <a:pt x="934" y="646"/>
                  </a:lnTo>
                  <a:lnTo>
                    <a:pt x="936" y="648"/>
                  </a:lnTo>
                  <a:lnTo>
                    <a:pt x="936" y="650"/>
                  </a:lnTo>
                  <a:lnTo>
                    <a:pt x="938" y="646"/>
                  </a:lnTo>
                  <a:lnTo>
                    <a:pt x="940" y="638"/>
                  </a:lnTo>
                  <a:lnTo>
                    <a:pt x="942" y="626"/>
                  </a:lnTo>
                  <a:lnTo>
                    <a:pt x="946" y="618"/>
                  </a:lnTo>
                  <a:lnTo>
                    <a:pt x="950" y="612"/>
                  </a:lnTo>
                  <a:lnTo>
                    <a:pt x="956" y="606"/>
                  </a:lnTo>
                  <a:lnTo>
                    <a:pt x="958" y="604"/>
                  </a:lnTo>
                  <a:lnTo>
                    <a:pt x="960" y="602"/>
                  </a:lnTo>
                  <a:lnTo>
                    <a:pt x="960" y="598"/>
                  </a:lnTo>
                  <a:lnTo>
                    <a:pt x="956" y="596"/>
                  </a:lnTo>
                  <a:lnTo>
                    <a:pt x="950" y="590"/>
                  </a:lnTo>
                  <a:lnTo>
                    <a:pt x="946" y="586"/>
                  </a:lnTo>
                  <a:lnTo>
                    <a:pt x="942" y="580"/>
                  </a:lnTo>
                  <a:lnTo>
                    <a:pt x="942" y="578"/>
                  </a:lnTo>
                  <a:lnTo>
                    <a:pt x="940" y="578"/>
                  </a:lnTo>
                  <a:lnTo>
                    <a:pt x="934" y="582"/>
                  </a:lnTo>
                  <a:lnTo>
                    <a:pt x="930" y="584"/>
                  </a:lnTo>
                  <a:lnTo>
                    <a:pt x="928" y="588"/>
                  </a:lnTo>
                  <a:lnTo>
                    <a:pt x="928" y="594"/>
                  </a:lnTo>
                  <a:lnTo>
                    <a:pt x="930" y="598"/>
                  </a:lnTo>
                  <a:lnTo>
                    <a:pt x="928" y="600"/>
                  </a:lnTo>
                  <a:lnTo>
                    <a:pt x="926" y="602"/>
                  </a:lnTo>
                  <a:lnTo>
                    <a:pt x="922" y="604"/>
                  </a:lnTo>
                  <a:lnTo>
                    <a:pt x="920" y="604"/>
                  </a:lnTo>
                  <a:lnTo>
                    <a:pt x="918" y="598"/>
                  </a:lnTo>
                  <a:lnTo>
                    <a:pt x="918" y="592"/>
                  </a:lnTo>
                  <a:lnTo>
                    <a:pt x="918" y="590"/>
                  </a:lnTo>
                  <a:lnTo>
                    <a:pt x="916" y="590"/>
                  </a:lnTo>
                  <a:lnTo>
                    <a:pt x="914" y="588"/>
                  </a:lnTo>
                  <a:lnTo>
                    <a:pt x="914" y="586"/>
                  </a:lnTo>
                  <a:lnTo>
                    <a:pt x="914" y="578"/>
                  </a:lnTo>
                  <a:lnTo>
                    <a:pt x="914" y="574"/>
                  </a:lnTo>
                  <a:lnTo>
                    <a:pt x="912" y="574"/>
                  </a:lnTo>
                  <a:lnTo>
                    <a:pt x="906" y="576"/>
                  </a:lnTo>
                  <a:lnTo>
                    <a:pt x="898" y="584"/>
                  </a:lnTo>
                  <a:lnTo>
                    <a:pt x="888" y="590"/>
                  </a:lnTo>
                  <a:lnTo>
                    <a:pt x="882" y="594"/>
                  </a:lnTo>
                  <a:lnTo>
                    <a:pt x="878" y="594"/>
                  </a:lnTo>
                  <a:lnTo>
                    <a:pt x="874" y="592"/>
                  </a:lnTo>
                  <a:lnTo>
                    <a:pt x="870" y="586"/>
                  </a:lnTo>
                  <a:lnTo>
                    <a:pt x="866" y="584"/>
                  </a:lnTo>
                  <a:lnTo>
                    <a:pt x="860" y="584"/>
                  </a:lnTo>
                  <a:lnTo>
                    <a:pt x="854" y="586"/>
                  </a:lnTo>
                  <a:lnTo>
                    <a:pt x="848" y="586"/>
                  </a:lnTo>
                  <a:lnTo>
                    <a:pt x="844" y="584"/>
                  </a:lnTo>
                  <a:lnTo>
                    <a:pt x="842" y="580"/>
                  </a:lnTo>
                  <a:lnTo>
                    <a:pt x="834" y="572"/>
                  </a:lnTo>
                  <a:lnTo>
                    <a:pt x="830" y="570"/>
                  </a:lnTo>
                  <a:lnTo>
                    <a:pt x="822" y="570"/>
                  </a:lnTo>
                  <a:lnTo>
                    <a:pt x="814" y="570"/>
                  </a:lnTo>
                  <a:lnTo>
                    <a:pt x="808" y="568"/>
                  </a:lnTo>
                  <a:lnTo>
                    <a:pt x="804" y="564"/>
                  </a:lnTo>
                  <a:lnTo>
                    <a:pt x="802" y="560"/>
                  </a:lnTo>
                  <a:lnTo>
                    <a:pt x="798" y="554"/>
                  </a:lnTo>
                  <a:lnTo>
                    <a:pt x="796" y="554"/>
                  </a:lnTo>
                  <a:lnTo>
                    <a:pt x="792" y="554"/>
                  </a:lnTo>
                  <a:lnTo>
                    <a:pt x="788" y="554"/>
                  </a:lnTo>
                  <a:lnTo>
                    <a:pt x="784" y="554"/>
                  </a:lnTo>
                  <a:lnTo>
                    <a:pt x="782" y="550"/>
                  </a:lnTo>
                  <a:lnTo>
                    <a:pt x="776" y="546"/>
                  </a:lnTo>
                  <a:lnTo>
                    <a:pt x="774" y="544"/>
                  </a:lnTo>
                  <a:lnTo>
                    <a:pt x="768" y="542"/>
                  </a:lnTo>
                  <a:lnTo>
                    <a:pt x="758" y="542"/>
                  </a:lnTo>
                  <a:lnTo>
                    <a:pt x="752" y="544"/>
                  </a:lnTo>
                  <a:lnTo>
                    <a:pt x="750" y="546"/>
                  </a:lnTo>
                  <a:lnTo>
                    <a:pt x="750" y="548"/>
                  </a:lnTo>
                  <a:lnTo>
                    <a:pt x="754" y="556"/>
                  </a:lnTo>
                  <a:lnTo>
                    <a:pt x="756" y="558"/>
                  </a:lnTo>
                  <a:lnTo>
                    <a:pt x="762" y="560"/>
                  </a:lnTo>
                  <a:lnTo>
                    <a:pt x="774" y="560"/>
                  </a:lnTo>
                  <a:lnTo>
                    <a:pt x="778" y="560"/>
                  </a:lnTo>
                  <a:lnTo>
                    <a:pt x="782" y="564"/>
                  </a:lnTo>
                  <a:lnTo>
                    <a:pt x="784" y="570"/>
                  </a:lnTo>
                  <a:lnTo>
                    <a:pt x="782" y="580"/>
                  </a:lnTo>
                  <a:lnTo>
                    <a:pt x="778" y="594"/>
                  </a:lnTo>
                  <a:lnTo>
                    <a:pt x="778" y="596"/>
                  </a:lnTo>
                  <a:lnTo>
                    <a:pt x="776" y="596"/>
                  </a:lnTo>
                  <a:lnTo>
                    <a:pt x="768" y="594"/>
                  </a:lnTo>
                  <a:lnTo>
                    <a:pt x="760" y="594"/>
                  </a:lnTo>
                  <a:lnTo>
                    <a:pt x="750" y="596"/>
                  </a:lnTo>
                  <a:lnTo>
                    <a:pt x="742" y="596"/>
                  </a:lnTo>
                  <a:lnTo>
                    <a:pt x="736" y="596"/>
                  </a:lnTo>
                  <a:lnTo>
                    <a:pt x="728" y="592"/>
                  </a:lnTo>
                  <a:lnTo>
                    <a:pt x="726" y="592"/>
                  </a:lnTo>
                  <a:lnTo>
                    <a:pt x="720" y="594"/>
                  </a:lnTo>
                  <a:lnTo>
                    <a:pt x="700" y="608"/>
                  </a:lnTo>
                  <a:lnTo>
                    <a:pt x="688" y="620"/>
                  </a:lnTo>
                  <a:lnTo>
                    <a:pt x="680" y="628"/>
                  </a:lnTo>
                  <a:lnTo>
                    <a:pt x="678" y="634"/>
                  </a:lnTo>
                  <a:lnTo>
                    <a:pt x="676" y="638"/>
                  </a:lnTo>
                  <a:lnTo>
                    <a:pt x="676" y="644"/>
                  </a:lnTo>
                  <a:lnTo>
                    <a:pt x="674" y="652"/>
                  </a:lnTo>
                  <a:lnTo>
                    <a:pt x="670" y="662"/>
                  </a:lnTo>
                  <a:lnTo>
                    <a:pt x="662" y="674"/>
                  </a:lnTo>
                  <a:lnTo>
                    <a:pt x="654" y="688"/>
                  </a:lnTo>
                  <a:lnTo>
                    <a:pt x="650" y="698"/>
                  </a:lnTo>
                  <a:lnTo>
                    <a:pt x="652" y="706"/>
                  </a:lnTo>
                  <a:lnTo>
                    <a:pt x="654" y="710"/>
                  </a:lnTo>
                  <a:lnTo>
                    <a:pt x="662" y="716"/>
                  </a:lnTo>
                  <a:lnTo>
                    <a:pt x="662" y="720"/>
                  </a:lnTo>
                  <a:lnTo>
                    <a:pt x="658" y="724"/>
                  </a:lnTo>
                  <a:lnTo>
                    <a:pt x="652" y="728"/>
                  </a:lnTo>
                  <a:lnTo>
                    <a:pt x="648" y="730"/>
                  </a:lnTo>
                  <a:lnTo>
                    <a:pt x="644" y="730"/>
                  </a:lnTo>
                  <a:lnTo>
                    <a:pt x="640" y="728"/>
                  </a:lnTo>
                  <a:lnTo>
                    <a:pt x="630" y="722"/>
                  </a:lnTo>
                  <a:lnTo>
                    <a:pt x="626" y="722"/>
                  </a:lnTo>
                  <a:lnTo>
                    <a:pt x="618" y="722"/>
                  </a:lnTo>
                  <a:lnTo>
                    <a:pt x="612" y="722"/>
                  </a:lnTo>
                  <a:lnTo>
                    <a:pt x="608" y="718"/>
                  </a:lnTo>
                  <a:lnTo>
                    <a:pt x="596" y="712"/>
                  </a:lnTo>
                  <a:lnTo>
                    <a:pt x="574" y="688"/>
                  </a:lnTo>
                  <a:lnTo>
                    <a:pt x="562" y="676"/>
                  </a:lnTo>
                  <a:lnTo>
                    <a:pt x="554" y="670"/>
                  </a:lnTo>
                  <a:lnTo>
                    <a:pt x="550" y="668"/>
                  </a:lnTo>
                  <a:lnTo>
                    <a:pt x="548" y="668"/>
                  </a:lnTo>
                  <a:lnTo>
                    <a:pt x="546" y="670"/>
                  </a:lnTo>
                  <a:lnTo>
                    <a:pt x="544" y="674"/>
                  </a:lnTo>
                  <a:lnTo>
                    <a:pt x="542" y="682"/>
                  </a:lnTo>
                  <a:lnTo>
                    <a:pt x="540" y="684"/>
                  </a:lnTo>
                  <a:lnTo>
                    <a:pt x="536" y="684"/>
                  </a:lnTo>
                  <a:lnTo>
                    <a:pt x="532" y="682"/>
                  </a:lnTo>
                  <a:lnTo>
                    <a:pt x="526" y="678"/>
                  </a:lnTo>
                  <a:lnTo>
                    <a:pt x="522" y="678"/>
                  </a:lnTo>
                  <a:lnTo>
                    <a:pt x="518" y="682"/>
                  </a:lnTo>
                  <a:lnTo>
                    <a:pt x="516" y="690"/>
                  </a:lnTo>
                  <a:lnTo>
                    <a:pt x="516" y="698"/>
                  </a:lnTo>
                  <a:lnTo>
                    <a:pt x="514" y="700"/>
                  </a:lnTo>
                  <a:lnTo>
                    <a:pt x="510" y="700"/>
                  </a:lnTo>
                  <a:lnTo>
                    <a:pt x="508" y="698"/>
                  </a:lnTo>
                  <a:lnTo>
                    <a:pt x="502" y="696"/>
                  </a:lnTo>
                  <a:lnTo>
                    <a:pt x="498" y="698"/>
                  </a:lnTo>
                  <a:lnTo>
                    <a:pt x="490" y="704"/>
                  </a:lnTo>
                  <a:lnTo>
                    <a:pt x="482" y="718"/>
                  </a:lnTo>
                  <a:lnTo>
                    <a:pt x="474" y="732"/>
                  </a:lnTo>
                  <a:lnTo>
                    <a:pt x="468" y="742"/>
                  </a:lnTo>
                  <a:lnTo>
                    <a:pt x="458" y="752"/>
                  </a:lnTo>
                  <a:lnTo>
                    <a:pt x="454" y="756"/>
                  </a:lnTo>
                  <a:lnTo>
                    <a:pt x="452" y="762"/>
                  </a:lnTo>
                  <a:lnTo>
                    <a:pt x="450" y="768"/>
                  </a:lnTo>
                  <a:lnTo>
                    <a:pt x="448" y="780"/>
                  </a:lnTo>
                  <a:lnTo>
                    <a:pt x="448" y="794"/>
                  </a:lnTo>
                  <a:lnTo>
                    <a:pt x="446" y="798"/>
                  </a:lnTo>
                  <a:lnTo>
                    <a:pt x="444" y="800"/>
                  </a:lnTo>
                  <a:lnTo>
                    <a:pt x="440" y="798"/>
                  </a:lnTo>
                  <a:lnTo>
                    <a:pt x="434" y="794"/>
                  </a:lnTo>
                  <a:lnTo>
                    <a:pt x="428" y="792"/>
                  </a:lnTo>
                  <a:lnTo>
                    <a:pt x="426" y="792"/>
                  </a:lnTo>
                  <a:lnTo>
                    <a:pt x="422" y="794"/>
                  </a:lnTo>
                  <a:lnTo>
                    <a:pt x="420" y="798"/>
                  </a:lnTo>
                  <a:lnTo>
                    <a:pt x="418" y="804"/>
                  </a:lnTo>
                  <a:lnTo>
                    <a:pt x="416" y="824"/>
                  </a:lnTo>
                  <a:lnTo>
                    <a:pt x="414" y="840"/>
                  </a:lnTo>
                  <a:lnTo>
                    <a:pt x="414" y="842"/>
                  </a:lnTo>
                  <a:lnTo>
                    <a:pt x="412" y="842"/>
                  </a:lnTo>
                  <a:lnTo>
                    <a:pt x="408" y="828"/>
                  </a:lnTo>
                  <a:lnTo>
                    <a:pt x="402" y="818"/>
                  </a:lnTo>
                  <a:lnTo>
                    <a:pt x="400" y="812"/>
                  </a:lnTo>
                  <a:lnTo>
                    <a:pt x="396" y="810"/>
                  </a:lnTo>
                  <a:lnTo>
                    <a:pt x="392" y="810"/>
                  </a:lnTo>
                  <a:lnTo>
                    <a:pt x="386" y="812"/>
                  </a:lnTo>
                  <a:lnTo>
                    <a:pt x="382" y="816"/>
                  </a:lnTo>
                  <a:lnTo>
                    <a:pt x="376" y="822"/>
                  </a:lnTo>
                  <a:lnTo>
                    <a:pt x="366" y="840"/>
                  </a:lnTo>
                  <a:lnTo>
                    <a:pt x="360" y="852"/>
                  </a:lnTo>
                  <a:lnTo>
                    <a:pt x="360" y="864"/>
                  </a:lnTo>
                  <a:lnTo>
                    <a:pt x="362" y="872"/>
                  </a:lnTo>
                  <a:lnTo>
                    <a:pt x="362" y="880"/>
                  </a:lnTo>
                  <a:lnTo>
                    <a:pt x="362" y="886"/>
                  </a:lnTo>
                  <a:lnTo>
                    <a:pt x="358" y="894"/>
                  </a:lnTo>
                  <a:lnTo>
                    <a:pt x="350" y="902"/>
                  </a:lnTo>
                  <a:lnTo>
                    <a:pt x="344" y="908"/>
                  </a:lnTo>
                  <a:lnTo>
                    <a:pt x="338" y="916"/>
                  </a:lnTo>
                  <a:lnTo>
                    <a:pt x="334" y="930"/>
                  </a:lnTo>
                  <a:lnTo>
                    <a:pt x="330" y="940"/>
                  </a:lnTo>
                  <a:lnTo>
                    <a:pt x="324" y="948"/>
                  </a:lnTo>
                  <a:lnTo>
                    <a:pt x="316" y="958"/>
                  </a:lnTo>
                  <a:lnTo>
                    <a:pt x="304" y="968"/>
                  </a:lnTo>
                  <a:lnTo>
                    <a:pt x="290" y="976"/>
                  </a:lnTo>
                  <a:lnTo>
                    <a:pt x="276" y="980"/>
                  </a:lnTo>
                  <a:lnTo>
                    <a:pt x="266" y="982"/>
                  </a:lnTo>
                  <a:lnTo>
                    <a:pt x="256" y="980"/>
                  </a:lnTo>
                  <a:lnTo>
                    <a:pt x="240" y="980"/>
                  </a:lnTo>
                  <a:lnTo>
                    <a:pt x="234" y="982"/>
                  </a:lnTo>
                  <a:lnTo>
                    <a:pt x="232" y="986"/>
                  </a:lnTo>
                  <a:lnTo>
                    <a:pt x="228" y="990"/>
                  </a:lnTo>
                  <a:lnTo>
                    <a:pt x="224" y="994"/>
                  </a:lnTo>
                  <a:lnTo>
                    <a:pt x="212" y="998"/>
                  </a:lnTo>
                  <a:lnTo>
                    <a:pt x="198" y="1002"/>
                  </a:lnTo>
                  <a:lnTo>
                    <a:pt x="180" y="1012"/>
                  </a:lnTo>
                  <a:lnTo>
                    <a:pt x="170" y="1016"/>
                  </a:lnTo>
                  <a:lnTo>
                    <a:pt x="162" y="1016"/>
                  </a:lnTo>
                  <a:lnTo>
                    <a:pt x="150" y="1012"/>
                  </a:lnTo>
                  <a:lnTo>
                    <a:pt x="142" y="1012"/>
                  </a:lnTo>
                  <a:lnTo>
                    <a:pt x="134" y="1014"/>
                  </a:lnTo>
                  <a:lnTo>
                    <a:pt x="124" y="1020"/>
                  </a:lnTo>
                  <a:lnTo>
                    <a:pt x="110" y="1034"/>
                  </a:lnTo>
                  <a:lnTo>
                    <a:pt x="98" y="1048"/>
                  </a:lnTo>
                  <a:lnTo>
                    <a:pt x="86" y="1058"/>
                  </a:lnTo>
                  <a:lnTo>
                    <a:pt x="78" y="1062"/>
                  </a:lnTo>
                  <a:lnTo>
                    <a:pt x="72" y="1066"/>
                  </a:lnTo>
                  <a:lnTo>
                    <a:pt x="66" y="1068"/>
                  </a:lnTo>
                  <a:lnTo>
                    <a:pt x="60" y="1074"/>
                  </a:lnTo>
                  <a:lnTo>
                    <a:pt x="54" y="1082"/>
                  </a:lnTo>
                  <a:lnTo>
                    <a:pt x="50" y="1094"/>
                  </a:lnTo>
                  <a:lnTo>
                    <a:pt x="44" y="1104"/>
                  </a:lnTo>
                  <a:lnTo>
                    <a:pt x="42" y="1106"/>
                  </a:lnTo>
                  <a:lnTo>
                    <a:pt x="42" y="1104"/>
                  </a:lnTo>
                  <a:lnTo>
                    <a:pt x="40" y="1100"/>
                  </a:lnTo>
                  <a:lnTo>
                    <a:pt x="38" y="1092"/>
                  </a:lnTo>
                  <a:lnTo>
                    <a:pt x="38" y="1084"/>
                  </a:lnTo>
                  <a:lnTo>
                    <a:pt x="36" y="1078"/>
                  </a:lnTo>
                  <a:lnTo>
                    <a:pt x="34" y="1078"/>
                  </a:lnTo>
                  <a:lnTo>
                    <a:pt x="30" y="1078"/>
                  </a:lnTo>
                  <a:lnTo>
                    <a:pt x="24" y="1088"/>
                  </a:lnTo>
                  <a:lnTo>
                    <a:pt x="18" y="1100"/>
                  </a:lnTo>
                  <a:lnTo>
                    <a:pt x="16" y="1110"/>
                  </a:lnTo>
                  <a:lnTo>
                    <a:pt x="18" y="1118"/>
                  </a:lnTo>
                  <a:lnTo>
                    <a:pt x="20" y="1126"/>
                  </a:lnTo>
                  <a:lnTo>
                    <a:pt x="22" y="1134"/>
                  </a:lnTo>
                  <a:lnTo>
                    <a:pt x="22" y="1144"/>
                  </a:lnTo>
                  <a:lnTo>
                    <a:pt x="20" y="1154"/>
                  </a:lnTo>
                  <a:lnTo>
                    <a:pt x="12" y="1170"/>
                  </a:lnTo>
                  <a:lnTo>
                    <a:pt x="8" y="1180"/>
                  </a:lnTo>
                  <a:lnTo>
                    <a:pt x="4" y="1188"/>
                  </a:lnTo>
                  <a:lnTo>
                    <a:pt x="4" y="1196"/>
                  </a:lnTo>
                  <a:lnTo>
                    <a:pt x="4" y="1204"/>
                  </a:lnTo>
                  <a:lnTo>
                    <a:pt x="8" y="1220"/>
                  </a:lnTo>
                  <a:lnTo>
                    <a:pt x="16" y="1236"/>
                  </a:lnTo>
                  <a:lnTo>
                    <a:pt x="34" y="1266"/>
                  </a:lnTo>
                  <a:lnTo>
                    <a:pt x="40" y="1280"/>
                  </a:lnTo>
                  <a:lnTo>
                    <a:pt x="40" y="1288"/>
                  </a:lnTo>
                  <a:lnTo>
                    <a:pt x="42" y="1294"/>
                  </a:lnTo>
                  <a:lnTo>
                    <a:pt x="40" y="1304"/>
                  </a:lnTo>
                  <a:lnTo>
                    <a:pt x="38" y="1304"/>
                  </a:lnTo>
                  <a:lnTo>
                    <a:pt x="36" y="1304"/>
                  </a:lnTo>
                  <a:lnTo>
                    <a:pt x="32" y="1298"/>
                  </a:lnTo>
                  <a:lnTo>
                    <a:pt x="26" y="1288"/>
                  </a:lnTo>
                  <a:lnTo>
                    <a:pt x="14" y="1268"/>
                  </a:lnTo>
                  <a:lnTo>
                    <a:pt x="10" y="1264"/>
                  </a:lnTo>
                  <a:lnTo>
                    <a:pt x="8" y="1264"/>
                  </a:lnTo>
                  <a:lnTo>
                    <a:pt x="6" y="1270"/>
                  </a:lnTo>
                  <a:lnTo>
                    <a:pt x="8" y="1276"/>
                  </a:lnTo>
                  <a:lnTo>
                    <a:pt x="14" y="1290"/>
                  </a:lnTo>
                  <a:lnTo>
                    <a:pt x="20" y="1304"/>
                  </a:lnTo>
                  <a:lnTo>
                    <a:pt x="22" y="1310"/>
                  </a:lnTo>
                  <a:lnTo>
                    <a:pt x="22" y="1316"/>
                  </a:lnTo>
                  <a:lnTo>
                    <a:pt x="20" y="1316"/>
                  </a:lnTo>
                  <a:lnTo>
                    <a:pt x="16" y="1312"/>
                  </a:lnTo>
                  <a:lnTo>
                    <a:pt x="10" y="1298"/>
                  </a:lnTo>
                  <a:lnTo>
                    <a:pt x="6" y="1292"/>
                  </a:lnTo>
                  <a:lnTo>
                    <a:pt x="2" y="1288"/>
                  </a:lnTo>
                  <a:lnTo>
                    <a:pt x="0" y="1290"/>
                  </a:lnTo>
                  <a:lnTo>
                    <a:pt x="0" y="1298"/>
                  </a:lnTo>
                  <a:lnTo>
                    <a:pt x="0" y="1306"/>
                  </a:lnTo>
                  <a:lnTo>
                    <a:pt x="4" y="1316"/>
                  </a:lnTo>
                  <a:lnTo>
                    <a:pt x="18" y="1334"/>
                  </a:lnTo>
                  <a:lnTo>
                    <a:pt x="30" y="1354"/>
                  </a:lnTo>
                  <a:lnTo>
                    <a:pt x="34" y="1364"/>
                  </a:lnTo>
                  <a:lnTo>
                    <a:pt x="36" y="1374"/>
                  </a:lnTo>
                  <a:lnTo>
                    <a:pt x="36" y="1390"/>
                  </a:lnTo>
                  <a:lnTo>
                    <a:pt x="40" y="1402"/>
                  </a:lnTo>
                  <a:lnTo>
                    <a:pt x="48" y="1414"/>
                  </a:lnTo>
                  <a:lnTo>
                    <a:pt x="60" y="1438"/>
                  </a:lnTo>
                  <a:lnTo>
                    <a:pt x="66" y="1452"/>
                  </a:lnTo>
                  <a:lnTo>
                    <a:pt x="68" y="1462"/>
                  </a:lnTo>
                  <a:lnTo>
                    <a:pt x="68" y="1482"/>
                  </a:lnTo>
                  <a:lnTo>
                    <a:pt x="70" y="1494"/>
                  </a:lnTo>
                  <a:lnTo>
                    <a:pt x="72" y="1510"/>
                  </a:lnTo>
                  <a:lnTo>
                    <a:pt x="76" y="1530"/>
                  </a:lnTo>
                  <a:lnTo>
                    <a:pt x="86" y="1556"/>
                  </a:lnTo>
                  <a:lnTo>
                    <a:pt x="96" y="1580"/>
                  </a:lnTo>
                  <a:lnTo>
                    <a:pt x="100" y="1598"/>
                  </a:lnTo>
                  <a:lnTo>
                    <a:pt x="102" y="1610"/>
                  </a:lnTo>
                  <a:lnTo>
                    <a:pt x="100" y="1620"/>
                  </a:lnTo>
                  <a:lnTo>
                    <a:pt x="96" y="1632"/>
                  </a:lnTo>
                  <a:lnTo>
                    <a:pt x="94" y="1638"/>
                  </a:lnTo>
                  <a:lnTo>
                    <a:pt x="94" y="1646"/>
                  </a:lnTo>
                  <a:lnTo>
                    <a:pt x="96" y="1656"/>
                  </a:lnTo>
                  <a:lnTo>
                    <a:pt x="96" y="1664"/>
                  </a:lnTo>
                  <a:lnTo>
                    <a:pt x="94" y="1672"/>
                  </a:lnTo>
                  <a:lnTo>
                    <a:pt x="92" y="1678"/>
                  </a:lnTo>
                  <a:lnTo>
                    <a:pt x="88" y="1682"/>
                  </a:lnTo>
                  <a:lnTo>
                    <a:pt x="84" y="1684"/>
                  </a:lnTo>
                  <a:lnTo>
                    <a:pt x="80" y="1684"/>
                  </a:lnTo>
                  <a:lnTo>
                    <a:pt x="74" y="1684"/>
                  </a:lnTo>
                  <a:lnTo>
                    <a:pt x="70" y="1684"/>
                  </a:lnTo>
                  <a:lnTo>
                    <a:pt x="68" y="1688"/>
                  </a:lnTo>
                  <a:lnTo>
                    <a:pt x="66" y="1694"/>
                  </a:lnTo>
                  <a:lnTo>
                    <a:pt x="66" y="1702"/>
                  </a:lnTo>
                  <a:lnTo>
                    <a:pt x="68" y="1710"/>
                  </a:lnTo>
                  <a:lnTo>
                    <a:pt x="70" y="1716"/>
                  </a:lnTo>
                  <a:lnTo>
                    <a:pt x="76" y="1722"/>
                  </a:lnTo>
                  <a:lnTo>
                    <a:pt x="82" y="1722"/>
                  </a:lnTo>
                  <a:lnTo>
                    <a:pt x="88" y="1722"/>
                  </a:lnTo>
                  <a:lnTo>
                    <a:pt x="92" y="1726"/>
                  </a:lnTo>
                  <a:lnTo>
                    <a:pt x="104" y="1738"/>
                  </a:lnTo>
                  <a:lnTo>
                    <a:pt x="114" y="1746"/>
                  </a:lnTo>
                  <a:lnTo>
                    <a:pt x="124" y="1754"/>
                  </a:lnTo>
                  <a:lnTo>
                    <a:pt x="138" y="1760"/>
                  </a:lnTo>
                  <a:lnTo>
                    <a:pt x="156" y="1762"/>
                  </a:lnTo>
                  <a:lnTo>
                    <a:pt x="174" y="1764"/>
                  </a:lnTo>
                  <a:lnTo>
                    <a:pt x="188" y="1760"/>
                  </a:lnTo>
                  <a:lnTo>
                    <a:pt x="200" y="1756"/>
                  </a:lnTo>
                  <a:lnTo>
                    <a:pt x="208" y="1750"/>
                  </a:lnTo>
                  <a:lnTo>
                    <a:pt x="222" y="1736"/>
                  </a:lnTo>
                  <a:lnTo>
                    <a:pt x="230" y="1732"/>
                  </a:lnTo>
                  <a:lnTo>
                    <a:pt x="238" y="1730"/>
                  </a:lnTo>
                  <a:lnTo>
                    <a:pt x="246" y="1728"/>
                  </a:lnTo>
                  <a:lnTo>
                    <a:pt x="252" y="1724"/>
                  </a:lnTo>
                  <a:lnTo>
                    <a:pt x="254" y="1720"/>
                  </a:lnTo>
                  <a:lnTo>
                    <a:pt x="258" y="1714"/>
                  </a:lnTo>
                  <a:lnTo>
                    <a:pt x="260" y="1708"/>
                  </a:lnTo>
                  <a:lnTo>
                    <a:pt x="264" y="1704"/>
                  </a:lnTo>
                  <a:lnTo>
                    <a:pt x="270" y="1702"/>
                  </a:lnTo>
                  <a:lnTo>
                    <a:pt x="278" y="1700"/>
                  </a:lnTo>
                  <a:lnTo>
                    <a:pt x="290" y="1700"/>
                  </a:lnTo>
                  <a:lnTo>
                    <a:pt x="300" y="1700"/>
                  </a:lnTo>
                  <a:lnTo>
                    <a:pt x="316" y="1696"/>
                  </a:lnTo>
                  <a:lnTo>
                    <a:pt x="322" y="1694"/>
                  </a:lnTo>
                  <a:lnTo>
                    <a:pt x="328" y="1694"/>
                  </a:lnTo>
                  <a:lnTo>
                    <a:pt x="336" y="1694"/>
                  </a:lnTo>
                  <a:lnTo>
                    <a:pt x="344" y="1698"/>
                  </a:lnTo>
                  <a:lnTo>
                    <a:pt x="354" y="1702"/>
                  </a:lnTo>
                  <a:lnTo>
                    <a:pt x="360" y="1704"/>
                  </a:lnTo>
                  <a:lnTo>
                    <a:pt x="364" y="1704"/>
                  </a:lnTo>
                  <a:lnTo>
                    <a:pt x="368" y="1702"/>
                  </a:lnTo>
                  <a:lnTo>
                    <a:pt x="372" y="1698"/>
                  </a:lnTo>
                  <a:lnTo>
                    <a:pt x="378" y="1698"/>
                  </a:lnTo>
                  <a:lnTo>
                    <a:pt x="386" y="1698"/>
                  </a:lnTo>
                  <a:lnTo>
                    <a:pt x="398" y="1702"/>
                  </a:lnTo>
                  <a:lnTo>
                    <a:pt x="406" y="1702"/>
                  </a:lnTo>
                  <a:lnTo>
                    <a:pt x="410" y="1702"/>
                  </a:lnTo>
                  <a:lnTo>
                    <a:pt x="416" y="1702"/>
                  </a:lnTo>
                  <a:lnTo>
                    <a:pt x="420" y="1698"/>
                  </a:lnTo>
                  <a:lnTo>
                    <a:pt x="426" y="1690"/>
                  </a:lnTo>
                  <a:lnTo>
                    <a:pt x="430" y="1678"/>
                  </a:lnTo>
                  <a:lnTo>
                    <a:pt x="434" y="1668"/>
                  </a:lnTo>
                  <a:lnTo>
                    <a:pt x="438" y="1656"/>
                  </a:lnTo>
                  <a:lnTo>
                    <a:pt x="446" y="1650"/>
                  </a:lnTo>
                  <a:lnTo>
                    <a:pt x="450" y="1646"/>
                  </a:lnTo>
                  <a:lnTo>
                    <a:pt x="454" y="1646"/>
                  </a:lnTo>
                  <a:lnTo>
                    <a:pt x="464" y="1644"/>
                  </a:lnTo>
                  <a:lnTo>
                    <a:pt x="472" y="1640"/>
                  </a:lnTo>
                  <a:lnTo>
                    <a:pt x="484" y="1628"/>
                  </a:lnTo>
                  <a:lnTo>
                    <a:pt x="492" y="1622"/>
                  </a:lnTo>
                  <a:lnTo>
                    <a:pt x="502" y="1616"/>
                  </a:lnTo>
                  <a:lnTo>
                    <a:pt x="514" y="1614"/>
                  </a:lnTo>
                  <a:lnTo>
                    <a:pt x="530" y="1614"/>
                  </a:lnTo>
                  <a:lnTo>
                    <a:pt x="544" y="1614"/>
                  </a:lnTo>
                  <a:lnTo>
                    <a:pt x="556" y="1614"/>
                  </a:lnTo>
                  <a:lnTo>
                    <a:pt x="578" y="1610"/>
                  </a:lnTo>
                  <a:lnTo>
                    <a:pt x="596" y="1602"/>
                  </a:lnTo>
                  <a:lnTo>
                    <a:pt x="614" y="1594"/>
                  </a:lnTo>
                  <a:lnTo>
                    <a:pt x="630" y="1586"/>
                  </a:lnTo>
                  <a:lnTo>
                    <a:pt x="644" y="1580"/>
                  </a:lnTo>
                  <a:lnTo>
                    <a:pt x="660" y="1574"/>
                  </a:lnTo>
                  <a:lnTo>
                    <a:pt x="668" y="1574"/>
                  </a:lnTo>
                  <a:lnTo>
                    <a:pt x="676" y="1574"/>
                  </a:lnTo>
                  <a:lnTo>
                    <a:pt x="696" y="1578"/>
                  </a:lnTo>
                  <a:lnTo>
                    <a:pt x="706" y="1576"/>
                  </a:lnTo>
                  <a:lnTo>
                    <a:pt x="712" y="1574"/>
                  </a:lnTo>
                  <a:lnTo>
                    <a:pt x="716" y="1572"/>
                  </a:lnTo>
                  <a:lnTo>
                    <a:pt x="718" y="1570"/>
                  </a:lnTo>
                  <a:lnTo>
                    <a:pt x="724" y="1572"/>
                  </a:lnTo>
                  <a:lnTo>
                    <a:pt x="752" y="1586"/>
                  </a:lnTo>
                  <a:lnTo>
                    <a:pt x="772" y="1596"/>
                  </a:lnTo>
                  <a:lnTo>
                    <a:pt x="786" y="1602"/>
                  </a:lnTo>
                  <a:lnTo>
                    <a:pt x="798" y="1606"/>
                  </a:lnTo>
                  <a:lnTo>
                    <a:pt x="806" y="1606"/>
                  </a:lnTo>
                  <a:lnTo>
                    <a:pt x="822" y="1608"/>
                  </a:lnTo>
                  <a:lnTo>
                    <a:pt x="828" y="1612"/>
                  </a:lnTo>
                  <a:lnTo>
                    <a:pt x="838" y="1618"/>
                  </a:lnTo>
                  <a:lnTo>
                    <a:pt x="846" y="1626"/>
                  </a:lnTo>
                  <a:lnTo>
                    <a:pt x="848" y="1632"/>
                  </a:lnTo>
                  <a:lnTo>
                    <a:pt x="848" y="1636"/>
                  </a:lnTo>
                  <a:lnTo>
                    <a:pt x="846" y="1642"/>
                  </a:lnTo>
                  <a:lnTo>
                    <a:pt x="844" y="1646"/>
                  </a:lnTo>
                  <a:lnTo>
                    <a:pt x="844" y="1650"/>
                  </a:lnTo>
                  <a:lnTo>
                    <a:pt x="848" y="1656"/>
                  </a:lnTo>
                  <a:lnTo>
                    <a:pt x="860" y="1662"/>
                  </a:lnTo>
                  <a:lnTo>
                    <a:pt x="866" y="1666"/>
                  </a:lnTo>
                  <a:lnTo>
                    <a:pt x="870" y="1672"/>
                  </a:lnTo>
                  <a:lnTo>
                    <a:pt x="876" y="1682"/>
                  </a:lnTo>
                  <a:lnTo>
                    <a:pt x="880" y="1694"/>
                  </a:lnTo>
                  <a:lnTo>
                    <a:pt x="882" y="1708"/>
                  </a:lnTo>
                  <a:lnTo>
                    <a:pt x="884" y="1722"/>
                  </a:lnTo>
                  <a:lnTo>
                    <a:pt x="886" y="1732"/>
                  </a:lnTo>
                  <a:lnTo>
                    <a:pt x="892" y="1742"/>
                  </a:lnTo>
                  <a:lnTo>
                    <a:pt x="894" y="1746"/>
                  </a:lnTo>
                  <a:lnTo>
                    <a:pt x="900" y="1748"/>
                  </a:lnTo>
                  <a:lnTo>
                    <a:pt x="914" y="1756"/>
                  </a:lnTo>
                  <a:lnTo>
                    <a:pt x="914" y="1758"/>
                  </a:lnTo>
                  <a:lnTo>
                    <a:pt x="914" y="1756"/>
                  </a:lnTo>
                  <a:lnTo>
                    <a:pt x="914" y="1750"/>
                  </a:lnTo>
                  <a:lnTo>
                    <a:pt x="916" y="1742"/>
                  </a:lnTo>
                  <a:lnTo>
                    <a:pt x="920" y="1730"/>
                  </a:lnTo>
                  <a:lnTo>
                    <a:pt x="932" y="1716"/>
                  </a:lnTo>
                  <a:lnTo>
                    <a:pt x="944" y="1702"/>
                  </a:lnTo>
                  <a:lnTo>
                    <a:pt x="952" y="1694"/>
                  </a:lnTo>
                  <a:lnTo>
                    <a:pt x="958" y="1690"/>
                  </a:lnTo>
                  <a:lnTo>
                    <a:pt x="962" y="1690"/>
                  </a:lnTo>
                  <a:lnTo>
                    <a:pt x="964" y="1690"/>
                  </a:lnTo>
                  <a:lnTo>
                    <a:pt x="966" y="1680"/>
                  </a:lnTo>
                  <a:lnTo>
                    <a:pt x="968" y="1672"/>
                  </a:lnTo>
                  <a:lnTo>
                    <a:pt x="972" y="1666"/>
                  </a:lnTo>
                  <a:lnTo>
                    <a:pt x="980" y="1658"/>
                  </a:lnTo>
                  <a:lnTo>
                    <a:pt x="986" y="1650"/>
                  </a:lnTo>
                  <a:lnTo>
                    <a:pt x="988" y="1646"/>
                  </a:lnTo>
                  <a:lnTo>
                    <a:pt x="990" y="1640"/>
                  </a:lnTo>
                  <a:lnTo>
                    <a:pt x="990" y="1632"/>
                  </a:lnTo>
                  <a:lnTo>
                    <a:pt x="990" y="1630"/>
                  </a:lnTo>
                  <a:lnTo>
                    <a:pt x="990" y="1632"/>
                  </a:lnTo>
                  <a:lnTo>
                    <a:pt x="998" y="1646"/>
                  </a:lnTo>
                  <a:lnTo>
                    <a:pt x="998" y="1654"/>
                  </a:lnTo>
                  <a:lnTo>
                    <a:pt x="996" y="1664"/>
                  </a:lnTo>
                  <a:lnTo>
                    <a:pt x="988" y="1686"/>
                  </a:lnTo>
                  <a:lnTo>
                    <a:pt x="980" y="1710"/>
                  </a:lnTo>
                  <a:lnTo>
                    <a:pt x="978" y="1718"/>
                  </a:lnTo>
                  <a:lnTo>
                    <a:pt x="978" y="1726"/>
                  </a:lnTo>
                  <a:lnTo>
                    <a:pt x="980" y="1736"/>
                  </a:lnTo>
                  <a:lnTo>
                    <a:pt x="980" y="1746"/>
                  </a:lnTo>
                  <a:lnTo>
                    <a:pt x="976" y="1750"/>
                  </a:lnTo>
                  <a:lnTo>
                    <a:pt x="972" y="1752"/>
                  </a:lnTo>
                  <a:lnTo>
                    <a:pt x="968" y="1752"/>
                  </a:lnTo>
                  <a:lnTo>
                    <a:pt x="964" y="1754"/>
                  </a:lnTo>
                  <a:lnTo>
                    <a:pt x="960" y="1756"/>
                  </a:lnTo>
                  <a:lnTo>
                    <a:pt x="956" y="1758"/>
                  </a:lnTo>
                  <a:lnTo>
                    <a:pt x="954" y="1762"/>
                  </a:lnTo>
                  <a:lnTo>
                    <a:pt x="954" y="1766"/>
                  </a:lnTo>
                  <a:lnTo>
                    <a:pt x="958" y="1770"/>
                  </a:lnTo>
                  <a:lnTo>
                    <a:pt x="962" y="1770"/>
                  </a:lnTo>
                  <a:lnTo>
                    <a:pt x="972" y="1770"/>
                  </a:lnTo>
                  <a:lnTo>
                    <a:pt x="978" y="1770"/>
                  </a:lnTo>
                  <a:lnTo>
                    <a:pt x="982" y="1766"/>
                  </a:lnTo>
                  <a:lnTo>
                    <a:pt x="990" y="1758"/>
                  </a:lnTo>
                  <a:lnTo>
                    <a:pt x="994" y="1750"/>
                  </a:lnTo>
                  <a:lnTo>
                    <a:pt x="996" y="1740"/>
                  </a:lnTo>
                  <a:lnTo>
                    <a:pt x="1000" y="1730"/>
                  </a:lnTo>
                  <a:lnTo>
                    <a:pt x="1002" y="1726"/>
                  </a:lnTo>
                  <a:lnTo>
                    <a:pt x="1004" y="1726"/>
                  </a:lnTo>
                  <a:lnTo>
                    <a:pt x="1006" y="1726"/>
                  </a:lnTo>
                  <a:lnTo>
                    <a:pt x="1012" y="1734"/>
                  </a:lnTo>
                  <a:lnTo>
                    <a:pt x="1016" y="1744"/>
                  </a:lnTo>
                  <a:lnTo>
                    <a:pt x="1018" y="1754"/>
                  </a:lnTo>
                  <a:lnTo>
                    <a:pt x="1016" y="1762"/>
                  </a:lnTo>
                  <a:lnTo>
                    <a:pt x="1014" y="1770"/>
                  </a:lnTo>
                  <a:lnTo>
                    <a:pt x="1006" y="1784"/>
                  </a:lnTo>
                  <a:lnTo>
                    <a:pt x="1004" y="1788"/>
                  </a:lnTo>
                  <a:lnTo>
                    <a:pt x="1006" y="1792"/>
                  </a:lnTo>
                  <a:lnTo>
                    <a:pt x="1008" y="1794"/>
                  </a:lnTo>
                  <a:lnTo>
                    <a:pt x="1012" y="1794"/>
                  </a:lnTo>
                  <a:lnTo>
                    <a:pt x="1020" y="1792"/>
                  </a:lnTo>
                  <a:lnTo>
                    <a:pt x="1030" y="1792"/>
                  </a:lnTo>
                  <a:lnTo>
                    <a:pt x="1036" y="1792"/>
                  </a:lnTo>
                  <a:lnTo>
                    <a:pt x="1042" y="1794"/>
                  </a:lnTo>
                  <a:lnTo>
                    <a:pt x="1048" y="1800"/>
                  </a:lnTo>
                  <a:lnTo>
                    <a:pt x="1054" y="1806"/>
                  </a:lnTo>
                  <a:lnTo>
                    <a:pt x="1060" y="1814"/>
                  </a:lnTo>
                  <a:lnTo>
                    <a:pt x="1066" y="1824"/>
                  </a:lnTo>
                  <a:lnTo>
                    <a:pt x="1070" y="1832"/>
                  </a:lnTo>
                  <a:lnTo>
                    <a:pt x="1072" y="1842"/>
                  </a:lnTo>
                  <a:lnTo>
                    <a:pt x="1072" y="1850"/>
                  </a:lnTo>
                  <a:lnTo>
                    <a:pt x="1070" y="1858"/>
                  </a:lnTo>
                  <a:lnTo>
                    <a:pt x="1068" y="1866"/>
                  </a:lnTo>
                  <a:lnTo>
                    <a:pt x="1068" y="1874"/>
                  </a:lnTo>
                  <a:lnTo>
                    <a:pt x="1074" y="1886"/>
                  </a:lnTo>
                  <a:lnTo>
                    <a:pt x="1080" y="1896"/>
                  </a:lnTo>
                  <a:lnTo>
                    <a:pt x="1088" y="1904"/>
                  </a:lnTo>
                  <a:lnTo>
                    <a:pt x="1098" y="1914"/>
                  </a:lnTo>
                  <a:lnTo>
                    <a:pt x="1106" y="1920"/>
                  </a:lnTo>
                  <a:lnTo>
                    <a:pt x="1114" y="1924"/>
                  </a:lnTo>
                  <a:lnTo>
                    <a:pt x="1120" y="1926"/>
                  </a:lnTo>
                  <a:lnTo>
                    <a:pt x="1126" y="1930"/>
                  </a:lnTo>
                  <a:lnTo>
                    <a:pt x="1134" y="1938"/>
                  </a:lnTo>
                  <a:lnTo>
                    <a:pt x="1138" y="1944"/>
                  </a:lnTo>
                  <a:lnTo>
                    <a:pt x="1142" y="1944"/>
                  </a:lnTo>
                  <a:lnTo>
                    <a:pt x="1146" y="1942"/>
                  </a:lnTo>
                  <a:lnTo>
                    <a:pt x="1152" y="1936"/>
                  </a:lnTo>
                  <a:lnTo>
                    <a:pt x="1156" y="1936"/>
                  </a:lnTo>
                  <a:lnTo>
                    <a:pt x="1160" y="1936"/>
                  </a:lnTo>
                  <a:lnTo>
                    <a:pt x="1176" y="1942"/>
                  </a:lnTo>
                  <a:lnTo>
                    <a:pt x="1198" y="1956"/>
                  </a:lnTo>
                  <a:lnTo>
                    <a:pt x="1210" y="1962"/>
                  </a:lnTo>
                  <a:lnTo>
                    <a:pt x="1218" y="1964"/>
                  </a:lnTo>
                  <a:lnTo>
                    <a:pt x="1224" y="1964"/>
                  </a:lnTo>
                  <a:lnTo>
                    <a:pt x="1230" y="1960"/>
                  </a:lnTo>
                  <a:lnTo>
                    <a:pt x="1238" y="1952"/>
                  </a:lnTo>
                  <a:lnTo>
                    <a:pt x="1244" y="1946"/>
                  </a:lnTo>
                  <a:lnTo>
                    <a:pt x="1252" y="1940"/>
                  </a:lnTo>
                  <a:lnTo>
                    <a:pt x="1260" y="1936"/>
                  </a:lnTo>
                  <a:lnTo>
                    <a:pt x="1264" y="1930"/>
                  </a:lnTo>
                  <a:lnTo>
                    <a:pt x="1270" y="1920"/>
                  </a:lnTo>
                  <a:lnTo>
                    <a:pt x="1270" y="1918"/>
                  </a:lnTo>
                  <a:lnTo>
                    <a:pt x="1272" y="1916"/>
                  </a:lnTo>
                  <a:lnTo>
                    <a:pt x="1276" y="1916"/>
                  </a:lnTo>
                  <a:lnTo>
                    <a:pt x="1282" y="1918"/>
                  </a:lnTo>
                  <a:lnTo>
                    <a:pt x="1286" y="1924"/>
                  </a:lnTo>
                  <a:lnTo>
                    <a:pt x="1288" y="1928"/>
                  </a:lnTo>
                  <a:lnTo>
                    <a:pt x="1284" y="1930"/>
                  </a:lnTo>
                  <a:lnTo>
                    <a:pt x="1280" y="1934"/>
                  </a:lnTo>
                  <a:lnTo>
                    <a:pt x="1274" y="1940"/>
                  </a:lnTo>
                  <a:lnTo>
                    <a:pt x="1274" y="1944"/>
                  </a:lnTo>
                  <a:lnTo>
                    <a:pt x="1278" y="1946"/>
                  </a:lnTo>
                  <a:lnTo>
                    <a:pt x="1282" y="1948"/>
                  </a:lnTo>
                  <a:lnTo>
                    <a:pt x="1288" y="1948"/>
                  </a:lnTo>
                  <a:lnTo>
                    <a:pt x="1290" y="1944"/>
                  </a:lnTo>
                  <a:lnTo>
                    <a:pt x="1292" y="1942"/>
                  </a:lnTo>
                  <a:lnTo>
                    <a:pt x="1296" y="1936"/>
                  </a:lnTo>
                  <a:lnTo>
                    <a:pt x="1296" y="1942"/>
                  </a:lnTo>
                  <a:lnTo>
                    <a:pt x="1298" y="1948"/>
                  </a:lnTo>
                  <a:lnTo>
                    <a:pt x="1300" y="1952"/>
                  </a:lnTo>
                  <a:lnTo>
                    <a:pt x="1306" y="1956"/>
                  </a:lnTo>
                  <a:lnTo>
                    <a:pt x="1316" y="1964"/>
                  </a:lnTo>
                  <a:lnTo>
                    <a:pt x="1324" y="1970"/>
                  </a:lnTo>
                  <a:lnTo>
                    <a:pt x="1334" y="1982"/>
                  </a:lnTo>
                  <a:lnTo>
                    <a:pt x="1338" y="1988"/>
                  </a:lnTo>
                  <a:lnTo>
                    <a:pt x="1340" y="1988"/>
                  </a:lnTo>
                  <a:lnTo>
                    <a:pt x="1340" y="1980"/>
                  </a:lnTo>
                  <a:lnTo>
                    <a:pt x="1340" y="1974"/>
                  </a:lnTo>
                  <a:lnTo>
                    <a:pt x="1340" y="1968"/>
                  </a:lnTo>
                  <a:lnTo>
                    <a:pt x="1342" y="1962"/>
                  </a:lnTo>
                  <a:lnTo>
                    <a:pt x="1346" y="1960"/>
                  </a:lnTo>
                  <a:lnTo>
                    <a:pt x="1354" y="1956"/>
                  </a:lnTo>
                  <a:lnTo>
                    <a:pt x="1362" y="1950"/>
                  </a:lnTo>
                  <a:lnTo>
                    <a:pt x="1386" y="1930"/>
                  </a:lnTo>
                  <a:lnTo>
                    <a:pt x="1398" y="1920"/>
                  </a:lnTo>
                  <a:lnTo>
                    <a:pt x="1412" y="1912"/>
                  </a:lnTo>
                  <a:lnTo>
                    <a:pt x="1428" y="1908"/>
                  </a:lnTo>
                  <a:lnTo>
                    <a:pt x="1434" y="1908"/>
                  </a:lnTo>
                  <a:lnTo>
                    <a:pt x="1442" y="1908"/>
                  </a:lnTo>
                  <a:lnTo>
                    <a:pt x="1456" y="1910"/>
                  </a:lnTo>
                  <a:lnTo>
                    <a:pt x="1466" y="1906"/>
                  </a:lnTo>
                  <a:lnTo>
                    <a:pt x="1474" y="1902"/>
                  </a:lnTo>
                  <a:lnTo>
                    <a:pt x="1478" y="1896"/>
                  </a:lnTo>
                  <a:lnTo>
                    <a:pt x="1482" y="1890"/>
                  </a:lnTo>
                  <a:lnTo>
                    <a:pt x="1482" y="1884"/>
                  </a:lnTo>
                  <a:lnTo>
                    <a:pt x="1482" y="1878"/>
                  </a:lnTo>
                  <a:lnTo>
                    <a:pt x="1478" y="1874"/>
                  </a:lnTo>
                  <a:lnTo>
                    <a:pt x="1476" y="1870"/>
                  </a:lnTo>
                  <a:lnTo>
                    <a:pt x="1476" y="1866"/>
                  </a:lnTo>
                  <a:lnTo>
                    <a:pt x="1480" y="1856"/>
                  </a:lnTo>
                  <a:lnTo>
                    <a:pt x="1486" y="1842"/>
                  </a:lnTo>
                  <a:lnTo>
                    <a:pt x="1488" y="1836"/>
                  </a:lnTo>
                  <a:lnTo>
                    <a:pt x="1488" y="1828"/>
                  </a:lnTo>
                  <a:lnTo>
                    <a:pt x="1490" y="1812"/>
                  </a:lnTo>
                  <a:lnTo>
                    <a:pt x="1494" y="1794"/>
                  </a:lnTo>
                  <a:lnTo>
                    <a:pt x="1502" y="1776"/>
                  </a:lnTo>
                  <a:lnTo>
                    <a:pt x="1506" y="1770"/>
                  </a:lnTo>
                  <a:lnTo>
                    <a:pt x="1510" y="1766"/>
                  </a:lnTo>
                  <a:lnTo>
                    <a:pt x="1514" y="1760"/>
                  </a:lnTo>
                  <a:lnTo>
                    <a:pt x="1518" y="1750"/>
                  </a:lnTo>
                  <a:lnTo>
                    <a:pt x="1526" y="1718"/>
                  </a:lnTo>
                  <a:lnTo>
                    <a:pt x="1530" y="1700"/>
                  </a:lnTo>
                  <a:lnTo>
                    <a:pt x="1538" y="1680"/>
                  </a:lnTo>
                  <a:lnTo>
                    <a:pt x="1548" y="1662"/>
                  </a:lnTo>
                  <a:lnTo>
                    <a:pt x="1554" y="1654"/>
                  </a:lnTo>
                  <a:lnTo>
                    <a:pt x="1562" y="1646"/>
                  </a:lnTo>
                  <a:lnTo>
                    <a:pt x="1574" y="1634"/>
                  </a:lnTo>
                  <a:lnTo>
                    <a:pt x="1582" y="1626"/>
                  </a:lnTo>
                  <a:lnTo>
                    <a:pt x="1586" y="1618"/>
                  </a:lnTo>
                  <a:lnTo>
                    <a:pt x="1588" y="1612"/>
                  </a:lnTo>
                  <a:lnTo>
                    <a:pt x="1588" y="1604"/>
                  </a:lnTo>
                  <a:lnTo>
                    <a:pt x="1590" y="1598"/>
                  </a:lnTo>
                  <a:lnTo>
                    <a:pt x="1594" y="1590"/>
                  </a:lnTo>
                  <a:lnTo>
                    <a:pt x="1598" y="1576"/>
                  </a:lnTo>
                  <a:lnTo>
                    <a:pt x="1602" y="1566"/>
                  </a:lnTo>
                  <a:lnTo>
                    <a:pt x="1602" y="1556"/>
                  </a:lnTo>
                  <a:lnTo>
                    <a:pt x="1602" y="1546"/>
                  </a:lnTo>
                  <a:lnTo>
                    <a:pt x="1602" y="1532"/>
                  </a:lnTo>
                  <a:lnTo>
                    <a:pt x="1604" y="1524"/>
                  </a:lnTo>
                  <a:lnTo>
                    <a:pt x="1606" y="1516"/>
                  </a:lnTo>
                  <a:lnTo>
                    <a:pt x="1612" y="1504"/>
                  </a:lnTo>
                  <a:lnTo>
                    <a:pt x="1614" y="1494"/>
                  </a:lnTo>
                  <a:lnTo>
                    <a:pt x="1616" y="1476"/>
                  </a:lnTo>
                  <a:lnTo>
                    <a:pt x="1618" y="1458"/>
                  </a:lnTo>
                  <a:lnTo>
                    <a:pt x="1620" y="1448"/>
                  </a:lnTo>
                  <a:lnTo>
                    <a:pt x="1626" y="1438"/>
                  </a:lnTo>
                  <a:lnTo>
                    <a:pt x="1628" y="1432"/>
                  </a:lnTo>
                  <a:lnTo>
                    <a:pt x="1630" y="1426"/>
                  </a:lnTo>
                  <a:lnTo>
                    <a:pt x="1628" y="1412"/>
                  </a:lnTo>
                  <a:lnTo>
                    <a:pt x="1626" y="1398"/>
                  </a:lnTo>
                  <a:lnTo>
                    <a:pt x="1622" y="1384"/>
                  </a:lnTo>
                  <a:lnTo>
                    <a:pt x="1612" y="1358"/>
                  </a:lnTo>
                  <a:lnTo>
                    <a:pt x="1610" y="1350"/>
                  </a:lnTo>
                  <a:lnTo>
                    <a:pt x="1610" y="1344"/>
                  </a:lnTo>
                  <a:close/>
                  <a:moveTo>
                    <a:pt x="1412" y="2026"/>
                  </a:moveTo>
                  <a:lnTo>
                    <a:pt x="1412" y="2026"/>
                  </a:lnTo>
                  <a:lnTo>
                    <a:pt x="1408" y="2024"/>
                  </a:lnTo>
                  <a:lnTo>
                    <a:pt x="1406" y="2020"/>
                  </a:lnTo>
                  <a:lnTo>
                    <a:pt x="1404" y="2016"/>
                  </a:lnTo>
                  <a:lnTo>
                    <a:pt x="1402" y="2014"/>
                  </a:lnTo>
                  <a:lnTo>
                    <a:pt x="1400" y="2014"/>
                  </a:lnTo>
                  <a:lnTo>
                    <a:pt x="1396" y="2018"/>
                  </a:lnTo>
                  <a:lnTo>
                    <a:pt x="1392" y="2022"/>
                  </a:lnTo>
                  <a:lnTo>
                    <a:pt x="1392" y="2024"/>
                  </a:lnTo>
                  <a:lnTo>
                    <a:pt x="1394" y="2024"/>
                  </a:lnTo>
                  <a:lnTo>
                    <a:pt x="1396" y="2026"/>
                  </a:lnTo>
                  <a:lnTo>
                    <a:pt x="1398" y="2028"/>
                  </a:lnTo>
                  <a:lnTo>
                    <a:pt x="1400" y="2038"/>
                  </a:lnTo>
                  <a:lnTo>
                    <a:pt x="1402" y="2040"/>
                  </a:lnTo>
                  <a:lnTo>
                    <a:pt x="1404" y="2042"/>
                  </a:lnTo>
                  <a:lnTo>
                    <a:pt x="1410" y="2044"/>
                  </a:lnTo>
                  <a:lnTo>
                    <a:pt x="1414" y="2042"/>
                  </a:lnTo>
                  <a:lnTo>
                    <a:pt x="1414" y="2040"/>
                  </a:lnTo>
                  <a:lnTo>
                    <a:pt x="1414" y="2036"/>
                  </a:lnTo>
                  <a:lnTo>
                    <a:pt x="1412" y="2034"/>
                  </a:lnTo>
                  <a:lnTo>
                    <a:pt x="1412" y="2032"/>
                  </a:lnTo>
                  <a:lnTo>
                    <a:pt x="1414" y="2030"/>
                  </a:lnTo>
                  <a:lnTo>
                    <a:pt x="1416" y="2028"/>
                  </a:lnTo>
                  <a:lnTo>
                    <a:pt x="1412" y="2026"/>
                  </a:lnTo>
                  <a:close/>
                  <a:moveTo>
                    <a:pt x="1708" y="300"/>
                  </a:moveTo>
                  <a:lnTo>
                    <a:pt x="1708" y="300"/>
                  </a:lnTo>
                  <a:lnTo>
                    <a:pt x="1704" y="298"/>
                  </a:lnTo>
                  <a:lnTo>
                    <a:pt x="1700" y="294"/>
                  </a:lnTo>
                  <a:lnTo>
                    <a:pt x="1694" y="284"/>
                  </a:lnTo>
                  <a:lnTo>
                    <a:pt x="1688" y="274"/>
                  </a:lnTo>
                  <a:lnTo>
                    <a:pt x="1686" y="272"/>
                  </a:lnTo>
                  <a:lnTo>
                    <a:pt x="1682" y="268"/>
                  </a:lnTo>
                  <a:lnTo>
                    <a:pt x="1678" y="266"/>
                  </a:lnTo>
                  <a:lnTo>
                    <a:pt x="1676" y="262"/>
                  </a:lnTo>
                  <a:lnTo>
                    <a:pt x="1672" y="252"/>
                  </a:lnTo>
                  <a:lnTo>
                    <a:pt x="1668" y="244"/>
                  </a:lnTo>
                  <a:lnTo>
                    <a:pt x="1668" y="242"/>
                  </a:lnTo>
                  <a:lnTo>
                    <a:pt x="1664" y="244"/>
                  </a:lnTo>
                  <a:lnTo>
                    <a:pt x="1662" y="248"/>
                  </a:lnTo>
                  <a:lnTo>
                    <a:pt x="1662" y="250"/>
                  </a:lnTo>
                  <a:lnTo>
                    <a:pt x="1666" y="256"/>
                  </a:lnTo>
                  <a:lnTo>
                    <a:pt x="1670" y="264"/>
                  </a:lnTo>
                  <a:lnTo>
                    <a:pt x="1672" y="268"/>
                  </a:lnTo>
                  <a:lnTo>
                    <a:pt x="1672" y="276"/>
                  </a:lnTo>
                  <a:lnTo>
                    <a:pt x="1672" y="282"/>
                  </a:lnTo>
                  <a:lnTo>
                    <a:pt x="1672" y="288"/>
                  </a:lnTo>
                  <a:lnTo>
                    <a:pt x="1680" y="298"/>
                  </a:lnTo>
                  <a:lnTo>
                    <a:pt x="1688" y="306"/>
                  </a:lnTo>
                  <a:lnTo>
                    <a:pt x="1690" y="310"/>
                  </a:lnTo>
                  <a:lnTo>
                    <a:pt x="1692" y="316"/>
                  </a:lnTo>
                  <a:lnTo>
                    <a:pt x="1694" y="324"/>
                  </a:lnTo>
                  <a:lnTo>
                    <a:pt x="1700" y="330"/>
                  </a:lnTo>
                  <a:lnTo>
                    <a:pt x="1708" y="332"/>
                  </a:lnTo>
                  <a:lnTo>
                    <a:pt x="1716" y="330"/>
                  </a:lnTo>
                  <a:lnTo>
                    <a:pt x="1720" y="328"/>
                  </a:lnTo>
                  <a:lnTo>
                    <a:pt x="1722" y="326"/>
                  </a:lnTo>
                  <a:lnTo>
                    <a:pt x="1722" y="322"/>
                  </a:lnTo>
                  <a:lnTo>
                    <a:pt x="1720" y="316"/>
                  </a:lnTo>
                  <a:lnTo>
                    <a:pt x="1716" y="306"/>
                  </a:lnTo>
                  <a:lnTo>
                    <a:pt x="1712" y="304"/>
                  </a:lnTo>
                  <a:lnTo>
                    <a:pt x="1708" y="300"/>
                  </a:lnTo>
                  <a:close/>
                  <a:moveTo>
                    <a:pt x="1712" y="342"/>
                  </a:moveTo>
                  <a:lnTo>
                    <a:pt x="1712" y="342"/>
                  </a:lnTo>
                  <a:lnTo>
                    <a:pt x="1712" y="346"/>
                  </a:lnTo>
                  <a:lnTo>
                    <a:pt x="1716" y="346"/>
                  </a:lnTo>
                  <a:lnTo>
                    <a:pt x="1718" y="346"/>
                  </a:lnTo>
                  <a:lnTo>
                    <a:pt x="1720" y="344"/>
                  </a:lnTo>
                  <a:lnTo>
                    <a:pt x="1718" y="340"/>
                  </a:lnTo>
                  <a:lnTo>
                    <a:pt x="1716" y="338"/>
                  </a:lnTo>
                  <a:lnTo>
                    <a:pt x="1712" y="340"/>
                  </a:lnTo>
                  <a:lnTo>
                    <a:pt x="1712" y="342"/>
                  </a:lnTo>
                  <a:close/>
                  <a:moveTo>
                    <a:pt x="1238" y="2006"/>
                  </a:moveTo>
                  <a:lnTo>
                    <a:pt x="1238" y="2006"/>
                  </a:lnTo>
                  <a:lnTo>
                    <a:pt x="1236" y="2012"/>
                  </a:lnTo>
                  <a:lnTo>
                    <a:pt x="1234" y="2024"/>
                  </a:lnTo>
                  <a:lnTo>
                    <a:pt x="1236" y="2032"/>
                  </a:lnTo>
                  <a:lnTo>
                    <a:pt x="1240" y="2034"/>
                  </a:lnTo>
                  <a:lnTo>
                    <a:pt x="1242" y="2032"/>
                  </a:lnTo>
                  <a:lnTo>
                    <a:pt x="1244" y="2028"/>
                  </a:lnTo>
                  <a:lnTo>
                    <a:pt x="1246" y="2024"/>
                  </a:lnTo>
                  <a:lnTo>
                    <a:pt x="1246" y="2014"/>
                  </a:lnTo>
                  <a:lnTo>
                    <a:pt x="1242" y="2006"/>
                  </a:lnTo>
                  <a:lnTo>
                    <a:pt x="1240" y="2004"/>
                  </a:lnTo>
                  <a:lnTo>
                    <a:pt x="1238" y="2006"/>
                  </a:lnTo>
                  <a:close/>
                  <a:moveTo>
                    <a:pt x="1414" y="2116"/>
                  </a:moveTo>
                  <a:lnTo>
                    <a:pt x="1414" y="2116"/>
                  </a:lnTo>
                  <a:lnTo>
                    <a:pt x="1414" y="2106"/>
                  </a:lnTo>
                  <a:lnTo>
                    <a:pt x="1414" y="2096"/>
                  </a:lnTo>
                  <a:lnTo>
                    <a:pt x="1414" y="2088"/>
                  </a:lnTo>
                  <a:lnTo>
                    <a:pt x="1412" y="2082"/>
                  </a:lnTo>
                  <a:lnTo>
                    <a:pt x="1408" y="2076"/>
                  </a:lnTo>
                  <a:lnTo>
                    <a:pt x="1406" y="2072"/>
                  </a:lnTo>
                  <a:lnTo>
                    <a:pt x="1402" y="2072"/>
                  </a:lnTo>
                  <a:lnTo>
                    <a:pt x="1400" y="2074"/>
                  </a:lnTo>
                  <a:lnTo>
                    <a:pt x="1398" y="2078"/>
                  </a:lnTo>
                  <a:lnTo>
                    <a:pt x="1396" y="2078"/>
                  </a:lnTo>
                  <a:lnTo>
                    <a:pt x="1392" y="2076"/>
                  </a:lnTo>
                  <a:lnTo>
                    <a:pt x="1388" y="2076"/>
                  </a:lnTo>
                  <a:lnTo>
                    <a:pt x="1386" y="2078"/>
                  </a:lnTo>
                  <a:lnTo>
                    <a:pt x="1382" y="2080"/>
                  </a:lnTo>
                  <a:lnTo>
                    <a:pt x="1380" y="2082"/>
                  </a:lnTo>
                  <a:lnTo>
                    <a:pt x="1378" y="2082"/>
                  </a:lnTo>
                  <a:lnTo>
                    <a:pt x="1370" y="2082"/>
                  </a:lnTo>
                  <a:lnTo>
                    <a:pt x="1352" y="2088"/>
                  </a:lnTo>
                  <a:lnTo>
                    <a:pt x="1340" y="2092"/>
                  </a:lnTo>
                  <a:lnTo>
                    <a:pt x="1332" y="2094"/>
                  </a:lnTo>
                  <a:lnTo>
                    <a:pt x="1324" y="2092"/>
                  </a:lnTo>
                  <a:lnTo>
                    <a:pt x="1320" y="2088"/>
                  </a:lnTo>
                  <a:lnTo>
                    <a:pt x="1310" y="2080"/>
                  </a:lnTo>
                  <a:lnTo>
                    <a:pt x="1304" y="2076"/>
                  </a:lnTo>
                  <a:lnTo>
                    <a:pt x="1296" y="2076"/>
                  </a:lnTo>
                  <a:lnTo>
                    <a:pt x="1288" y="2074"/>
                  </a:lnTo>
                  <a:lnTo>
                    <a:pt x="1282" y="2072"/>
                  </a:lnTo>
                  <a:lnTo>
                    <a:pt x="1274" y="2066"/>
                  </a:lnTo>
                  <a:lnTo>
                    <a:pt x="1272" y="2064"/>
                  </a:lnTo>
                  <a:lnTo>
                    <a:pt x="1270" y="2064"/>
                  </a:lnTo>
                  <a:lnTo>
                    <a:pt x="1266" y="2078"/>
                  </a:lnTo>
                  <a:lnTo>
                    <a:pt x="1264" y="2086"/>
                  </a:lnTo>
                  <a:lnTo>
                    <a:pt x="1266" y="2094"/>
                  </a:lnTo>
                  <a:lnTo>
                    <a:pt x="1276" y="2118"/>
                  </a:lnTo>
                  <a:lnTo>
                    <a:pt x="1280" y="2130"/>
                  </a:lnTo>
                  <a:lnTo>
                    <a:pt x="1284" y="2134"/>
                  </a:lnTo>
                  <a:lnTo>
                    <a:pt x="1288" y="2136"/>
                  </a:lnTo>
                  <a:lnTo>
                    <a:pt x="1288" y="2144"/>
                  </a:lnTo>
                  <a:lnTo>
                    <a:pt x="1288" y="2158"/>
                  </a:lnTo>
                  <a:lnTo>
                    <a:pt x="1292" y="2174"/>
                  </a:lnTo>
                  <a:lnTo>
                    <a:pt x="1296" y="2186"/>
                  </a:lnTo>
                  <a:lnTo>
                    <a:pt x="1300" y="2192"/>
                  </a:lnTo>
                  <a:lnTo>
                    <a:pt x="1304" y="2198"/>
                  </a:lnTo>
                  <a:lnTo>
                    <a:pt x="1310" y="2202"/>
                  </a:lnTo>
                  <a:lnTo>
                    <a:pt x="1312" y="2206"/>
                  </a:lnTo>
                  <a:lnTo>
                    <a:pt x="1318" y="2216"/>
                  </a:lnTo>
                  <a:lnTo>
                    <a:pt x="1322" y="2224"/>
                  </a:lnTo>
                  <a:lnTo>
                    <a:pt x="1324" y="2226"/>
                  </a:lnTo>
                  <a:lnTo>
                    <a:pt x="1328" y="2226"/>
                  </a:lnTo>
                  <a:lnTo>
                    <a:pt x="1332" y="2226"/>
                  </a:lnTo>
                  <a:lnTo>
                    <a:pt x="1338" y="2226"/>
                  </a:lnTo>
                  <a:lnTo>
                    <a:pt x="1352" y="2230"/>
                  </a:lnTo>
                  <a:lnTo>
                    <a:pt x="1356" y="2232"/>
                  </a:lnTo>
                  <a:lnTo>
                    <a:pt x="1358" y="2230"/>
                  </a:lnTo>
                  <a:lnTo>
                    <a:pt x="1360" y="2226"/>
                  </a:lnTo>
                  <a:lnTo>
                    <a:pt x="1362" y="2220"/>
                  </a:lnTo>
                  <a:lnTo>
                    <a:pt x="1366" y="2214"/>
                  </a:lnTo>
                  <a:lnTo>
                    <a:pt x="1370" y="2212"/>
                  </a:lnTo>
                  <a:lnTo>
                    <a:pt x="1372" y="2208"/>
                  </a:lnTo>
                  <a:lnTo>
                    <a:pt x="1374" y="2200"/>
                  </a:lnTo>
                  <a:lnTo>
                    <a:pt x="1376" y="2194"/>
                  </a:lnTo>
                  <a:lnTo>
                    <a:pt x="1378" y="2194"/>
                  </a:lnTo>
                  <a:lnTo>
                    <a:pt x="1378" y="2196"/>
                  </a:lnTo>
                  <a:lnTo>
                    <a:pt x="1380" y="2198"/>
                  </a:lnTo>
                  <a:lnTo>
                    <a:pt x="1382" y="2198"/>
                  </a:lnTo>
                  <a:lnTo>
                    <a:pt x="1382" y="2194"/>
                  </a:lnTo>
                  <a:lnTo>
                    <a:pt x="1384" y="2190"/>
                  </a:lnTo>
                  <a:lnTo>
                    <a:pt x="1386" y="2188"/>
                  </a:lnTo>
                  <a:lnTo>
                    <a:pt x="1388" y="2188"/>
                  </a:lnTo>
                  <a:lnTo>
                    <a:pt x="1392" y="2192"/>
                  </a:lnTo>
                  <a:lnTo>
                    <a:pt x="1394" y="2194"/>
                  </a:lnTo>
                  <a:lnTo>
                    <a:pt x="1394" y="2196"/>
                  </a:lnTo>
                  <a:lnTo>
                    <a:pt x="1392" y="2196"/>
                  </a:lnTo>
                  <a:lnTo>
                    <a:pt x="1388" y="2198"/>
                  </a:lnTo>
                  <a:lnTo>
                    <a:pt x="1388" y="2202"/>
                  </a:lnTo>
                  <a:lnTo>
                    <a:pt x="1390" y="2206"/>
                  </a:lnTo>
                  <a:lnTo>
                    <a:pt x="1398" y="2210"/>
                  </a:lnTo>
                  <a:lnTo>
                    <a:pt x="1402" y="2208"/>
                  </a:lnTo>
                  <a:lnTo>
                    <a:pt x="1404" y="2206"/>
                  </a:lnTo>
                  <a:lnTo>
                    <a:pt x="1402" y="2194"/>
                  </a:lnTo>
                  <a:lnTo>
                    <a:pt x="1400" y="2180"/>
                  </a:lnTo>
                  <a:lnTo>
                    <a:pt x="1400" y="2174"/>
                  </a:lnTo>
                  <a:lnTo>
                    <a:pt x="1402" y="2170"/>
                  </a:lnTo>
                  <a:lnTo>
                    <a:pt x="1404" y="2168"/>
                  </a:lnTo>
                  <a:lnTo>
                    <a:pt x="1404" y="2166"/>
                  </a:lnTo>
                  <a:lnTo>
                    <a:pt x="1402" y="2160"/>
                  </a:lnTo>
                  <a:lnTo>
                    <a:pt x="1402" y="2152"/>
                  </a:lnTo>
                  <a:lnTo>
                    <a:pt x="1402" y="2150"/>
                  </a:lnTo>
                  <a:lnTo>
                    <a:pt x="1404" y="2146"/>
                  </a:lnTo>
                  <a:lnTo>
                    <a:pt x="1408" y="2144"/>
                  </a:lnTo>
                  <a:lnTo>
                    <a:pt x="1410" y="2144"/>
                  </a:lnTo>
                  <a:lnTo>
                    <a:pt x="1410" y="2150"/>
                  </a:lnTo>
                  <a:lnTo>
                    <a:pt x="1412" y="2154"/>
                  </a:lnTo>
                  <a:lnTo>
                    <a:pt x="1414" y="2152"/>
                  </a:lnTo>
                  <a:lnTo>
                    <a:pt x="1416" y="2148"/>
                  </a:lnTo>
                  <a:lnTo>
                    <a:pt x="1416" y="2146"/>
                  </a:lnTo>
                  <a:lnTo>
                    <a:pt x="1414" y="2140"/>
                  </a:lnTo>
                  <a:lnTo>
                    <a:pt x="1412" y="2132"/>
                  </a:lnTo>
                  <a:lnTo>
                    <a:pt x="1412" y="2124"/>
                  </a:lnTo>
                  <a:lnTo>
                    <a:pt x="1414" y="2116"/>
                  </a:lnTo>
                  <a:close/>
                  <a:moveTo>
                    <a:pt x="984" y="1792"/>
                  </a:moveTo>
                  <a:lnTo>
                    <a:pt x="984" y="1792"/>
                  </a:lnTo>
                  <a:lnTo>
                    <a:pt x="980" y="1788"/>
                  </a:lnTo>
                  <a:lnTo>
                    <a:pt x="974" y="1788"/>
                  </a:lnTo>
                  <a:lnTo>
                    <a:pt x="966" y="1788"/>
                  </a:lnTo>
                  <a:lnTo>
                    <a:pt x="958" y="1792"/>
                  </a:lnTo>
                  <a:lnTo>
                    <a:pt x="950" y="1794"/>
                  </a:lnTo>
                  <a:lnTo>
                    <a:pt x="944" y="1798"/>
                  </a:lnTo>
                  <a:lnTo>
                    <a:pt x="942" y="1804"/>
                  </a:lnTo>
                  <a:lnTo>
                    <a:pt x="940" y="1808"/>
                  </a:lnTo>
                  <a:lnTo>
                    <a:pt x="942" y="1810"/>
                  </a:lnTo>
                  <a:lnTo>
                    <a:pt x="948" y="1812"/>
                  </a:lnTo>
                  <a:lnTo>
                    <a:pt x="960" y="1814"/>
                  </a:lnTo>
                  <a:lnTo>
                    <a:pt x="974" y="1812"/>
                  </a:lnTo>
                  <a:lnTo>
                    <a:pt x="982" y="1810"/>
                  </a:lnTo>
                  <a:lnTo>
                    <a:pt x="990" y="1808"/>
                  </a:lnTo>
                  <a:lnTo>
                    <a:pt x="998" y="1808"/>
                  </a:lnTo>
                  <a:lnTo>
                    <a:pt x="1004" y="1806"/>
                  </a:lnTo>
                  <a:lnTo>
                    <a:pt x="1004" y="1804"/>
                  </a:lnTo>
                  <a:lnTo>
                    <a:pt x="1002" y="1800"/>
                  </a:lnTo>
                  <a:lnTo>
                    <a:pt x="1000" y="1798"/>
                  </a:lnTo>
                  <a:lnTo>
                    <a:pt x="994" y="1798"/>
                  </a:lnTo>
                  <a:lnTo>
                    <a:pt x="990" y="1796"/>
                  </a:lnTo>
                  <a:lnTo>
                    <a:pt x="984" y="1792"/>
                  </a:lnTo>
                  <a:close/>
                  <a:moveTo>
                    <a:pt x="2204" y="1064"/>
                  </a:moveTo>
                  <a:lnTo>
                    <a:pt x="2204" y="1064"/>
                  </a:lnTo>
                  <a:lnTo>
                    <a:pt x="2206" y="1066"/>
                  </a:lnTo>
                  <a:lnTo>
                    <a:pt x="2208" y="1066"/>
                  </a:lnTo>
                  <a:lnTo>
                    <a:pt x="2212" y="1066"/>
                  </a:lnTo>
                  <a:lnTo>
                    <a:pt x="2214" y="1060"/>
                  </a:lnTo>
                  <a:lnTo>
                    <a:pt x="2214" y="1058"/>
                  </a:lnTo>
                  <a:lnTo>
                    <a:pt x="2212" y="1054"/>
                  </a:lnTo>
                  <a:lnTo>
                    <a:pt x="2210" y="1050"/>
                  </a:lnTo>
                  <a:lnTo>
                    <a:pt x="2208" y="1048"/>
                  </a:lnTo>
                  <a:lnTo>
                    <a:pt x="2206" y="1048"/>
                  </a:lnTo>
                  <a:lnTo>
                    <a:pt x="2204" y="1050"/>
                  </a:lnTo>
                  <a:lnTo>
                    <a:pt x="2202" y="1054"/>
                  </a:lnTo>
                  <a:lnTo>
                    <a:pt x="2204" y="1064"/>
                  </a:lnTo>
                  <a:close/>
                  <a:moveTo>
                    <a:pt x="2218" y="862"/>
                  </a:moveTo>
                  <a:lnTo>
                    <a:pt x="2218" y="862"/>
                  </a:lnTo>
                  <a:lnTo>
                    <a:pt x="2216" y="866"/>
                  </a:lnTo>
                  <a:lnTo>
                    <a:pt x="2218" y="870"/>
                  </a:lnTo>
                  <a:lnTo>
                    <a:pt x="2222" y="872"/>
                  </a:lnTo>
                  <a:lnTo>
                    <a:pt x="2228" y="874"/>
                  </a:lnTo>
                  <a:lnTo>
                    <a:pt x="2230" y="872"/>
                  </a:lnTo>
                  <a:lnTo>
                    <a:pt x="2230" y="870"/>
                  </a:lnTo>
                  <a:lnTo>
                    <a:pt x="2228" y="864"/>
                  </a:lnTo>
                  <a:lnTo>
                    <a:pt x="2222" y="860"/>
                  </a:lnTo>
                  <a:lnTo>
                    <a:pt x="2220" y="860"/>
                  </a:lnTo>
                  <a:lnTo>
                    <a:pt x="2218" y="862"/>
                  </a:lnTo>
                  <a:close/>
                  <a:moveTo>
                    <a:pt x="2220" y="824"/>
                  </a:moveTo>
                  <a:lnTo>
                    <a:pt x="2220" y="824"/>
                  </a:lnTo>
                  <a:lnTo>
                    <a:pt x="2222" y="824"/>
                  </a:lnTo>
                  <a:lnTo>
                    <a:pt x="2222" y="822"/>
                  </a:lnTo>
                  <a:lnTo>
                    <a:pt x="2216" y="814"/>
                  </a:lnTo>
                  <a:lnTo>
                    <a:pt x="2216" y="812"/>
                  </a:lnTo>
                  <a:lnTo>
                    <a:pt x="2214" y="814"/>
                  </a:lnTo>
                  <a:lnTo>
                    <a:pt x="2212" y="816"/>
                  </a:lnTo>
                  <a:lnTo>
                    <a:pt x="2214" y="822"/>
                  </a:lnTo>
                  <a:lnTo>
                    <a:pt x="2216" y="822"/>
                  </a:lnTo>
                  <a:lnTo>
                    <a:pt x="2220" y="824"/>
                  </a:lnTo>
                  <a:close/>
                  <a:moveTo>
                    <a:pt x="2124" y="1064"/>
                  </a:moveTo>
                  <a:lnTo>
                    <a:pt x="2124" y="1064"/>
                  </a:lnTo>
                  <a:lnTo>
                    <a:pt x="2118" y="1060"/>
                  </a:lnTo>
                  <a:lnTo>
                    <a:pt x="2116" y="1060"/>
                  </a:lnTo>
                  <a:lnTo>
                    <a:pt x="2114" y="1062"/>
                  </a:lnTo>
                  <a:lnTo>
                    <a:pt x="2096" y="1042"/>
                  </a:lnTo>
                  <a:lnTo>
                    <a:pt x="2094" y="1038"/>
                  </a:lnTo>
                  <a:lnTo>
                    <a:pt x="2090" y="1032"/>
                  </a:lnTo>
                  <a:lnTo>
                    <a:pt x="2076" y="1018"/>
                  </a:lnTo>
                  <a:lnTo>
                    <a:pt x="2060" y="1008"/>
                  </a:lnTo>
                  <a:lnTo>
                    <a:pt x="2050" y="1000"/>
                  </a:lnTo>
                  <a:lnTo>
                    <a:pt x="2050" y="1004"/>
                  </a:lnTo>
                  <a:lnTo>
                    <a:pt x="2044" y="998"/>
                  </a:lnTo>
                  <a:lnTo>
                    <a:pt x="2040" y="994"/>
                  </a:lnTo>
                  <a:lnTo>
                    <a:pt x="2036" y="992"/>
                  </a:lnTo>
                  <a:lnTo>
                    <a:pt x="2040" y="1000"/>
                  </a:lnTo>
                  <a:lnTo>
                    <a:pt x="2050" y="1020"/>
                  </a:lnTo>
                  <a:lnTo>
                    <a:pt x="2052" y="1024"/>
                  </a:lnTo>
                  <a:lnTo>
                    <a:pt x="2052" y="1026"/>
                  </a:lnTo>
                  <a:lnTo>
                    <a:pt x="2064" y="1036"/>
                  </a:lnTo>
                  <a:lnTo>
                    <a:pt x="2070" y="1042"/>
                  </a:lnTo>
                  <a:lnTo>
                    <a:pt x="2076" y="1056"/>
                  </a:lnTo>
                  <a:lnTo>
                    <a:pt x="2076" y="1054"/>
                  </a:lnTo>
                  <a:lnTo>
                    <a:pt x="2078" y="1058"/>
                  </a:lnTo>
                  <a:lnTo>
                    <a:pt x="2082" y="1058"/>
                  </a:lnTo>
                  <a:lnTo>
                    <a:pt x="2088" y="1064"/>
                  </a:lnTo>
                  <a:lnTo>
                    <a:pt x="2094" y="1070"/>
                  </a:lnTo>
                  <a:lnTo>
                    <a:pt x="2102" y="1074"/>
                  </a:lnTo>
                  <a:lnTo>
                    <a:pt x="2110" y="1080"/>
                  </a:lnTo>
                  <a:lnTo>
                    <a:pt x="2116" y="1086"/>
                  </a:lnTo>
                  <a:lnTo>
                    <a:pt x="2136" y="1098"/>
                  </a:lnTo>
                  <a:lnTo>
                    <a:pt x="2136" y="1102"/>
                  </a:lnTo>
                  <a:lnTo>
                    <a:pt x="2136" y="1104"/>
                  </a:lnTo>
                  <a:lnTo>
                    <a:pt x="2154" y="1100"/>
                  </a:lnTo>
                  <a:lnTo>
                    <a:pt x="2158" y="1098"/>
                  </a:lnTo>
                  <a:lnTo>
                    <a:pt x="2158" y="1096"/>
                  </a:lnTo>
                  <a:lnTo>
                    <a:pt x="2148" y="1086"/>
                  </a:lnTo>
                  <a:lnTo>
                    <a:pt x="2124" y="1064"/>
                  </a:lnTo>
                  <a:close/>
                  <a:moveTo>
                    <a:pt x="2172" y="1036"/>
                  </a:moveTo>
                  <a:lnTo>
                    <a:pt x="2172" y="1036"/>
                  </a:lnTo>
                  <a:lnTo>
                    <a:pt x="2178" y="1038"/>
                  </a:lnTo>
                  <a:lnTo>
                    <a:pt x="2182" y="1040"/>
                  </a:lnTo>
                  <a:lnTo>
                    <a:pt x="2184" y="1038"/>
                  </a:lnTo>
                  <a:lnTo>
                    <a:pt x="2186" y="1036"/>
                  </a:lnTo>
                  <a:lnTo>
                    <a:pt x="2186" y="1030"/>
                  </a:lnTo>
                  <a:lnTo>
                    <a:pt x="2182" y="1024"/>
                  </a:lnTo>
                  <a:lnTo>
                    <a:pt x="2176" y="1018"/>
                  </a:lnTo>
                  <a:lnTo>
                    <a:pt x="2172" y="1016"/>
                  </a:lnTo>
                  <a:lnTo>
                    <a:pt x="2168" y="1018"/>
                  </a:lnTo>
                  <a:lnTo>
                    <a:pt x="2168" y="1020"/>
                  </a:lnTo>
                  <a:lnTo>
                    <a:pt x="2170" y="1020"/>
                  </a:lnTo>
                  <a:lnTo>
                    <a:pt x="2172" y="1022"/>
                  </a:lnTo>
                  <a:lnTo>
                    <a:pt x="2172" y="1024"/>
                  </a:lnTo>
                  <a:lnTo>
                    <a:pt x="2170" y="1028"/>
                  </a:lnTo>
                  <a:lnTo>
                    <a:pt x="2168" y="1032"/>
                  </a:lnTo>
                  <a:lnTo>
                    <a:pt x="2170" y="1034"/>
                  </a:lnTo>
                  <a:lnTo>
                    <a:pt x="2172" y="1036"/>
                  </a:lnTo>
                  <a:close/>
                  <a:moveTo>
                    <a:pt x="2152" y="752"/>
                  </a:moveTo>
                  <a:lnTo>
                    <a:pt x="2152" y="752"/>
                  </a:lnTo>
                  <a:lnTo>
                    <a:pt x="2154" y="760"/>
                  </a:lnTo>
                  <a:lnTo>
                    <a:pt x="2156" y="764"/>
                  </a:lnTo>
                  <a:lnTo>
                    <a:pt x="2160" y="766"/>
                  </a:lnTo>
                  <a:lnTo>
                    <a:pt x="2168" y="764"/>
                  </a:lnTo>
                  <a:lnTo>
                    <a:pt x="2172" y="762"/>
                  </a:lnTo>
                  <a:lnTo>
                    <a:pt x="2174" y="760"/>
                  </a:lnTo>
                  <a:lnTo>
                    <a:pt x="2176" y="758"/>
                  </a:lnTo>
                  <a:lnTo>
                    <a:pt x="2176" y="754"/>
                  </a:lnTo>
                  <a:lnTo>
                    <a:pt x="2174" y="746"/>
                  </a:lnTo>
                  <a:lnTo>
                    <a:pt x="2170" y="736"/>
                  </a:lnTo>
                  <a:lnTo>
                    <a:pt x="2168" y="732"/>
                  </a:lnTo>
                  <a:lnTo>
                    <a:pt x="2166" y="732"/>
                  </a:lnTo>
                  <a:lnTo>
                    <a:pt x="2164" y="734"/>
                  </a:lnTo>
                  <a:lnTo>
                    <a:pt x="2162" y="736"/>
                  </a:lnTo>
                  <a:lnTo>
                    <a:pt x="2158" y="730"/>
                  </a:lnTo>
                  <a:lnTo>
                    <a:pt x="2156" y="724"/>
                  </a:lnTo>
                  <a:lnTo>
                    <a:pt x="2154" y="718"/>
                  </a:lnTo>
                  <a:lnTo>
                    <a:pt x="2152" y="716"/>
                  </a:lnTo>
                  <a:lnTo>
                    <a:pt x="2148" y="716"/>
                  </a:lnTo>
                  <a:lnTo>
                    <a:pt x="2146" y="718"/>
                  </a:lnTo>
                  <a:lnTo>
                    <a:pt x="2146" y="722"/>
                  </a:lnTo>
                  <a:lnTo>
                    <a:pt x="2148" y="726"/>
                  </a:lnTo>
                  <a:lnTo>
                    <a:pt x="2152" y="736"/>
                  </a:lnTo>
                  <a:lnTo>
                    <a:pt x="2152" y="742"/>
                  </a:lnTo>
                  <a:lnTo>
                    <a:pt x="2152" y="746"/>
                  </a:lnTo>
                  <a:lnTo>
                    <a:pt x="2152" y="752"/>
                  </a:lnTo>
                  <a:close/>
                  <a:moveTo>
                    <a:pt x="2196" y="758"/>
                  </a:moveTo>
                  <a:lnTo>
                    <a:pt x="2196" y="758"/>
                  </a:lnTo>
                  <a:lnTo>
                    <a:pt x="2202" y="754"/>
                  </a:lnTo>
                  <a:lnTo>
                    <a:pt x="2206" y="750"/>
                  </a:lnTo>
                  <a:lnTo>
                    <a:pt x="2208" y="748"/>
                  </a:lnTo>
                  <a:lnTo>
                    <a:pt x="2206" y="746"/>
                  </a:lnTo>
                  <a:lnTo>
                    <a:pt x="2202" y="746"/>
                  </a:lnTo>
                  <a:lnTo>
                    <a:pt x="2198" y="748"/>
                  </a:lnTo>
                  <a:lnTo>
                    <a:pt x="2194" y="752"/>
                  </a:lnTo>
                  <a:lnTo>
                    <a:pt x="2194" y="754"/>
                  </a:lnTo>
                  <a:lnTo>
                    <a:pt x="2196" y="758"/>
                  </a:lnTo>
                  <a:close/>
                  <a:moveTo>
                    <a:pt x="2206" y="798"/>
                  </a:moveTo>
                  <a:lnTo>
                    <a:pt x="2206" y="798"/>
                  </a:lnTo>
                  <a:lnTo>
                    <a:pt x="2210" y="800"/>
                  </a:lnTo>
                  <a:lnTo>
                    <a:pt x="2214" y="800"/>
                  </a:lnTo>
                  <a:lnTo>
                    <a:pt x="2216" y="798"/>
                  </a:lnTo>
                  <a:lnTo>
                    <a:pt x="2216" y="792"/>
                  </a:lnTo>
                  <a:lnTo>
                    <a:pt x="2216" y="790"/>
                  </a:lnTo>
                  <a:lnTo>
                    <a:pt x="2214" y="788"/>
                  </a:lnTo>
                  <a:lnTo>
                    <a:pt x="2208" y="790"/>
                  </a:lnTo>
                  <a:lnTo>
                    <a:pt x="2204" y="794"/>
                  </a:lnTo>
                  <a:lnTo>
                    <a:pt x="2204" y="796"/>
                  </a:lnTo>
                  <a:lnTo>
                    <a:pt x="2206" y="798"/>
                  </a:lnTo>
                  <a:close/>
                  <a:moveTo>
                    <a:pt x="1762" y="382"/>
                  </a:moveTo>
                  <a:lnTo>
                    <a:pt x="1762" y="382"/>
                  </a:lnTo>
                  <a:lnTo>
                    <a:pt x="1762" y="386"/>
                  </a:lnTo>
                  <a:lnTo>
                    <a:pt x="1764" y="392"/>
                  </a:lnTo>
                  <a:lnTo>
                    <a:pt x="1768" y="394"/>
                  </a:lnTo>
                  <a:lnTo>
                    <a:pt x="1770" y="394"/>
                  </a:lnTo>
                  <a:lnTo>
                    <a:pt x="1772" y="392"/>
                  </a:lnTo>
                  <a:lnTo>
                    <a:pt x="1774" y="390"/>
                  </a:lnTo>
                  <a:lnTo>
                    <a:pt x="1772" y="386"/>
                  </a:lnTo>
                  <a:lnTo>
                    <a:pt x="1770" y="382"/>
                  </a:lnTo>
                  <a:lnTo>
                    <a:pt x="1766" y="378"/>
                  </a:lnTo>
                  <a:lnTo>
                    <a:pt x="1764" y="380"/>
                  </a:lnTo>
                  <a:lnTo>
                    <a:pt x="1762" y="382"/>
                  </a:lnTo>
                  <a:close/>
                  <a:moveTo>
                    <a:pt x="1786" y="386"/>
                  </a:moveTo>
                  <a:lnTo>
                    <a:pt x="1786" y="386"/>
                  </a:lnTo>
                  <a:lnTo>
                    <a:pt x="1784" y="386"/>
                  </a:lnTo>
                  <a:lnTo>
                    <a:pt x="1780" y="388"/>
                  </a:lnTo>
                  <a:lnTo>
                    <a:pt x="1776" y="396"/>
                  </a:lnTo>
                  <a:lnTo>
                    <a:pt x="1776" y="402"/>
                  </a:lnTo>
                  <a:lnTo>
                    <a:pt x="1778" y="404"/>
                  </a:lnTo>
                  <a:lnTo>
                    <a:pt x="1780" y="404"/>
                  </a:lnTo>
                  <a:lnTo>
                    <a:pt x="1784" y="402"/>
                  </a:lnTo>
                  <a:lnTo>
                    <a:pt x="1788" y="404"/>
                  </a:lnTo>
                  <a:lnTo>
                    <a:pt x="1790" y="410"/>
                  </a:lnTo>
                  <a:lnTo>
                    <a:pt x="1794" y="414"/>
                  </a:lnTo>
                  <a:lnTo>
                    <a:pt x="1796" y="416"/>
                  </a:lnTo>
                  <a:lnTo>
                    <a:pt x="1800" y="412"/>
                  </a:lnTo>
                  <a:lnTo>
                    <a:pt x="1798" y="408"/>
                  </a:lnTo>
                  <a:lnTo>
                    <a:pt x="1794" y="402"/>
                  </a:lnTo>
                  <a:lnTo>
                    <a:pt x="1790" y="396"/>
                  </a:lnTo>
                  <a:lnTo>
                    <a:pt x="1790" y="392"/>
                  </a:lnTo>
                  <a:lnTo>
                    <a:pt x="1790" y="390"/>
                  </a:lnTo>
                  <a:lnTo>
                    <a:pt x="1786" y="386"/>
                  </a:lnTo>
                  <a:close/>
                  <a:moveTo>
                    <a:pt x="1754" y="340"/>
                  </a:moveTo>
                  <a:lnTo>
                    <a:pt x="1754" y="340"/>
                  </a:lnTo>
                  <a:lnTo>
                    <a:pt x="1758" y="346"/>
                  </a:lnTo>
                  <a:lnTo>
                    <a:pt x="1766" y="354"/>
                  </a:lnTo>
                  <a:lnTo>
                    <a:pt x="1776" y="360"/>
                  </a:lnTo>
                  <a:lnTo>
                    <a:pt x="1780" y="360"/>
                  </a:lnTo>
                  <a:lnTo>
                    <a:pt x="1784" y="360"/>
                  </a:lnTo>
                  <a:lnTo>
                    <a:pt x="1788" y="358"/>
                  </a:lnTo>
                  <a:lnTo>
                    <a:pt x="1784" y="356"/>
                  </a:lnTo>
                  <a:lnTo>
                    <a:pt x="1776" y="352"/>
                  </a:lnTo>
                  <a:lnTo>
                    <a:pt x="1774" y="348"/>
                  </a:lnTo>
                  <a:lnTo>
                    <a:pt x="1772" y="344"/>
                  </a:lnTo>
                  <a:lnTo>
                    <a:pt x="1768" y="336"/>
                  </a:lnTo>
                  <a:lnTo>
                    <a:pt x="1764" y="332"/>
                  </a:lnTo>
                  <a:lnTo>
                    <a:pt x="1746" y="320"/>
                  </a:lnTo>
                  <a:lnTo>
                    <a:pt x="1742" y="318"/>
                  </a:lnTo>
                  <a:lnTo>
                    <a:pt x="1740" y="320"/>
                  </a:lnTo>
                  <a:lnTo>
                    <a:pt x="1742" y="328"/>
                  </a:lnTo>
                  <a:lnTo>
                    <a:pt x="1744" y="332"/>
                  </a:lnTo>
                  <a:lnTo>
                    <a:pt x="1748" y="334"/>
                  </a:lnTo>
                  <a:lnTo>
                    <a:pt x="1752" y="336"/>
                  </a:lnTo>
                  <a:lnTo>
                    <a:pt x="1754" y="340"/>
                  </a:lnTo>
                  <a:close/>
                  <a:moveTo>
                    <a:pt x="1744" y="368"/>
                  </a:moveTo>
                  <a:lnTo>
                    <a:pt x="1744" y="368"/>
                  </a:lnTo>
                  <a:lnTo>
                    <a:pt x="1744" y="374"/>
                  </a:lnTo>
                  <a:lnTo>
                    <a:pt x="1748" y="378"/>
                  </a:lnTo>
                  <a:lnTo>
                    <a:pt x="1752" y="382"/>
                  </a:lnTo>
                  <a:lnTo>
                    <a:pt x="1754" y="380"/>
                  </a:lnTo>
                  <a:lnTo>
                    <a:pt x="1756" y="380"/>
                  </a:lnTo>
                  <a:lnTo>
                    <a:pt x="1758" y="376"/>
                  </a:lnTo>
                  <a:lnTo>
                    <a:pt x="1758" y="374"/>
                  </a:lnTo>
                  <a:lnTo>
                    <a:pt x="1752" y="368"/>
                  </a:lnTo>
                  <a:lnTo>
                    <a:pt x="1746" y="366"/>
                  </a:lnTo>
                  <a:lnTo>
                    <a:pt x="1744" y="366"/>
                  </a:lnTo>
                  <a:lnTo>
                    <a:pt x="1744" y="368"/>
                  </a:lnTo>
                  <a:close/>
                  <a:moveTo>
                    <a:pt x="1802" y="416"/>
                  </a:moveTo>
                  <a:lnTo>
                    <a:pt x="1802" y="416"/>
                  </a:lnTo>
                  <a:lnTo>
                    <a:pt x="1800" y="420"/>
                  </a:lnTo>
                  <a:lnTo>
                    <a:pt x="1800" y="424"/>
                  </a:lnTo>
                  <a:lnTo>
                    <a:pt x="1804" y="426"/>
                  </a:lnTo>
                  <a:lnTo>
                    <a:pt x="1810" y="424"/>
                  </a:lnTo>
                  <a:lnTo>
                    <a:pt x="1810" y="422"/>
                  </a:lnTo>
                  <a:lnTo>
                    <a:pt x="1812" y="420"/>
                  </a:lnTo>
                  <a:lnTo>
                    <a:pt x="1810" y="416"/>
                  </a:lnTo>
                  <a:lnTo>
                    <a:pt x="1806" y="414"/>
                  </a:lnTo>
                  <a:lnTo>
                    <a:pt x="1804" y="414"/>
                  </a:lnTo>
                  <a:lnTo>
                    <a:pt x="1802" y="416"/>
                  </a:lnTo>
                  <a:close/>
                  <a:moveTo>
                    <a:pt x="1858" y="386"/>
                  </a:moveTo>
                  <a:lnTo>
                    <a:pt x="1858" y="386"/>
                  </a:lnTo>
                  <a:lnTo>
                    <a:pt x="1848" y="382"/>
                  </a:lnTo>
                  <a:lnTo>
                    <a:pt x="1844" y="378"/>
                  </a:lnTo>
                  <a:lnTo>
                    <a:pt x="1840" y="374"/>
                  </a:lnTo>
                  <a:lnTo>
                    <a:pt x="1832" y="368"/>
                  </a:lnTo>
                  <a:lnTo>
                    <a:pt x="1828" y="366"/>
                  </a:lnTo>
                  <a:lnTo>
                    <a:pt x="1826" y="368"/>
                  </a:lnTo>
                  <a:lnTo>
                    <a:pt x="1828" y="378"/>
                  </a:lnTo>
                  <a:lnTo>
                    <a:pt x="1830" y="382"/>
                  </a:lnTo>
                  <a:lnTo>
                    <a:pt x="1834" y="386"/>
                  </a:lnTo>
                  <a:lnTo>
                    <a:pt x="1848" y="394"/>
                  </a:lnTo>
                  <a:lnTo>
                    <a:pt x="1864" y="404"/>
                  </a:lnTo>
                  <a:lnTo>
                    <a:pt x="1878" y="414"/>
                  </a:lnTo>
                  <a:lnTo>
                    <a:pt x="1880" y="416"/>
                  </a:lnTo>
                  <a:lnTo>
                    <a:pt x="1882" y="416"/>
                  </a:lnTo>
                  <a:lnTo>
                    <a:pt x="1878" y="408"/>
                  </a:lnTo>
                  <a:lnTo>
                    <a:pt x="1870" y="396"/>
                  </a:lnTo>
                  <a:lnTo>
                    <a:pt x="1864" y="390"/>
                  </a:lnTo>
                  <a:lnTo>
                    <a:pt x="1858" y="386"/>
                  </a:lnTo>
                  <a:close/>
                  <a:moveTo>
                    <a:pt x="1882" y="456"/>
                  </a:moveTo>
                  <a:lnTo>
                    <a:pt x="1882" y="456"/>
                  </a:lnTo>
                  <a:lnTo>
                    <a:pt x="1876" y="450"/>
                  </a:lnTo>
                  <a:lnTo>
                    <a:pt x="1872" y="450"/>
                  </a:lnTo>
                  <a:lnTo>
                    <a:pt x="1870" y="454"/>
                  </a:lnTo>
                  <a:lnTo>
                    <a:pt x="1870" y="462"/>
                  </a:lnTo>
                  <a:lnTo>
                    <a:pt x="1870" y="468"/>
                  </a:lnTo>
                  <a:lnTo>
                    <a:pt x="1876" y="474"/>
                  </a:lnTo>
                  <a:lnTo>
                    <a:pt x="1882" y="478"/>
                  </a:lnTo>
                  <a:lnTo>
                    <a:pt x="1892" y="478"/>
                  </a:lnTo>
                  <a:lnTo>
                    <a:pt x="1900" y="476"/>
                  </a:lnTo>
                  <a:lnTo>
                    <a:pt x="1900" y="478"/>
                  </a:lnTo>
                  <a:lnTo>
                    <a:pt x="1902" y="480"/>
                  </a:lnTo>
                  <a:lnTo>
                    <a:pt x="1912" y="482"/>
                  </a:lnTo>
                  <a:lnTo>
                    <a:pt x="1916" y="482"/>
                  </a:lnTo>
                  <a:lnTo>
                    <a:pt x="1920" y="482"/>
                  </a:lnTo>
                  <a:lnTo>
                    <a:pt x="1920" y="480"/>
                  </a:lnTo>
                  <a:lnTo>
                    <a:pt x="1918" y="476"/>
                  </a:lnTo>
                  <a:lnTo>
                    <a:pt x="1914" y="468"/>
                  </a:lnTo>
                  <a:lnTo>
                    <a:pt x="1906" y="460"/>
                  </a:lnTo>
                  <a:lnTo>
                    <a:pt x="1902" y="458"/>
                  </a:lnTo>
                  <a:lnTo>
                    <a:pt x="1900" y="456"/>
                  </a:lnTo>
                  <a:lnTo>
                    <a:pt x="1892" y="456"/>
                  </a:lnTo>
                  <a:lnTo>
                    <a:pt x="1886" y="458"/>
                  </a:lnTo>
                  <a:lnTo>
                    <a:pt x="1884" y="456"/>
                  </a:lnTo>
                  <a:lnTo>
                    <a:pt x="1882" y="456"/>
                  </a:lnTo>
                  <a:close/>
                  <a:moveTo>
                    <a:pt x="1884" y="560"/>
                  </a:moveTo>
                  <a:lnTo>
                    <a:pt x="1884" y="560"/>
                  </a:lnTo>
                  <a:lnTo>
                    <a:pt x="1886" y="564"/>
                  </a:lnTo>
                  <a:lnTo>
                    <a:pt x="1894" y="570"/>
                  </a:lnTo>
                  <a:lnTo>
                    <a:pt x="1902" y="576"/>
                  </a:lnTo>
                  <a:lnTo>
                    <a:pt x="1906" y="576"/>
                  </a:lnTo>
                  <a:lnTo>
                    <a:pt x="1910" y="576"/>
                  </a:lnTo>
                  <a:lnTo>
                    <a:pt x="1910" y="574"/>
                  </a:lnTo>
                  <a:lnTo>
                    <a:pt x="1908" y="570"/>
                  </a:lnTo>
                  <a:lnTo>
                    <a:pt x="1900" y="562"/>
                  </a:lnTo>
                  <a:lnTo>
                    <a:pt x="1890" y="558"/>
                  </a:lnTo>
                  <a:lnTo>
                    <a:pt x="1886" y="558"/>
                  </a:lnTo>
                  <a:lnTo>
                    <a:pt x="1884" y="560"/>
                  </a:lnTo>
                  <a:close/>
                  <a:moveTo>
                    <a:pt x="1966" y="508"/>
                  </a:moveTo>
                  <a:lnTo>
                    <a:pt x="1966" y="508"/>
                  </a:lnTo>
                  <a:lnTo>
                    <a:pt x="1958" y="506"/>
                  </a:lnTo>
                  <a:lnTo>
                    <a:pt x="1950" y="502"/>
                  </a:lnTo>
                  <a:lnTo>
                    <a:pt x="1942" y="498"/>
                  </a:lnTo>
                  <a:lnTo>
                    <a:pt x="1938" y="498"/>
                  </a:lnTo>
                  <a:lnTo>
                    <a:pt x="1936" y="500"/>
                  </a:lnTo>
                  <a:lnTo>
                    <a:pt x="1934" y="500"/>
                  </a:lnTo>
                  <a:lnTo>
                    <a:pt x="1934" y="502"/>
                  </a:lnTo>
                  <a:lnTo>
                    <a:pt x="1938" y="504"/>
                  </a:lnTo>
                  <a:lnTo>
                    <a:pt x="1942" y="506"/>
                  </a:lnTo>
                  <a:lnTo>
                    <a:pt x="1944" y="510"/>
                  </a:lnTo>
                  <a:lnTo>
                    <a:pt x="1944" y="512"/>
                  </a:lnTo>
                  <a:lnTo>
                    <a:pt x="1946" y="516"/>
                  </a:lnTo>
                  <a:lnTo>
                    <a:pt x="1948" y="518"/>
                  </a:lnTo>
                  <a:lnTo>
                    <a:pt x="1956" y="524"/>
                  </a:lnTo>
                  <a:lnTo>
                    <a:pt x="1966" y="528"/>
                  </a:lnTo>
                  <a:lnTo>
                    <a:pt x="1974" y="528"/>
                  </a:lnTo>
                  <a:lnTo>
                    <a:pt x="1976" y="528"/>
                  </a:lnTo>
                  <a:lnTo>
                    <a:pt x="1978" y="526"/>
                  </a:lnTo>
                  <a:lnTo>
                    <a:pt x="1976" y="518"/>
                  </a:lnTo>
                  <a:lnTo>
                    <a:pt x="1972" y="512"/>
                  </a:lnTo>
                  <a:lnTo>
                    <a:pt x="1968" y="510"/>
                  </a:lnTo>
                  <a:lnTo>
                    <a:pt x="1966" y="508"/>
                  </a:lnTo>
                  <a:close/>
                  <a:moveTo>
                    <a:pt x="2174" y="784"/>
                  </a:moveTo>
                  <a:lnTo>
                    <a:pt x="2174" y="784"/>
                  </a:lnTo>
                  <a:lnTo>
                    <a:pt x="2174" y="788"/>
                  </a:lnTo>
                  <a:lnTo>
                    <a:pt x="2180" y="792"/>
                  </a:lnTo>
                  <a:lnTo>
                    <a:pt x="2182" y="794"/>
                  </a:lnTo>
                  <a:lnTo>
                    <a:pt x="2184" y="798"/>
                  </a:lnTo>
                  <a:lnTo>
                    <a:pt x="2186" y="804"/>
                  </a:lnTo>
                  <a:lnTo>
                    <a:pt x="2188" y="808"/>
                  </a:lnTo>
                  <a:lnTo>
                    <a:pt x="2192" y="808"/>
                  </a:lnTo>
                  <a:lnTo>
                    <a:pt x="2196" y="808"/>
                  </a:lnTo>
                  <a:lnTo>
                    <a:pt x="2198" y="806"/>
                  </a:lnTo>
                  <a:lnTo>
                    <a:pt x="2198" y="800"/>
                  </a:lnTo>
                  <a:lnTo>
                    <a:pt x="2196" y="794"/>
                  </a:lnTo>
                  <a:lnTo>
                    <a:pt x="2190" y="788"/>
                  </a:lnTo>
                  <a:lnTo>
                    <a:pt x="2186" y="784"/>
                  </a:lnTo>
                  <a:lnTo>
                    <a:pt x="2180" y="780"/>
                  </a:lnTo>
                  <a:lnTo>
                    <a:pt x="2176" y="780"/>
                  </a:lnTo>
                  <a:lnTo>
                    <a:pt x="2174" y="784"/>
                  </a:lnTo>
                  <a:close/>
                  <a:moveTo>
                    <a:pt x="1938" y="458"/>
                  </a:moveTo>
                  <a:lnTo>
                    <a:pt x="1938" y="458"/>
                  </a:lnTo>
                  <a:lnTo>
                    <a:pt x="1938" y="454"/>
                  </a:lnTo>
                  <a:lnTo>
                    <a:pt x="1938" y="448"/>
                  </a:lnTo>
                  <a:lnTo>
                    <a:pt x="1936" y="444"/>
                  </a:lnTo>
                  <a:lnTo>
                    <a:pt x="1930" y="438"/>
                  </a:lnTo>
                  <a:lnTo>
                    <a:pt x="1928" y="434"/>
                  </a:lnTo>
                  <a:lnTo>
                    <a:pt x="1926" y="428"/>
                  </a:lnTo>
                  <a:lnTo>
                    <a:pt x="1922" y="420"/>
                  </a:lnTo>
                  <a:lnTo>
                    <a:pt x="1920" y="410"/>
                  </a:lnTo>
                  <a:lnTo>
                    <a:pt x="1916" y="408"/>
                  </a:lnTo>
                  <a:lnTo>
                    <a:pt x="1910" y="406"/>
                  </a:lnTo>
                  <a:lnTo>
                    <a:pt x="1908" y="404"/>
                  </a:lnTo>
                  <a:lnTo>
                    <a:pt x="1906" y="406"/>
                  </a:lnTo>
                  <a:lnTo>
                    <a:pt x="1906" y="412"/>
                  </a:lnTo>
                  <a:lnTo>
                    <a:pt x="1912" y="422"/>
                  </a:lnTo>
                  <a:lnTo>
                    <a:pt x="1916" y="440"/>
                  </a:lnTo>
                  <a:lnTo>
                    <a:pt x="1918" y="446"/>
                  </a:lnTo>
                  <a:lnTo>
                    <a:pt x="1920" y="448"/>
                  </a:lnTo>
                  <a:lnTo>
                    <a:pt x="1926" y="452"/>
                  </a:lnTo>
                  <a:lnTo>
                    <a:pt x="1930" y="460"/>
                  </a:lnTo>
                  <a:lnTo>
                    <a:pt x="1936" y="466"/>
                  </a:lnTo>
                  <a:lnTo>
                    <a:pt x="1940" y="470"/>
                  </a:lnTo>
                  <a:lnTo>
                    <a:pt x="1942" y="468"/>
                  </a:lnTo>
                  <a:lnTo>
                    <a:pt x="1938" y="458"/>
                  </a:lnTo>
                  <a:close/>
                  <a:moveTo>
                    <a:pt x="2456" y="2102"/>
                  </a:moveTo>
                  <a:lnTo>
                    <a:pt x="2456" y="2102"/>
                  </a:lnTo>
                  <a:lnTo>
                    <a:pt x="2460" y="2096"/>
                  </a:lnTo>
                  <a:lnTo>
                    <a:pt x="2460" y="2090"/>
                  </a:lnTo>
                  <a:lnTo>
                    <a:pt x="2458" y="2084"/>
                  </a:lnTo>
                  <a:lnTo>
                    <a:pt x="2456" y="2082"/>
                  </a:lnTo>
                  <a:lnTo>
                    <a:pt x="2450" y="2082"/>
                  </a:lnTo>
                  <a:lnTo>
                    <a:pt x="2442" y="2084"/>
                  </a:lnTo>
                  <a:lnTo>
                    <a:pt x="2434" y="2088"/>
                  </a:lnTo>
                  <a:lnTo>
                    <a:pt x="2426" y="2094"/>
                  </a:lnTo>
                  <a:lnTo>
                    <a:pt x="2418" y="2100"/>
                  </a:lnTo>
                  <a:lnTo>
                    <a:pt x="2412" y="2100"/>
                  </a:lnTo>
                  <a:lnTo>
                    <a:pt x="2410" y="2098"/>
                  </a:lnTo>
                  <a:lnTo>
                    <a:pt x="2410" y="2094"/>
                  </a:lnTo>
                  <a:lnTo>
                    <a:pt x="2410" y="2080"/>
                  </a:lnTo>
                  <a:lnTo>
                    <a:pt x="2410" y="2076"/>
                  </a:lnTo>
                  <a:lnTo>
                    <a:pt x="2408" y="2074"/>
                  </a:lnTo>
                  <a:lnTo>
                    <a:pt x="2400" y="2072"/>
                  </a:lnTo>
                  <a:lnTo>
                    <a:pt x="2398" y="2070"/>
                  </a:lnTo>
                  <a:lnTo>
                    <a:pt x="2398" y="2068"/>
                  </a:lnTo>
                  <a:lnTo>
                    <a:pt x="2404" y="2064"/>
                  </a:lnTo>
                  <a:lnTo>
                    <a:pt x="2408" y="2062"/>
                  </a:lnTo>
                  <a:lnTo>
                    <a:pt x="2408" y="2058"/>
                  </a:lnTo>
                  <a:lnTo>
                    <a:pt x="2408" y="2056"/>
                  </a:lnTo>
                  <a:lnTo>
                    <a:pt x="2404" y="2054"/>
                  </a:lnTo>
                  <a:lnTo>
                    <a:pt x="2400" y="2054"/>
                  </a:lnTo>
                  <a:lnTo>
                    <a:pt x="2396" y="2056"/>
                  </a:lnTo>
                  <a:lnTo>
                    <a:pt x="2388" y="2060"/>
                  </a:lnTo>
                  <a:lnTo>
                    <a:pt x="2380" y="2068"/>
                  </a:lnTo>
                  <a:lnTo>
                    <a:pt x="2376" y="2074"/>
                  </a:lnTo>
                  <a:lnTo>
                    <a:pt x="2374" y="2080"/>
                  </a:lnTo>
                  <a:lnTo>
                    <a:pt x="2374" y="2096"/>
                  </a:lnTo>
                  <a:lnTo>
                    <a:pt x="2372" y="2104"/>
                  </a:lnTo>
                  <a:lnTo>
                    <a:pt x="2370" y="2110"/>
                  </a:lnTo>
                  <a:lnTo>
                    <a:pt x="2366" y="2116"/>
                  </a:lnTo>
                  <a:lnTo>
                    <a:pt x="2358" y="2120"/>
                  </a:lnTo>
                  <a:lnTo>
                    <a:pt x="2352" y="2126"/>
                  </a:lnTo>
                  <a:lnTo>
                    <a:pt x="2346" y="2134"/>
                  </a:lnTo>
                  <a:lnTo>
                    <a:pt x="2336" y="2156"/>
                  </a:lnTo>
                  <a:lnTo>
                    <a:pt x="2324" y="2180"/>
                  </a:lnTo>
                  <a:lnTo>
                    <a:pt x="2318" y="2190"/>
                  </a:lnTo>
                  <a:lnTo>
                    <a:pt x="2310" y="2196"/>
                  </a:lnTo>
                  <a:lnTo>
                    <a:pt x="2298" y="2206"/>
                  </a:lnTo>
                  <a:lnTo>
                    <a:pt x="2286" y="2218"/>
                  </a:lnTo>
                  <a:lnTo>
                    <a:pt x="2274" y="2228"/>
                  </a:lnTo>
                  <a:lnTo>
                    <a:pt x="2270" y="2230"/>
                  </a:lnTo>
                  <a:lnTo>
                    <a:pt x="2264" y="2232"/>
                  </a:lnTo>
                  <a:lnTo>
                    <a:pt x="2260" y="2234"/>
                  </a:lnTo>
                  <a:lnTo>
                    <a:pt x="2256" y="2236"/>
                  </a:lnTo>
                  <a:lnTo>
                    <a:pt x="2250" y="2242"/>
                  </a:lnTo>
                  <a:lnTo>
                    <a:pt x="2246" y="2248"/>
                  </a:lnTo>
                  <a:lnTo>
                    <a:pt x="2242" y="2250"/>
                  </a:lnTo>
                  <a:lnTo>
                    <a:pt x="2236" y="2250"/>
                  </a:lnTo>
                  <a:lnTo>
                    <a:pt x="2228" y="2250"/>
                  </a:lnTo>
                  <a:lnTo>
                    <a:pt x="2222" y="2254"/>
                  </a:lnTo>
                  <a:lnTo>
                    <a:pt x="2216" y="2260"/>
                  </a:lnTo>
                  <a:lnTo>
                    <a:pt x="2210" y="2266"/>
                  </a:lnTo>
                  <a:lnTo>
                    <a:pt x="2200" y="2282"/>
                  </a:lnTo>
                  <a:lnTo>
                    <a:pt x="2186" y="2298"/>
                  </a:lnTo>
                  <a:lnTo>
                    <a:pt x="2174" y="2310"/>
                  </a:lnTo>
                  <a:lnTo>
                    <a:pt x="2162" y="2322"/>
                  </a:lnTo>
                  <a:lnTo>
                    <a:pt x="2160" y="2328"/>
                  </a:lnTo>
                  <a:lnTo>
                    <a:pt x="2156" y="2334"/>
                  </a:lnTo>
                  <a:lnTo>
                    <a:pt x="2156" y="2338"/>
                  </a:lnTo>
                  <a:lnTo>
                    <a:pt x="2158" y="2344"/>
                  </a:lnTo>
                  <a:lnTo>
                    <a:pt x="2160" y="2348"/>
                  </a:lnTo>
                  <a:lnTo>
                    <a:pt x="2158" y="2352"/>
                  </a:lnTo>
                  <a:lnTo>
                    <a:pt x="2152" y="2356"/>
                  </a:lnTo>
                  <a:lnTo>
                    <a:pt x="2146" y="2360"/>
                  </a:lnTo>
                  <a:lnTo>
                    <a:pt x="2146" y="2362"/>
                  </a:lnTo>
                  <a:lnTo>
                    <a:pt x="2146" y="2368"/>
                  </a:lnTo>
                  <a:lnTo>
                    <a:pt x="2152" y="2376"/>
                  </a:lnTo>
                  <a:lnTo>
                    <a:pt x="2162" y="2382"/>
                  </a:lnTo>
                  <a:lnTo>
                    <a:pt x="2168" y="2384"/>
                  </a:lnTo>
                  <a:lnTo>
                    <a:pt x="2172" y="2384"/>
                  </a:lnTo>
                  <a:lnTo>
                    <a:pt x="2178" y="2382"/>
                  </a:lnTo>
                  <a:lnTo>
                    <a:pt x="2184" y="2378"/>
                  </a:lnTo>
                  <a:lnTo>
                    <a:pt x="2190" y="2376"/>
                  </a:lnTo>
                  <a:lnTo>
                    <a:pt x="2192" y="2374"/>
                  </a:lnTo>
                  <a:lnTo>
                    <a:pt x="2194" y="2376"/>
                  </a:lnTo>
                  <a:lnTo>
                    <a:pt x="2196" y="2378"/>
                  </a:lnTo>
                  <a:lnTo>
                    <a:pt x="2200" y="2384"/>
                  </a:lnTo>
                  <a:lnTo>
                    <a:pt x="2202" y="2386"/>
                  </a:lnTo>
                  <a:lnTo>
                    <a:pt x="2208" y="2386"/>
                  </a:lnTo>
                  <a:lnTo>
                    <a:pt x="2212" y="2386"/>
                  </a:lnTo>
                  <a:lnTo>
                    <a:pt x="2216" y="2388"/>
                  </a:lnTo>
                  <a:lnTo>
                    <a:pt x="2218" y="2392"/>
                  </a:lnTo>
                  <a:lnTo>
                    <a:pt x="2218" y="2396"/>
                  </a:lnTo>
                  <a:lnTo>
                    <a:pt x="2220" y="2398"/>
                  </a:lnTo>
                  <a:lnTo>
                    <a:pt x="2224" y="2402"/>
                  </a:lnTo>
                  <a:lnTo>
                    <a:pt x="2232" y="2402"/>
                  </a:lnTo>
                  <a:lnTo>
                    <a:pt x="2248" y="2404"/>
                  </a:lnTo>
                  <a:lnTo>
                    <a:pt x="2256" y="2404"/>
                  </a:lnTo>
                  <a:lnTo>
                    <a:pt x="2262" y="2404"/>
                  </a:lnTo>
                  <a:lnTo>
                    <a:pt x="2268" y="2402"/>
                  </a:lnTo>
                  <a:lnTo>
                    <a:pt x="2276" y="2398"/>
                  </a:lnTo>
                  <a:lnTo>
                    <a:pt x="2282" y="2390"/>
                  </a:lnTo>
                  <a:lnTo>
                    <a:pt x="2288" y="2380"/>
                  </a:lnTo>
                  <a:lnTo>
                    <a:pt x="2296" y="2372"/>
                  </a:lnTo>
                  <a:lnTo>
                    <a:pt x="2302" y="2366"/>
                  </a:lnTo>
                  <a:lnTo>
                    <a:pt x="2308" y="2362"/>
                  </a:lnTo>
                  <a:lnTo>
                    <a:pt x="2314" y="2360"/>
                  </a:lnTo>
                  <a:lnTo>
                    <a:pt x="2320" y="2358"/>
                  </a:lnTo>
                  <a:lnTo>
                    <a:pt x="2320" y="2356"/>
                  </a:lnTo>
                  <a:lnTo>
                    <a:pt x="2318" y="2352"/>
                  </a:lnTo>
                  <a:lnTo>
                    <a:pt x="2318" y="2346"/>
                  </a:lnTo>
                  <a:lnTo>
                    <a:pt x="2318" y="2340"/>
                  </a:lnTo>
                  <a:lnTo>
                    <a:pt x="2324" y="2328"/>
                  </a:lnTo>
                  <a:lnTo>
                    <a:pt x="2332" y="2312"/>
                  </a:lnTo>
                  <a:lnTo>
                    <a:pt x="2336" y="2300"/>
                  </a:lnTo>
                  <a:lnTo>
                    <a:pt x="2336" y="2288"/>
                  </a:lnTo>
                  <a:lnTo>
                    <a:pt x="2340" y="2276"/>
                  </a:lnTo>
                  <a:lnTo>
                    <a:pt x="2346" y="2266"/>
                  </a:lnTo>
                  <a:lnTo>
                    <a:pt x="2354" y="2258"/>
                  </a:lnTo>
                  <a:lnTo>
                    <a:pt x="2364" y="2252"/>
                  </a:lnTo>
                  <a:lnTo>
                    <a:pt x="2376" y="2248"/>
                  </a:lnTo>
                  <a:lnTo>
                    <a:pt x="2386" y="2246"/>
                  </a:lnTo>
                  <a:lnTo>
                    <a:pt x="2394" y="2244"/>
                  </a:lnTo>
                  <a:lnTo>
                    <a:pt x="2400" y="2246"/>
                  </a:lnTo>
                  <a:lnTo>
                    <a:pt x="2406" y="2246"/>
                  </a:lnTo>
                  <a:lnTo>
                    <a:pt x="2410" y="2246"/>
                  </a:lnTo>
                  <a:lnTo>
                    <a:pt x="2414" y="2244"/>
                  </a:lnTo>
                  <a:lnTo>
                    <a:pt x="2416" y="2242"/>
                  </a:lnTo>
                  <a:lnTo>
                    <a:pt x="2418" y="2238"/>
                  </a:lnTo>
                  <a:lnTo>
                    <a:pt x="2418" y="2236"/>
                  </a:lnTo>
                  <a:lnTo>
                    <a:pt x="2416" y="2232"/>
                  </a:lnTo>
                  <a:lnTo>
                    <a:pt x="2410" y="2230"/>
                  </a:lnTo>
                  <a:lnTo>
                    <a:pt x="2404" y="2228"/>
                  </a:lnTo>
                  <a:lnTo>
                    <a:pt x="2402" y="2224"/>
                  </a:lnTo>
                  <a:lnTo>
                    <a:pt x="2400" y="2218"/>
                  </a:lnTo>
                  <a:lnTo>
                    <a:pt x="2400" y="2214"/>
                  </a:lnTo>
                  <a:lnTo>
                    <a:pt x="2400" y="2208"/>
                  </a:lnTo>
                  <a:lnTo>
                    <a:pt x="2402" y="2204"/>
                  </a:lnTo>
                  <a:lnTo>
                    <a:pt x="2406" y="2200"/>
                  </a:lnTo>
                  <a:lnTo>
                    <a:pt x="2410" y="2198"/>
                  </a:lnTo>
                  <a:lnTo>
                    <a:pt x="2416" y="2196"/>
                  </a:lnTo>
                  <a:lnTo>
                    <a:pt x="2420" y="2192"/>
                  </a:lnTo>
                  <a:lnTo>
                    <a:pt x="2430" y="2178"/>
                  </a:lnTo>
                  <a:lnTo>
                    <a:pt x="2440" y="2160"/>
                  </a:lnTo>
                  <a:lnTo>
                    <a:pt x="2454" y="2138"/>
                  </a:lnTo>
                  <a:lnTo>
                    <a:pt x="2460" y="2130"/>
                  </a:lnTo>
                  <a:lnTo>
                    <a:pt x="2462" y="2124"/>
                  </a:lnTo>
                  <a:lnTo>
                    <a:pt x="2462" y="2120"/>
                  </a:lnTo>
                  <a:lnTo>
                    <a:pt x="2460" y="2118"/>
                  </a:lnTo>
                  <a:lnTo>
                    <a:pt x="2456" y="2116"/>
                  </a:lnTo>
                  <a:lnTo>
                    <a:pt x="2454" y="2114"/>
                  </a:lnTo>
                  <a:lnTo>
                    <a:pt x="2454" y="2110"/>
                  </a:lnTo>
                  <a:lnTo>
                    <a:pt x="2456" y="2102"/>
                  </a:lnTo>
                  <a:close/>
                  <a:moveTo>
                    <a:pt x="2684" y="808"/>
                  </a:moveTo>
                  <a:lnTo>
                    <a:pt x="2684" y="808"/>
                  </a:lnTo>
                  <a:lnTo>
                    <a:pt x="2680" y="812"/>
                  </a:lnTo>
                  <a:lnTo>
                    <a:pt x="2678" y="810"/>
                  </a:lnTo>
                  <a:lnTo>
                    <a:pt x="2682" y="802"/>
                  </a:lnTo>
                  <a:lnTo>
                    <a:pt x="2688" y="794"/>
                  </a:lnTo>
                  <a:lnTo>
                    <a:pt x="2690" y="792"/>
                  </a:lnTo>
                  <a:lnTo>
                    <a:pt x="2690" y="790"/>
                  </a:lnTo>
                  <a:lnTo>
                    <a:pt x="2688" y="788"/>
                  </a:lnTo>
                  <a:lnTo>
                    <a:pt x="2684" y="790"/>
                  </a:lnTo>
                  <a:lnTo>
                    <a:pt x="2676" y="794"/>
                  </a:lnTo>
                  <a:lnTo>
                    <a:pt x="2664" y="800"/>
                  </a:lnTo>
                  <a:lnTo>
                    <a:pt x="2658" y="804"/>
                  </a:lnTo>
                  <a:lnTo>
                    <a:pt x="2652" y="806"/>
                  </a:lnTo>
                  <a:lnTo>
                    <a:pt x="2648" y="806"/>
                  </a:lnTo>
                  <a:lnTo>
                    <a:pt x="2646" y="812"/>
                  </a:lnTo>
                  <a:lnTo>
                    <a:pt x="2644" y="814"/>
                  </a:lnTo>
                  <a:lnTo>
                    <a:pt x="2642" y="816"/>
                  </a:lnTo>
                  <a:lnTo>
                    <a:pt x="2636" y="814"/>
                  </a:lnTo>
                  <a:lnTo>
                    <a:pt x="2634" y="814"/>
                  </a:lnTo>
                  <a:lnTo>
                    <a:pt x="2634" y="816"/>
                  </a:lnTo>
                  <a:lnTo>
                    <a:pt x="2636" y="826"/>
                  </a:lnTo>
                  <a:lnTo>
                    <a:pt x="2640" y="832"/>
                  </a:lnTo>
                  <a:lnTo>
                    <a:pt x="2642" y="832"/>
                  </a:lnTo>
                  <a:lnTo>
                    <a:pt x="2656" y="822"/>
                  </a:lnTo>
                  <a:lnTo>
                    <a:pt x="2660" y="820"/>
                  </a:lnTo>
                  <a:lnTo>
                    <a:pt x="2662" y="820"/>
                  </a:lnTo>
                  <a:lnTo>
                    <a:pt x="2664" y="820"/>
                  </a:lnTo>
                  <a:lnTo>
                    <a:pt x="2666" y="822"/>
                  </a:lnTo>
                  <a:lnTo>
                    <a:pt x="2666" y="824"/>
                  </a:lnTo>
                  <a:lnTo>
                    <a:pt x="2668" y="824"/>
                  </a:lnTo>
                  <a:lnTo>
                    <a:pt x="2670" y="824"/>
                  </a:lnTo>
                  <a:lnTo>
                    <a:pt x="2678" y="820"/>
                  </a:lnTo>
                  <a:lnTo>
                    <a:pt x="2684" y="820"/>
                  </a:lnTo>
                  <a:lnTo>
                    <a:pt x="2690" y="820"/>
                  </a:lnTo>
                  <a:lnTo>
                    <a:pt x="2688" y="816"/>
                  </a:lnTo>
                  <a:lnTo>
                    <a:pt x="2688" y="810"/>
                  </a:lnTo>
                  <a:lnTo>
                    <a:pt x="2688" y="806"/>
                  </a:lnTo>
                  <a:lnTo>
                    <a:pt x="2684" y="808"/>
                  </a:lnTo>
                  <a:close/>
                  <a:moveTo>
                    <a:pt x="2600" y="1904"/>
                  </a:moveTo>
                  <a:lnTo>
                    <a:pt x="2600" y="1904"/>
                  </a:lnTo>
                  <a:lnTo>
                    <a:pt x="2596" y="1910"/>
                  </a:lnTo>
                  <a:lnTo>
                    <a:pt x="2592" y="1916"/>
                  </a:lnTo>
                  <a:lnTo>
                    <a:pt x="2586" y="1918"/>
                  </a:lnTo>
                  <a:lnTo>
                    <a:pt x="2580" y="1918"/>
                  </a:lnTo>
                  <a:lnTo>
                    <a:pt x="2574" y="1918"/>
                  </a:lnTo>
                  <a:lnTo>
                    <a:pt x="2566" y="1914"/>
                  </a:lnTo>
                  <a:lnTo>
                    <a:pt x="2548" y="1906"/>
                  </a:lnTo>
                  <a:lnTo>
                    <a:pt x="2540" y="1900"/>
                  </a:lnTo>
                  <a:lnTo>
                    <a:pt x="2534" y="1892"/>
                  </a:lnTo>
                  <a:lnTo>
                    <a:pt x="2530" y="1884"/>
                  </a:lnTo>
                  <a:lnTo>
                    <a:pt x="2528" y="1876"/>
                  </a:lnTo>
                  <a:lnTo>
                    <a:pt x="2522" y="1856"/>
                  </a:lnTo>
                  <a:lnTo>
                    <a:pt x="2518" y="1848"/>
                  </a:lnTo>
                  <a:lnTo>
                    <a:pt x="2514" y="1840"/>
                  </a:lnTo>
                  <a:lnTo>
                    <a:pt x="2508" y="1834"/>
                  </a:lnTo>
                  <a:lnTo>
                    <a:pt x="2504" y="1832"/>
                  </a:lnTo>
                  <a:lnTo>
                    <a:pt x="2504" y="1834"/>
                  </a:lnTo>
                  <a:lnTo>
                    <a:pt x="2504" y="1838"/>
                  </a:lnTo>
                  <a:lnTo>
                    <a:pt x="2506" y="1850"/>
                  </a:lnTo>
                  <a:lnTo>
                    <a:pt x="2512" y="1868"/>
                  </a:lnTo>
                  <a:lnTo>
                    <a:pt x="2514" y="1874"/>
                  </a:lnTo>
                  <a:lnTo>
                    <a:pt x="2512" y="1876"/>
                  </a:lnTo>
                  <a:lnTo>
                    <a:pt x="2506" y="1874"/>
                  </a:lnTo>
                  <a:lnTo>
                    <a:pt x="2498" y="1868"/>
                  </a:lnTo>
                  <a:lnTo>
                    <a:pt x="2490" y="1862"/>
                  </a:lnTo>
                  <a:lnTo>
                    <a:pt x="2484" y="1854"/>
                  </a:lnTo>
                  <a:lnTo>
                    <a:pt x="2482" y="1844"/>
                  </a:lnTo>
                  <a:lnTo>
                    <a:pt x="2482" y="1836"/>
                  </a:lnTo>
                  <a:lnTo>
                    <a:pt x="2482" y="1830"/>
                  </a:lnTo>
                  <a:lnTo>
                    <a:pt x="2482" y="1826"/>
                  </a:lnTo>
                  <a:lnTo>
                    <a:pt x="2478" y="1818"/>
                  </a:lnTo>
                  <a:lnTo>
                    <a:pt x="2474" y="1810"/>
                  </a:lnTo>
                  <a:lnTo>
                    <a:pt x="2472" y="1806"/>
                  </a:lnTo>
                  <a:lnTo>
                    <a:pt x="2472" y="1802"/>
                  </a:lnTo>
                  <a:lnTo>
                    <a:pt x="2472" y="1792"/>
                  </a:lnTo>
                  <a:lnTo>
                    <a:pt x="2470" y="1786"/>
                  </a:lnTo>
                  <a:lnTo>
                    <a:pt x="2466" y="1780"/>
                  </a:lnTo>
                  <a:lnTo>
                    <a:pt x="2462" y="1770"/>
                  </a:lnTo>
                  <a:lnTo>
                    <a:pt x="2454" y="1762"/>
                  </a:lnTo>
                  <a:lnTo>
                    <a:pt x="2448" y="1758"/>
                  </a:lnTo>
                  <a:lnTo>
                    <a:pt x="2440" y="1754"/>
                  </a:lnTo>
                  <a:lnTo>
                    <a:pt x="2428" y="1752"/>
                  </a:lnTo>
                  <a:lnTo>
                    <a:pt x="2424" y="1750"/>
                  </a:lnTo>
                  <a:lnTo>
                    <a:pt x="2422" y="1748"/>
                  </a:lnTo>
                  <a:lnTo>
                    <a:pt x="2418" y="1738"/>
                  </a:lnTo>
                  <a:lnTo>
                    <a:pt x="2412" y="1730"/>
                  </a:lnTo>
                  <a:lnTo>
                    <a:pt x="2408" y="1726"/>
                  </a:lnTo>
                  <a:lnTo>
                    <a:pt x="2402" y="1726"/>
                  </a:lnTo>
                  <a:lnTo>
                    <a:pt x="2394" y="1726"/>
                  </a:lnTo>
                  <a:lnTo>
                    <a:pt x="2394" y="1728"/>
                  </a:lnTo>
                  <a:lnTo>
                    <a:pt x="2394" y="1730"/>
                  </a:lnTo>
                  <a:lnTo>
                    <a:pt x="2400" y="1736"/>
                  </a:lnTo>
                  <a:lnTo>
                    <a:pt x="2410" y="1748"/>
                  </a:lnTo>
                  <a:lnTo>
                    <a:pt x="2414" y="1754"/>
                  </a:lnTo>
                  <a:lnTo>
                    <a:pt x="2416" y="1758"/>
                  </a:lnTo>
                  <a:lnTo>
                    <a:pt x="2416" y="1762"/>
                  </a:lnTo>
                  <a:lnTo>
                    <a:pt x="2416" y="1764"/>
                  </a:lnTo>
                  <a:lnTo>
                    <a:pt x="2414" y="1768"/>
                  </a:lnTo>
                  <a:lnTo>
                    <a:pt x="2420" y="1776"/>
                  </a:lnTo>
                  <a:lnTo>
                    <a:pt x="2426" y="1784"/>
                  </a:lnTo>
                  <a:lnTo>
                    <a:pt x="2430" y="1794"/>
                  </a:lnTo>
                  <a:lnTo>
                    <a:pt x="2440" y="1814"/>
                  </a:lnTo>
                  <a:lnTo>
                    <a:pt x="2444" y="1822"/>
                  </a:lnTo>
                  <a:lnTo>
                    <a:pt x="2448" y="1828"/>
                  </a:lnTo>
                  <a:lnTo>
                    <a:pt x="2452" y="1830"/>
                  </a:lnTo>
                  <a:lnTo>
                    <a:pt x="2454" y="1826"/>
                  </a:lnTo>
                  <a:lnTo>
                    <a:pt x="2456" y="1822"/>
                  </a:lnTo>
                  <a:lnTo>
                    <a:pt x="2460" y="1822"/>
                  </a:lnTo>
                  <a:lnTo>
                    <a:pt x="2464" y="1830"/>
                  </a:lnTo>
                  <a:lnTo>
                    <a:pt x="2466" y="1840"/>
                  </a:lnTo>
                  <a:lnTo>
                    <a:pt x="2466" y="1842"/>
                  </a:lnTo>
                  <a:lnTo>
                    <a:pt x="2464" y="1842"/>
                  </a:lnTo>
                  <a:lnTo>
                    <a:pt x="2458" y="1838"/>
                  </a:lnTo>
                  <a:lnTo>
                    <a:pt x="2458" y="1842"/>
                  </a:lnTo>
                  <a:lnTo>
                    <a:pt x="2474" y="1878"/>
                  </a:lnTo>
                  <a:lnTo>
                    <a:pt x="2480" y="1892"/>
                  </a:lnTo>
                  <a:lnTo>
                    <a:pt x="2482" y="1902"/>
                  </a:lnTo>
                  <a:lnTo>
                    <a:pt x="2482" y="1910"/>
                  </a:lnTo>
                  <a:lnTo>
                    <a:pt x="2482" y="1916"/>
                  </a:lnTo>
                  <a:lnTo>
                    <a:pt x="2478" y="1928"/>
                  </a:lnTo>
                  <a:lnTo>
                    <a:pt x="2476" y="1936"/>
                  </a:lnTo>
                  <a:lnTo>
                    <a:pt x="2476" y="1946"/>
                  </a:lnTo>
                  <a:lnTo>
                    <a:pt x="2476" y="1954"/>
                  </a:lnTo>
                  <a:lnTo>
                    <a:pt x="2472" y="1962"/>
                  </a:lnTo>
                  <a:lnTo>
                    <a:pt x="2466" y="1968"/>
                  </a:lnTo>
                  <a:lnTo>
                    <a:pt x="2460" y="1972"/>
                  </a:lnTo>
                  <a:lnTo>
                    <a:pt x="2446" y="1980"/>
                  </a:lnTo>
                  <a:lnTo>
                    <a:pt x="2442" y="1984"/>
                  </a:lnTo>
                  <a:lnTo>
                    <a:pt x="2440" y="1988"/>
                  </a:lnTo>
                  <a:lnTo>
                    <a:pt x="2440" y="1994"/>
                  </a:lnTo>
                  <a:lnTo>
                    <a:pt x="2444" y="2000"/>
                  </a:lnTo>
                  <a:lnTo>
                    <a:pt x="2456" y="2010"/>
                  </a:lnTo>
                  <a:lnTo>
                    <a:pt x="2474" y="2020"/>
                  </a:lnTo>
                  <a:lnTo>
                    <a:pt x="2488" y="2028"/>
                  </a:lnTo>
                  <a:lnTo>
                    <a:pt x="2494" y="2032"/>
                  </a:lnTo>
                  <a:lnTo>
                    <a:pt x="2496" y="2040"/>
                  </a:lnTo>
                  <a:lnTo>
                    <a:pt x="2498" y="2048"/>
                  </a:lnTo>
                  <a:lnTo>
                    <a:pt x="2496" y="2058"/>
                  </a:lnTo>
                  <a:lnTo>
                    <a:pt x="2492" y="2076"/>
                  </a:lnTo>
                  <a:lnTo>
                    <a:pt x="2488" y="2082"/>
                  </a:lnTo>
                  <a:lnTo>
                    <a:pt x="2484" y="2088"/>
                  </a:lnTo>
                  <a:lnTo>
                    <a:pt x="2478" y="2092"/>
                  </a:lnTo>
                  <a:lnTo>
                    <a:pt x="2474" y="2098"/>
                  </a:lnTo>
                  <a:lnTo>
                    <a:pt x="2474" y="2100"/>
                  </a:lnTo>
                  <a:lnTo>
                    <a:pt x="2476" y="2100"/>
                  </a:lnTo>
                  <a:lnTo>
                    <a:pt x="2488" y="2106"/>
                  </a:lnTo>
                  <a:lnTo>
                    <a:pt x="2492" y="2108"/>
                  </a:lnTo>
                  <a:lnTo>
                    <a:pt x="2494" y="2110"/>
                  </a:lnTo>
                  <a:lnTo>
                    <a:pt x="2498" y="2116"/>
                  </a:lnTo>
                  <a:lnTo>
                    <a:pt x="2498" y="2120"/>
                  </a:lnTo>
                  <a:lnTo>
                    <a:pt x="2502" y="2120"/>
                  </a:lnTo>
                  <a:lnTo>
                    <a:pt x="2506" y="2118"/>
                  </a:lnTo>
                  <a:lnTo>
                    <a:pt x="2512" y="2114"/>
                  </a:lnTo>
                  <a:lnTo>
                    <a:pt x="2520" y="2108"/>
                  </a:lnTo>
                  <a:lnTo>
                    <a:pt x="2530" y="2094"/>
                  </a:lnTo>
                  <a:lnTo>
                    <a:pt x="2552" y="2062"/>
                  </a:lnTo>
                  <a:lnTo>
                    <a:pt x="2560" y="2044"/>
                  </a:lnTo>
                  <a:lnTo>
                    <a:pt x="2568" y="2028"/>
                  </a:lnTo>
                  <a:lnTo>
                    <a:pt x="2570" y="2016"/>
                  </a:lnTo>
                  <a:lnTo>
                    <a:pt x="2570" y="2010"/>
                  </a:lnTo>
                  <a:lnTo>
                    <a:pt x="2568" y="2006"/>
                  </a:lnTo>
                  <a:lnTo>
                    <a:pt x="2566" y="2002"/>
                  </a:lnTo>
                  <a:lnTo>
                    <a:pt x="2568" y="1998"/>
                  </a:lnTo>
                  <a:lnTo>
                    <a:pt x="2570" y="1992"/>
                  </a:lnTo>
                  <a:lnTo>
                    <a:pt x="2574" y="1986"/>
                  </a:lnTo>
                  <a:lnTo>
                    <a:pt x="2580" y="1982"/>
                  </a:lnTo>
                  <a:lnTo>
                    <a:pt x="2586" y="1980"/>
                  </a:lnTo>
                  <a:lnTo>
                    <a:pt x="2594" y="1982"/>
                  </a:lnTo>
                  <a:lnTo>
                    <a:pt x="2602" y="1986"/>
                  </a:lnTo>
                  <a:lnTo>
                    <a:pt x="2608" y="1990"/>
                  </a:lnTo>
                  <a:lnTo>
                    <a:pt x="2610" y="1990"/>
                  </a:lnTo>
                  <a:lnTo>
                    <a:pt x="2612" y="1988"/>
                  </a:lnTo>
                  <a:lnTo>
                    <a:pt x="2612" y="1984"/>
                  </a:lnTo>
                  <a:lnTo>
                    <a:pt x="2610" y="1978"/>
                  </a:lnTo>
                  <a:lnTo>
                    <a:pt x="2608" y="1970"/>
                  </a:lnTo>
                  <a:lnTo>
                    <a:pt x="2608" y="1964"/>
                  </a:lnTo>
                  <a:lnTo>
                    <a:pt x="2610" y="1958"/>
                  </a:lnTo>
                  <a:lnTo>
                    <a:pt x="2612" y="1956"/>
                  </a:lnTo>
                  <a:lnTo>
                    <a:pt x="2614" y="1954"/>
                  </a:lnTo>
                  <a:lnTo>
                    <a:pt x="2620" y="1952"/>
                  </a:lnTo>
                  <a:lnTo>
                    <a:pt x="2624" y="1948"/>
                  </a:lnTo>
                  <a:lnTo>
                    <a:pt x="2626" y="1942"/>
                  </a:lnTo>
                  <a:lnTo>
                    <a:pt x="2626" y="1934"/>
                  </a:lnTo>
                  <a:lnTo>
                    <a:pt x="2628" y="1920"/>
                  </a:lnTo>
                  <a:lnTo>
                    <a:pt x="2628" y="1912"/>
                  </a:lnTo>
                  <a:lnTo>
                    <a:pt x="2630" y="1908"/>
                  </a:lnTo>
                  <a:lnTo>
                    <a:pt x="2632" y="1904"/>
                  </a:lnTo>
                  <a:lnTo>
                    <a:pt x="2630" y="1900"/>
                  </a:lnTo>
                  <a:lnTo>
                    <a:pt x="2626" y="1896"/>
                  </a:lnTo>
                  <a:lnTo>
                    <a:pt x="2620" y="1894"/>
                  </a:lnTo>
                  <a:lnTo>
                    <a:pt x="2614" y="1894"/>
                  </a:lnTo>
                  <a:lnTo>
                    <a:pt x="2608" y="1896"/>
                  </a:lnTo>
                  <a:lnTo>
                    <a:pt x="2604" y="1900"/>
                  </a:lnTo>
                  <a:lnTo>
                    <a:pt x="2600" y="1904"/>
                  </a:lnTo>
                  <a:close/>
                  <a:moveTo>
                    <a:pt x="2636" y="868"/>
                  </a:moveTo>
                  <a:lnTo>
                    <a:pt x="2636" y="868"/>
                  </a:lnTo>
                  <a:lnTo>
                    <a:pt x="2636" y="864"/>
                  </a:lnTo>
                  <a:lnTo>
                    <a:pt x="2634" y="860"/>
                  </a:lnTo>
                  <a:lnTo>
                    <a:pt x="2630" y="856"/>
                  </a:lnTo>
                  <a:lnTo>
                    <a:pt x="2626" y="854"/>
                  </a:lnTo>
                  <a:lnTo>
                    <a:pt x="2616" y="850"/>
                  </a:lnTo>
                  <a:lnTo>
                    <a:pt x="2606" y="852"/>
                  </a:lnTo>
                  <a:lnTo>
                    <a:pt x="2596" y="858"/>
                  </a:lnTo>
                  <a:lnTo>
                    <a:pt x="2588" y="864"/>
                  </a:lnTo>
                  <a:lnTo>
                    <a:pt x="2582" y="870"/>
                  </a:lnTo>
                  <a:lnTo>
                    <a:pt x="2580" y="876"/>
                  </a:lnTo>
                  <a:lnTo>
                    <a:pt x="2580" y="880"/>
                  </a:lnTo>
                  <a:lnTo>
                    <a:pt x="2580" y="882"/>
                  </a:lnTo>
                  <a:lnTo>
                    <a:pt x="2582" y="886"/>
                  </a:lnTo>
                  <a:lnTo>
                    <a:pt x="2586" y="888"/>
                  </a:lnTo>
                  <a:lnTo>
                    <a:pt x="2600" y="892"/>
                  </a:lnTo>
                  <a:lnTo>
                    <a:pt x="2610" y="896"/>
                  </a:lnTo>
                  <a:lnTo>
                    <a:pt x="2616" y="894"/>
                  </a:lnTo>
                  <a:lnTo>
                    <a:pt x="2620" y="890"/>
                  </a:lnTo>
                  <a:lnTo>
                    <a:pt x="2624" y="888"/>
                  </a:lnTo>
                  <a:lnTo>
                    <a:pt x="2626" y="886"/>
                  </a:lnTo>
                  <a:lnTo>
                    <a:pt x="2630" y="888"/>
                  </a:lnTo>
                  <a:lnTo>
                    <a:pt x="2636" y="890"/>
                  </a:lnTo>
                  <a:lnTo>
                    <a:pt x="2638" y="890"/>
                  </a:lnTo>
                  <a:lnTo>
                    <a:pt x="2640" y="888"/>
                  </a:lnTo>
                  <a:lnTo>
                    <a:pt x="2642" y="886"/>
                  </a:lnTo>
                  <a:lnTo>
                    <a:pt x="2640" y="882"/>
                  </a:lnTo>
                  <a:lnTo>
                    <a:pt x="2636" y="876"/>
                  </a:lnTo>
                  <a:lnTo>
                    <a:pt x="2636" y="872"/>
                  </a:lnTo>
                  <a:lnTo>
                    <a:pt x="2636" y="868"/>
                  </a:lnTo>
                  <a:close/>
                  <a:moveTo>
                    <a:pt x="2260" y="930"/>
                  </a:moveTo>
                  <a:lnTo>
                    <a:pt x="2260" y="930"/>
                  </a:lnTo>
                  <a:lnTo>
                    <a:pt x="2260" y="928"/>
                  </a:lnTo>
                  <a:lnTo>
                    <a:pt x="2262" y="924"/>
                  </a:lnTo>
                  <a:lnTo>
                    <a:pt x="2258" y="918"/>
                  </a:lnTo>
                  <a:lnTo>
                    <a:pt x="2254" y="912"/>
                  </a:lnTo>
                  <a:lnTo>
                    <a:pt x="2252" y="912"/>
                  </a:lnTo>
                  <a:lnTo>
                    <a:pt x="2248" y="914"/>
                  </a:lnTo>
                  <a:lnTo>
                    <a:pt x="2248" y="918"/>
                  </a:lnTo>
                  <a:lnTo>
                    <a:pt x="2248" y="920"/>
                  </a:lnTo>
                  <a:lnTo>
                    <a:pt x="2250" y="926"/>
                  </a:lnTo>
                  <a:lnTo>
                    <a:pt x="2256" y="930"/>
                  </a:lnTo>
                  <a:lnTo>
                    <a:pt x="2258" y="930"/>
                  </a:lnTo>
                  <a:lnTo>
                    <a:pt x="2260" y="930"/>
                  </a:lnTo>
                  <a:close/>
                  <a:moveTo>
                    <a:pt x="2258" y="948"/>
                  </a:moveTo>
                  <a:lnTo>
                    <a:pt x="2258" y="948"/>
                  </a:lnTo>
                  <a:lnTo>
                    <a:pt x="2256" y="950"/>
                  </a:lnTo>
                  <a:lnTo>
                    <a:pt x="2256" y="954"/>
                  </a:lnTo>
                  <a:lnTo>
                    <a:pt x="2258" y="960"/>
                  </a:lnTo>
                  <a:lnTo>
                    <a:pt x="2262" y="964"/>
                  </a:lnTo>
                  <a:lnTo>
                    <a:pt x="2266" y="966"/>
                  </a:lnTo>
                  <a:lnTo>
                    <a:pt x="2268" y="964"/>
                  </a:lnTo>
                  <a:lnTo>
                    <a:pt x="2268" y="962"/>
                  </a:lnTo>
                  <a:lnTo>
                    <a:pt x="2266" y="954"/>
                  </a:lnTo>
                  <a:lnTo>
                    <a:pt x="2262" y="948"/>
                  </a:lnTo>
                  <a:lnTo>
                    <a:pt x="2260" y="948"/>
                  </a:lnTo>
                  <a:lnTo>
                    <a:pt x="2258" y="948"/>
                  </a:lnTo>
                  <a:close/>
                  <a:moveTo>
                    <a:pt x="1490" y="460"/>
                  </a:moveTo>
                  <a:lnTo>
                    <a:pt x="1490" y="460"/>
                  </a:lnTo>
                  <a:lnTo>
                    <a:pt x="1492" y="462"/>
                  </a:lnTo>
                  <a:lnTo>
                    <a:pt x="1494" y="464"/>
                  </a:lnTo>
                  <a:lnTo>
                    <a:pt x="1496" y="462"/>
                  </a:lnTo>
                  <a:lnTo>
                    <a:pt x="1496" y="460"/>
                  </a:lnTo>
                  <a:lnTo>
                    <a:pt x="1496" y="454"/>
                  </a:lnTo>
                  <a:lnTo>
                    <a:pt x="1494" y="448"/>
                  </a:lnTo>
                  <a:lnTo>
                    <a:pt x="1490" y="446"/>
                  </a:lnTo>
                  <a:lnTo>
                    <a:pt x="1486" y="448"/>
                  </a:lnTo>
                  <a:lnTo>
                    <a:pt x="1486" y="452"/>
                  </a:lnTo>
                  <a:lnTo>
                    <a:pt x="1490" y="460"/>
                  </a:lnTo>
                  <a:close/>
                  <a:moveTo>
                    <a:pt x="1532" y="492"/>
                  </a:moveTo>
                  <a:lnTo>
                    <a:pt x="1532" y="492"/>
                  </a:lnTo>
                  <a:lnTo>
                    <a:pt x="1534" y="486"/>
                  </a:lnTo>
                  <a:lnTo>
                    <a:pt x="1534" y="482"/>
                  </a:lnTo>
                  <a:lnTo>
                    <a:pt x="1532" y="482"/>
                  </a:lnTo>
                  <a:lnTo>
                    <a:pt x="1530" y="482"/>
                  </a:lnTo>
                  <a:lnTo>
                    <a:pt x="1528" y="484"/>
                  </a:lnTo>
                  <a:lnTo>
                    <a:pt x="1526" y="484"/>
                  </a:lnTo>
                  <a:lnTo>
                    <a:pt x="1522" y="480"/>
                  </a:lnTo>
                  <a:lnTo>
                    <a:pt x="1518" y="478"/>
                  </a:lnTo>
                  <a:lnTo>
                    <a:pt x="1516" y="478"/>
                  </a:lnTo>
                  <a:lnTo>
                    <a:pt x="1518" y="486"/>
                  </a:lnTo>
                  <a:lnTo>
                    <a:pt x="1522" y="492"/>
                  </a:lnTo>
                  <a:lnTo>
                    <a:pt x="1528" y="496"/>
                  </a:lnTo>
                  <a:lnTo>
                    <a:pt x="1532" y="496"/>
                  </a:lnTo>
                  <a:lnTo>
                    <a:pt x="1532" y="492"/>
                  </a:lnTo>
                  <a:close/>
                  <a:moveTo>
                    <a:pt x="1520" y="466"/>
                  </a:moveTo>
                  <a:lnTo>
                    <a:pt x="1520" y="466"/>
                  </a:lnTo>
                  <a:lnTo>
                    <a:pt x="1516" y="458"/>
                  </a:lnTo>
                  <a:lnTo>
                    <a:pt x="1512" y="454"/>
                  </a:lnTo>
                  <a:lnTo>
                    <a:pt x="1508" y="454"/>
                  </a:lnTo>
                  <a:lnTo>
                    <a:pt x="1506" y="454"/>
                  </a:lnTo>
                  <a:lnTo>
                    <a:pt x="1504" y="456"/>
                  </a:lnTo>
                  <a:lnTo>
                    <a:pt x="1502" y="460"/>
                  </a:lnTo>
                  <a:lnTo>
                    <a:pt x="1500" y="468"/>
                  </a:lnTo>
                  <a:lnTo>
                    <a:pt x="1500" y="470"/>
                  </a:lnTo>
                  <a:lnTo>
                    <a:pt x="1504" y="470"/>
                  </a:lnTo>
                  <a:lnTo>
                    <a:pt x="1514" y="472"/>
                  </a:lnTo>
                  <a:lnTo>
                    <a:pt x="1518" y="470"/>
                  </a:lnTo>
                  <a:lnTo>
                    <a:pt x="1520" y="466"/>
                  </a:lnTo>
                  <a:close/>
                  <a:moveTo>
                    <a:pt x="1400" y="268"/>
                  </a:moveTo>
                  <a:lnTo>
                    <a:pt x="1400" y="268"/>
                  </a:lnTo>
                  <a:lnTo>
                    <a:pt x="1394" y="264"/>
                  </a:lnTo>
                  <a:lnTo>
                    <a:pt x="1392" y="264"/>
                  </a:lnTo>
                  <a:lnTo>
                    <a:pt x="1390" y="266"/>
                  </a:lnTo>
                  <a:lnTo>
                    <a:pt x="1392" y="272"/>
                  </a:lnTo>
                  <a:lnTo>
                    <a:pt x="1396" y="280"/>
                  </a:lnTo>
                  <a:lnTo>
                    <a:pt x="1398" y="282"/>
                  </a:lnTo>
                  <a:lnTo>
                    <a:pt x="1400" y="284"/>
                  </a:lnTo>
                  <a:lnTo>
                    <a:pt x="1402" y="282"/>
                  </a:lnTo>
                  <a:lnTo>
                    <a:pt x="1404" y="280"/>
                  </a:lnTo>
                  <a:lnTo>
                    <a:pt x="1404" y="274"/>
                  </a:lnTo>
                  <a:lnTo>
                    <a:pt x="1402" y="272"/>
                  </a:lnTo>
                  <a:lnTo>
                    <a:pt x="1400" y="268"/>
                  </a:lnTo>
                  <a:close/>
                  <a:moveTo>
                    <a:pt x="1360" y="254"/>
                  </a:moveTo>
                  <a:lnTo>
                    <a:pt x="1360" y="254"/>
                  </a:lnTo>
                  <a:lnTo>
                    <a:pt x="1360" y="256"/>
                  </a:lnTo>
                  <a:lnTo>
                    <a:pt x="1360" y="260"/>
                  </a:lnTo>
                  <a:lnTo>
                    <a:pt x="1362" y="264"/>
                  </a:lnTo>
                  <a:lnTo>
                    <a:pt x="1368" y="266"/>
                  </a:lnTo>
                  <a:lnTo>
                    <a:pt x="1372" y="264"/>
                  </a:lnTo>
                  <a:lnTo>
                    <a:pt x="1372" y="262"/>
                  </a:lnTo>
                  <a:lnTo>
                    <a:pt x="1372" y="260"/>
                  </a:lnTo>
                  <a:lnTo>
                    <a:pt x="1370" y="254"/>
                  </a:lnTo>
                  <a:lnTo>
                    <a:pt x="1366" y="252"/>
                  </a:lnTo>
                  <a:lnTo>
                    <a:pt x="1364" y="252"/>
                  </a:lnTo>
                  <a:lnTo>
                    <a:pt x="1360" y="254"/>
                  </a:lnTo>
                  <a:close/>
                  <a:moveTo>
                    <a:pt x="1320" y="218"/>
                  </a:moveTo>
                  <a:lnTo>
                    <a:pt x="1320" y="218"/>
                  </a:lnTo>
                  <a:lnTo>
                    <a:pt x="1318" y="216"/>
                  </a:lnTo>
                  <a:lnTo>
                    <a:pt x="1316" y="218"/>
                  </a:lnTo>
                  <a:lnTo>
                    <a:pt x="1314" y="220"/>
                  </a:lnTo>
                  <a:lnTo>
                    <a:pt x="1314" y="226"/>
                  </a:lnTo>
                  <a:lnTo>
                    <a:pt x="1316" y="232"/>
                  </a:lnTo>
                  <a:lnTo>
                    <a:pt x="1318" y="232"/>
                  </a:lnTo>
                  <a:lnTo>
                    <a:pt x="1320" y="232"/>
                  </a:lnTo>
                  <a:lnTo>
                    <a:pt x="1324" y="228"/>
                  </a:lnTo>
                  <a:lnTo>
                    <a:pt x="1324" y="224"/>
                  </a:lnTo>
                  <a:lnTo>
                    <a:pt x="1324" y="220"/>
                  </a:lnTo>
                  <a:lnTo>
                    <a:pt x="1320" y="218"/>
                  </a:lnTo>
                  <a:close/>
                  <a:moveTo>
                    <a:pt x="1360" y="106"/>
                  </a:moveTo>
                  <a:lnTo>
                    <a:pt x="1360" y="106"/>
                  </a:lnTo>
                  <a:lnTo>
                    <a:pt x="1370" y="106"/>
                  </a:lnTo>
                  <a:lnTo>
                    <a:pt x="1376" y="102"/>
                  </a:lnTo>
                  <a:lnTo>
                    <a:pt x="1376" y="100"/>
                  </a:lnTo>
                  <a:lnTo>
                    <a:pt x="1376" y="98"/>
                  </a:lnTo>
                  <a:lnTo>
                    <a:pt x="1374" y="98"/>
                  </a:lnTo>
                  <a:lnTo>
                    <a:pt x="1370" y="96"/>
                  </a:lnTo>
                  <a:lnTo>
                    <a:pt x="1362" y="94"/>
                  </a:lnTo>
                  <a:lnTo>
                    <a:pt x="1352" y="94"/>
                  </a:lnTo>
                  <a:lnTo>
                    <a:pt x="1344" y="96"/>
                  </a:lnTo>
                  <a:lnTo>
                    <a:pt x="1342" y="100"/>
                  </a:lnTo>
                  <a:lnTo>
                    <a:pt x="1340" y="102"/>
                  </a:lnTo>
                  <a:lnTo>
                    <a:pt x="1340" y="108"/>
                  </a:lnTo>
                  <a:lnTo>
                    <a:pt x="1344" y="108"/>
                  </a:lnTo>
                  <a:lnTo>
                    <a:pt x="1352" y="108"/>
                  </a:lnTo>
                  <a:lnTo>
                    <a:pt x="1360" y="106"/>
                  </a:lnTo>
                  <a:close/>
                  <a:moveTo>
                    <a:pt x="918" y="88"/>
                  </a:moveTo>
                  <a:lnTo>
                    <a:pt x="918" y="88"/>
                  </a:lnTo>
                  <a:lnTo>
                    <a:pt x="922" y="90"/>
                  </a:lnTo>
                  <a:lnTo>
                    <a:pt x="926" y="92"/>
                  </a:lnTo>
                  <a:lnTo>
                    <a:pt x="948" y="88"/>
                  </a:lnTo>
                  <a:lnTo>
                    <a:pt x="958" y="84"/>
                  </a:lnTo>
                  <a:lnTo>
                    <a:pt x="954" y="82"/>
                  </a:lnTo>
                  <a:lnTo>
                    <a:pt x="920" y="78"/>
                  </a:lnTo>
                  <a:lnTo>
                    <a:pt x="906" y="76"/>
                  </a:lnTo>
                  <a:lnTo>
                    <a:pt x="902" y="78"/>
                  </a:lnTo>
                  <a:lnTo>
                    <a:pt x="908" y="80"/>
                  </a:lnTo>
                  <a:lnTo>
                    <a:pt x="918" y="88"/>
                  </a:lnTo>
                  <a:close/>
                  <a:moveTo>
                    <a:pt x="910" y="44"/>
                  </a:moveTo>
                  <a:lnTo>
                    <a:pt x="910" y="44"/>
                  </a:lnTo>
                  <a:lnTo>
                    <a:pt x="912" y="46"/>
                  </a:lnTo>
                  <a:lnTo>
                    <a:pt x="914" y="48"/>
                  </a:lnTo>
                  <a:lnTo>
                    <a:pt x="914" y="54"/>
                  </a:lnTo>
                  <a:lnTo>
                    <a:pt x="916" y="56"/>
                  </a:lnTo>
                  <a:lnTo>
                    <a:pt x="918" y="56"/>
                  </a:lnTo>
                  <a:lnTo>
                    <a:pt x="922" y="58"/>
                  </a:lnTo>
                  <a:lnTo>
                    <a:pt x="930" y="56"/>
                  </a:lnTo>
                  <a:lnTo>
                    <a:pt x="936" y="54"/>
                  </a:lnTo>
                  <a:lnTo>
                    <a:pt x="938" y="52"/>
                  </a:lnTo>
                  <a:lnTo>
                    <a:pt x="936" y="50"/>
                  </a:lnTo>
                  <a:lnTo>
                    <a:pt x="928" y="46"/>
                  </a:lnTo>
                  <a:lnTo>
                    <a:pt x="924" y="44"/>
                  </a:lnTo>
                  <a:lnTo>
                    <a:pt x="920" y="38"/>
                  </a:lnTo>
                  <a:lnTo>
                    <a:pt x="916" y="34"/>
                  </a:lnTo>
                  <a:lnTo>
                    <a:pt x="906" y="30"/>
                  </a:lnTo>
                  <a:lnTo>
                    <a:pt x="896" y="30"/>
                  </a:lnTo>
                  <a:lnTo>
                    <a:pt x="894" y="30"/>
                  </a:lnTo>
                  <a:lnTo>
                    <a:pt x="896" y="32"/>
                  </a:lnTo>
                  <a:lnTo>
                    <a:pt x="902" y="38"/>
                  </a:lnTo>
                  <a:lnTo>
                    <a:pt x="910" y="44"/>
                  </a:lnTo>
                  <a:close/>
                  <a:moveTo>
                    <a:pt x="868" y="284"/>
                  </a:moveTo>
                  <a:lnTo>
                    <a:pt x="868" y="284"/>
                  </a:lnTo>
                  <a:lnTo>
                    <a:pt x="866" y="272"/>
                  </a:lnTo>
                  <a:lnTo>
                    <a:pt x="862" y="266"/>
                  </a:lnTo>
                  <a:lnTo>
                    <a:pt x="860" y="264"/>
                  </a:lnTo>
                  <a:lnTo>
                    <a:pt x="858" y="264"/>
                  </a:lnTo>
                  <a:lnTo>
                    <a:pt x="856" y="270"/>
                  </a:lnTo>
                  <a:lnTo>
                    <a:pt x="852" y="276"/>
                  </a:lnTo>
                  <a:lnTo>
                    <a:pt x="850" y="276"/>
                  </a:lnTo>
                  <a:lnTo>
                    <a:pt x="848" y="276"/>
                  </a:lnTo>
                  <a:lnTo>
                    <a:pt x="846" y="278"/>
                  </a:lnTo>
                  <a:lnTo>
                    <a:pt x="848" y="280"/>
                  </a:lnTo>
                  <a:lnTo>
                    <a:pt x="848" y="282"/>
                  </a:lnTo>
                  <a:lnTo>
                    <a:pt x="850" y="284"/>
                  </a:lnTo>
                  <a:lnTo>
                    <a:pt x="850" y="288"/>
                  </a:lnTo>
                  <a:lnTo>
                    <a:pt x="850" y="296"/>
                  </a:lnTo>
                  <a:lnTo>
                    <a:pt x="852" y="300"/>
                  </a:lnTo>
                  <a:lnTo>
                    <a:pt x="860" y="308"/>
                  </a:lnTo>
                  <a:lnTo>
                    <a:pt x="864" y="310"/>
                  </a:lnTo>
                  <a:lnTo>
                    <a:pt x="866" y="306"/>
                  </a:lnTo>
                  <a:lnTo>
                    <a:pt x="868" y="298"/>
                  </a:lnTo>
                  <a:lnTo>
                    <a:pt x="868" y="284"/>
                  </a:lnTo>
                  <a:close/>
                  <a:moveTo>
                    <a:pt x="852" y="306"/>
                  </a:moveTo>
                  <a:lnTo>
                    <a:pt x="852" y="306"/>
                  </a:lnTo>
                  <a:lnTo>
                    <a:pt x="848" y="302"/>
                  </a:lnTo>
                  <a:lnTo>
                    <a:pt x="846" y="298"/>
                  </a:lnTo>
                  <a:lnTo>
                    <a:pt x="844" y="296"/>
                  </a:lnTo>
                  <a:lnTo>
                    <a:pt x="844" y="302"/>
                  </a:lnTo>
                  <a:lnTo>
                    <a:pt x="846" y="304"/>
                  </a:lnTo>
                  <a:lnTo>
                    <a:pt x="852" y="310"/>
                  </a:lnTo>
                  <a:lnTo>
                    <a:pt x="858" y="318"/>
                  </a:lnTo>
                  <a:lnTo>
                    <a:pt x="858" y="314"/>
                  </a:lnTo>
                  <a:lnTo>
                    <a:pt x="856" y="310"/>
                  </a:lnTo>
                  <a:lnTo>
                    <a:pt x="852" y="306"/>
                  </a:lnTo>
                  <a:close/>
                  <a:moveTo>
                    <a:pt x="1028" y="396"/>
                  </a:moveTo>
                  <a:lnTo>
                    <a:pt x="1028" y="396"/>
                  </a:lnTo>
                  <a:lnTo>
                    <a:pt x="1032" y="394"/>
                  </a:lnTo>
                  <a:lnTo>
                    <a:pt x="1032" y="392"/>
                  </a:lnTo>
                  <a:lnTo>
                    <a:pt x="1036" y="380"/>
                  </a:lnTo>
                  <a:lnTo>
                    <a:pt x="1040" y="372"/>
                  </a:lnTo>
                  <a:lnTo>
                    <a:pt x="1040" y="370"/>
                  </a:lnTo>
                  <a:lnTo>
                    <a:pt x="1036" y="368"/>
                  </a:lnTo>
                  <a:lnTo>
                    <a:pt x="1034" y="366"/>
                  </a:lnTo>
                  <a:lnTo>
                    <a:pt x="1032" y="364"/>
                  </a:lnTo>
                  <a:lnTo>
                    <a:pt x="1032" y="362"/>
                  </a:lnTo>
                  <a:lnTo>
                    <a:pt x="1028" y="360"/>
                  </a:lnTo>
                  <a:lnTo>
                    <a:pt x="1024" y="358"/>
                  </a:lnTo>
                  <a:lnTo>
                    <a:pt x="1018" y="360"/>
                  </a:lnTo>
                  <a:lnTo>
                    <a:pt x="1008" y="366"/>
                  </a:lnTo>
                  <a:lnTo>
                    <a:pt x="998" y="374"/>
                  </a:lnTo>
                  <a:lnTo>
                    <a:pt x="994" y="378"/>
                  </a:lnTo>
                  <a:lnTo>
                    <a:pt x="994" y="384"/>
                  </a:lnTo>
                  <a:lnTo>
                    <a:pt x="992" y="388"/>
                  </a:lnTo>
                  <a:lnTo>
                    <a:pt x="988" y="396"/>
                  </a:lnTo>
                  <a:lnTo>
                    <a:pt x="984" y="402"/>
                  </a:lnTo>
                  <a:lnTo>
                    <a:pt x="984" y="408"/>
                  </a:lnTo>
                  <a:lnTo>
                    <a:pt x="984" y="410"/>
                  </a:lnTo>
                  <a:lnTo>
                    <a:pt x="984" y="412"/>
                  </a:lnTo>
                  <a:lnTo>
                    <a:pt x="988" y="410"/>
                  </a:lnTo>
                  <a:lnTo>
                    <a:pt x="996" y="408"/>
                  </a:lnTo>
                  <a:lnTo>
                    <a:pt x="1000" y="408"/>
                  </a:lnTo>
                  <a:lnTo>
                    <a:pt x="1006" y="410"/>
                  </a:lnTo>
                  <a:lnTo>
                    <a:pt x="1012" y="410"/>
                  </a:lnTo>
                  <a:lnTo>
                    <a:pt x="1016" y="410"/>
                  </a:lnTo>
                  <a:lnTo>
                    <a:pt x="1020" y="406"/>
                  </a:lnTo>
                  <a:lnTo>
                    <a:pt x="1024" y="400"/>
                  </a:lnTo>
                  <a:lnTo>
                    <a:pt x="1028" y="396"/>
                  </a:lnTo>
                  <a:close/>
                  <a:moveTo>
                    <a:pt x="1032" y="410"/>
                  </a:moveTo>
                  <a:lnTo>
                    <a:pt x="1032" y="410"/>
                  </a:lnTo>
                  <a:lnTo>
                    <a:pt x="1036" y="410"/>
                  </a:lnTo>
                  <a:lnTo>
                    <a:pt x="1036" y="406"/>
                  </a:lnTo>
                  <a:lnTo>
                    <a:pt x="1034" y="402"/>
                  </a:lnTo>
                  <a:lnTo>
                    <a:pt x="1032" y="400"/>
                  </a:lnTo>
                  <a:lnTo>
                    <a:pt x="1032" y="398"/>
                  </a:lnTo>
                  <a:lnTo>
                    <a:pt x="1030" y="398"/>
                  </a:lnTo>
                  <a:lnTo>
                    <a:pt x="1026" y="400"/>
                  </a:lnTo>
                  <a:lnTo>
                    <a:pt x="1024" y="404"/>
                  </a:lnTo>
                  <a:lnTo>
                    <a:pt x="1024" y="408"/>
                  </a:lnTo>
                  <a:lnTo>
                    <a:pt x="1024" y="410"/>
                  </a:lnTo>
                  <a:lnTo>
                    <a:pt x="1032" y="410"/>
                  </a:lnTo>
                  <a:close/>
                  <a:moveTo>
                    <a:pt x="1044" y="820"/>
                  </a:moveTo>
                  <a:lnTo>
                    <a:pt x="1044" y="820"/>
                  </a:lnTo>
                  <a:lnTo>
                    <a:pt x="1046" y="820"/>
                  </a:lnTo>
                  <a:lnTo>
                    <a:pt x="1050" y="820"/>
                  </a:lnTo>
                  <a:lnTo>
                    <a:pt x="1054" y="816"/>
                  </a:lnTo>
                  <a:lnTo>
                    <a:pt x="1056" y="812"/>
                  </a:lnTo>
                  <a:lnTo>
                    <a:pt x="1060" y="812"/>
                  </a:lnTo>
                  <a:lnTo>
                    <a:pt x="1064" y="810"/>
                  </a:lnTo>
                  <a:lnTo>
                    <a:pt x="1068" y="808"/>
                  </a:lnTo>
                  <a:lnTo>
                    <a:pt x="1068" y="806"/>
                  </a:lnTo>
                  <a:lnTo>
                    <a:pt x="1066" y="804"/>
                  </a:lnTo>
                  <a:lnTo>
                    <a:pt x="1064" y="802"/>
                  </a:lnTo>
                  <a:lnTo>
                    <a:pt x="1060" y="804"/>
                  </a:lnTo>
                  <a:lnTo>
                    <a:pt x="1052" y="808"/>
                  </a:lnTo>
                  <a:lnTo>
                    <a:pt x="1046" y="814"/>
                  </a:lnTo>
                  <a:lnTo>
                    <a:pt x="1044" y="818"/>
                  </a:lnTo>
                  <a:lnTo>
                    <a:pt x="1044" y="820"/>
                  </a:lnTo>
                  <a:close/>
                  <a:moveTo>
                    <a:pt x="844" y="336"/>
                  </a:moveTo>
                  <a:lnTo>
                    <a:pt x="844" y="336"/>
                  </a:lnTo>
                  <a:lnTo>
                    <a:pt x="852" y="332"/>
                  </a:lnTo>
                  <a:lnTo>
                    <a:pt x="856" y="326"/>
                  </a:lnTo>
                  <a:lnTo>
                    <a:pt x="854" y="320"/>
                  </a:lnTo>
                  <a:lnTo>
                    <a:pt x="850" y="312"/>
                  </a:lnTo>
                  <a:lnTo>
                    <a:pt x="846" y="306"/>
                  </a:lnTo>
                  <a:lnTo>
                    <a:pt x="842" y="306"/>
                  </a:lnTo>
                  <a:lnTo>
                    <a:pt x="840" y="310"/>
                  </a:lnTo>
                  <a:lnTo>
                    <a:pt x="840" y="316"/>
                  </a:lnTo>
                  <a:lnTo>
                    <a:pt x="840" y="330"/>
                  </a:lnTo>
                  <a:lnTo>
                    <a:pt x="842" y="336"/>
                  </a:lnTo>
                  <a:lnTo>
                    <a:pt x="844" y="336"/>
                  </a:lnTo>
                  <a:close/>
                  <a:moveTo>
                    <a:pt x="794" y="292"/>
                  </a:moveTo>
                  <a:lnTo>
                    <a:pt x="794" y="292"/>
                  </a:lnTo>
                  <a:lnTo>
                    <a:pt x="800" y="276"/>
                  </a:lnTo>
                  <a:lnTo>
                    <a:pt x="804" y="264"/>
                  </a:lnTo>
                  <a:lnTo>
                    <a:pt x="806" y="256"/>
                  </a:lnTo>
                  <a:lnTo>
                    <a:pt x="804" y="256"/>
                  </a:lnTo>
                  <a:lnTo>
                    <a:pt x="798" y="264"/>
                  </a:lnTo>
                  <a:lnTo>
                    <a:pt x="794" y="278"/>
                  </a:lnTo>
                  <a:lnTo>
                    <a:pt x="794" y="292"/>
                  </a:lnTo>
                  <a:close/>
                  <a:moveTo>
                    <a:pt x="1118" y="446"/>
                  </a:moveTo>
                  <a:lnTo>
                    <a:pt x="1118" y="446"/>
                  </a:lnTo>
                  <a:lnTo>
                    <a:pt x="1122" y="448"/>
                  </a:lnTo>
                  <a:lnTo>
                    <a:pt x="1128" y="450"/>
                  </a:lnTo>
                  <a:lnTo>
                    <a:pt x="1142" y="448"/>
                  </a:lnTo>
                  <a:lnTo>
                    <a:pt x="1158" y="448"/>
                  </a:lnTo>
                  <a:lnTo>
                    <a:pt x="1166" y="450"/>
                  </a:lnTo>
                  <a:lnTo>
                    <a:pt x="1172" y="452"/>
                  </a:lnTo>
                  <a:lnTo>
                    <a:pt x="1180" y="454"/>
                  </a:lnTo>
                  <a:lnTo>
                    <a:pt x="1186" y="454"/>
                  </a:lnTo>
                  <a:lnTo>
                    <a:pt x="1190" y="452"/>
                  </a:lnTo>
                  <a:lnTo>
                    <a:pt x="1194" y="450"/>
                  </a:lnTo>
                  <a:lnTo>
                    <a:pt x="1204" y="442"/>
                  </a:lnTo>
                  <a:lnTo>
                    <a:pt x="1208" y="440"/>
                  </a:lnTo>
                  <a:lnTo>
                    <a:pt x="1212" y="440"/>
                  </a:lnTo>
                  <a:lnTo>
                    <a:pt x="1216" y="440"/>
                  </a:lnTo>
                  <a:lnTo>
                    <a:pt x="1218" y="438"/>
                  </a:lnTo>
                  <a:lnTo>
                    <a:pt x="1218" y="434"/>
                  </a:lnTo>
                  <a:lnTo>
                    <a:pt x="1218" y="430"/>
                  </a:lnTo>
                  <a:lnTo>
                    <a:pt x="1214" y="420"/>
                  </a:lnTo>
                  <a:lnTo>
                    <a:pt x="1206" y="414"/>
                  </a:lnTo>
                  <a:lnTo>
                    <a:pt x="1200" y="410"/>
                  </a:lnTo>
                  <a:lnTo>
                    <a:pt x="1198" y="406"/>
                  </a:lnTo>
                  <a:lnTo>
                    <a:pt x="1200" y="406"/>
                  </a:lnTo>
                  <a:lnTo>
                    <a:pt x="1206" y="404"/>
                  </a:lnTo>
                  <a:lnTo>
                    <a:pt x="1218" y="402"/>
                  </a:lnTo>
                  <a:lnTo>
                    <a:pt x="1222" y="398"/>
                  </a:lnTo>
                  <a:lnTo>
                    <a:pt x="1222" y="394"/>
                  </a:lnTo>
                  <a:lnTo>
                    <a:pt x="1222" y="392"/>
                  </a:lnTo>
                  <a:lnTo>
                    <a:pt x="1224" y="390"/>
                  </a:lnTo>
                  <a:lnTo>
                    <a:pt x="1230" y="388"/>
                  </a:lnTo>
                  <a:lnTo>
                    <a:pt x="1232" y="388"/>
                  </a:lnTo>
                  <a:lnTo>
                    <a:pt x="1232" y="384"/>
                  </a:lnTo>
                  <a:lnTo>
                    <a:pt x="1232" y="376"/>
                  </a:lnTo>
                  <a:lnTo>
                    <a:pt x="1228" y="364"/>
                  </a:lnTo>
                  <a:lnTo>
                    <a:pt x="1234" y="372"/>
                  </a:lnTo>
                  <a:lnTo>
                    <a:pt x="1240" y="376"/>
                  </a:lnTo>
                  <a:lnTo>
                    <a:pt x="1246" y="378"/>
                  </a:lnTo>
                  <a:lnTo>
                    <a:pt x="1256" y="376"/>
                  </a:lnTo>
                  <a:lnTo>
                    <a:pt x="1268" y="372"/>
                  </a:lnTo>
                  <a:lnTo>
                    <a:pt x="1272" y="374"/>
                  </a:lnTo>
                  <a:lnTo>
                    <a:pt x="1272" y="376"/>
                  </a:lnTo>
                  <a:lnTo>
                    <a:pt x="1274" y="378"/>
                  </a:lnTo>
                  <a:lnTo>
                    <a:pt x="1278" y="382"/>
                  </a:lnTo>
                  <a:lnTo>
                    <a:pt x="1284" y="384"/>
                  </a:lnTo>
                  <a:lnTo>
                    <a:pt x="1296" y="386"/>
                  </a:lnTo>
                  <a:lnTo>
                    <a:pt x="1308" y="388"/>
                  </a:lnTo>
                  <a:lnTo>
                    <a:pt x="1316" y="392"/>
                  </a:lnTo>
                  <a:lnTo>
                    <a:pt x="1324" y="398"/>
                  </a:lnTo>
                  <a:lnTo>
                    <a:pt x="1330" y="406"/>
                  </a:lnTo>
                  <a:lnTo>
                    <a:pt x="1340" y="426"/>
                  </a:lnTo>
                  <a:lnTo>
                    <a:pt x="1348" y="438"/>
                  </a:lnTo>
                  <a:lnTo>
                    <a:pt x="1358" y="450"/>
                  </a:lnTo>
                  <a:lnTo>
                    <a:pt x="1374" y="472"/>
                  </a:lnTo>
                  <a:lnTo>
                    <a:pt x="1380" y="480"/>
                  </a:lnTo>
                  <a:lnTo>
                    <a:pt x="1384" y="486"/>
                  </a:lnTo>
                  <a:lnTo>
                    <a:pt x="1392" y="488"/>
                  </a:lnTo>
                  <a:lnTo>
                    <a:pt x="1400" y="492"/>
                  </a:lnTo>
                  <a:lnTo>
                    <a:pt x="1432" y="498"/>
                  </a:lnTo>
                  <a:lnTo>
                    <a:pt x="1450" y="502"/>
                  </a:lnTo>
                  <a:lnTo>
                    <a:pt x="1462" y="506"/>
                  </a:lnTo>
                  <a:lnTo>
                    <a:pt x="1470" y="510"/>
                  </a:lnTo>
                  <a:lnTo>
                    <a:pt x="1476" y="512"/>
                  </a:lnTo>
                  <a:lnTo>
                    <a:pt x="1482" y="518"/>
                  </a:lnTo>
                  <a:lnTo>
                    <a:pt x="1488" y="520"/>
                  </a:lnTo>
                  <a:lnTo>
                    <a:pt x="1492" y="520"/>
                  </a:lnTo>
                  <a:lnTo>
                    <a:pt x="1500" y="520"/>
                  </a:lnTo>
                  <a:lnTo>
                    <a:pt x="1506" y="518"/>
                  </a:lnTo>
                  <a:lnTo>
                    <a:pt x="1512" y="514"/>
                  </a:lnTo>
                  <a:lnTo>
                    <a:pt x="1514" y="510"/>
                  </a:lnTo>
                  <a:lnTo>
                    <a:pt x="1514" y="506"/>
                  </a:lnTo>
                  <a:lnTo>
                    <a:pt x="1512" y="502"/>
                  </a:lnTo>
                  <a:lnTo>
                    <a:pt x="1508" y="498"/>
                  </a:lnTo>
                  <a:lnTo>
                    <a:pt x="1498" y="494"/>
                  </a:lnTo>
                  <a:lnTo>
                    <a:pt x="1482" y="490"/>
                  </a:lnTo>
                  <a:lnTo>
                    <a:pt x="1474" y="484"/>
                  </a:lnTo>
                  <a:lnTo>
                    <a:pt x="1472" y="482"/>
                  </a:lnTo>
                  <a:lnTo>
                    <a:pt x="1472" y="480"/>
                  </a:lnTo>
                  <a:lnTo>
                    <a:pt x="1474" y="476"/>
                  </a:lnTo>
                  <a:lnTo>
                    <a:pt x="1478" y="472"/>
                  </a:lnTo>
                  <a:lnTo>
                    <a:pt x="1478" y="470"/>
                  </a:lnTo>
                  <a:lnTo>
                    <a:pt x="1476" y="468"/>
                  </a:lnTo>
                  <a:lnTo>
                    <a:pt x="1464" y="466"/>
                  </a:lnTo>
                  <a:lnTo>
                    <a:pt x="1454" y="464"/>
                  </a:lnTo>
                  <a:lnTo>
                    <a:pt x="1450" y="462"/>
                  </a:lnTo>
                  <a:lnTo>
                    <a:pt x="1448" y="458"/>
                  </a:lnTo>
                  <a:lnTo>
                    <a:pt x="1448" y="454"/>
                  </a:lnTo>
                  <a:lnTo>
                    <a:pt x="1450" y="448"/>
                  </a:lnTo>
                  <a:lnTo>
                    <a:pt x="1454" y="442"/>
                  </a:lnTo>
                  <a:lnTo>
                    <a:pt x="1454" y="438"/>
                  </a:lnTo>
                  <a:lnTo>
                    <a:pt x="1448" y="438"/>
                  </a:lnTo>
                  <a:lnTo>
                    <a:pt x="1436" y="440"/>
                  </a:lnTo>
                  <a:lnTo>
                    <a:pt x="1432" y="440"/>
                  </a:lnTo>
                  <a:lnTo>
                    <a:pt x="1428" y="440"/>
                  </a:lnTo>
                  <a:lnTo>
                    <a:pt x="1422" y="436"/>
                  </a:lnTo>
                  <a:lnTo>
                    <a:pt x="1416" y="428"/>
                  </a:lnTo>
                  <a:lnTo>
                    <a:pt x="1412" y="420"/>
                  </a:lnTo>
                  <a:lnTo>
                    <a:pt x="1408" y="400"/>
                  </a:lnTo>
                  <a:lnTo>
                    <a:pt x="1404" y="394"/>
                  </a:lnTo>
                  <a:lnTo>
                    <a:pt x="1400" y="390"/>
                  </a:lnTo>
                  <a:lnTo>
                    <a:pt x="1394" y="386"/>
                  </a:lnTo>
                  <a:lnTo>
                    <a:pt x="1386" y="378"/>
                  </a:lnTo>
                  <a:lnTo>
                    <a:pt x="1370" y="360"/>
                  </a:lnTo>
                  <a:lnTo>
                    <a:pt x="1364" y="350"/>
                  </a:lnTo>
                  <a:lnTo>
                    <a:pt x="1358" y="340"/>
                  </a:lnTo>
                  <a:lnTo>
                    <a:pt x="1356" y="334"/>
                  </a:lnTo>
                  <a:lnTo>
                    <a:pt x="1356" y="332"/>
                  </a:lnTo>
                  <a:lnTo>
                    <a:pt x="1358" y="330"/>
                  </a:lnTo>
                  <a:lnTo>
                    <a:pt x="1362" y="328"/>
                  </a:lnTo>
                  <a:lnTo>
                    <a:pt x="1366" y="326"/>
                  </a:lnTo>
                  <a:lnTo>
                    <a:pt x="1376" y="328"/>
                  </a:lnTo>
                  <a:lnTo>
                    <a:pt x="1388" y="328"/>
                  </a:lnTo>
                  <a:lnTo>
                    <a:pt x="1392" y="326"/>
                  </a:lnTo>
                  <a:lnTo>
                    <a:pt x="1394" y="324"/>
                  </a:lnTo>
                  <a:lnTo>
                    <a:pt x="1396" y="320"/>
                  </a:lnTo>
                  <a:lnTo>
                    <a:pt x="1396" y="314"/>
                  </a:lnTo>
                  <a:lnTo>
                    <a:pt x="1390" y="302"/>
                  </a:lnTo>
                  <a:lnTo>
                    <a:pt x="1386" y="296"/>
                  </a:lnTo>
                  <a:lnTo>
                    <a:pt x="1380" y="292"/>
                  </a:lnTo>
                  <a:lnTo>
                    <a:pt x="1374" y="290"/>
                  </a:lnTo>
                  <a:lnTo>
                    <a:pt x="1370" y="290"/>
                  </a:lnTo>
                  <a:lnTo>
                    <a:pt x="1364" y="290"/>
                  </a:lnTo>
                  <a:lnTo>
                    <a:pt x="1360" y="290"/>
                  </a:lnTo>
                  <a:lnTo>
                    <a:pt x="1354" y="284"/>
                  </a:lnTo>
                  <a:lnTo>
                    <a:pt x="1344" y="276"/>
                  </a:lnTo>
                  <a:lnTo>
                    <a:pt x="1338" y="272"/>
                  </a:lnTo>
                  <a:lnTo>
                    <a:pt x="1328" y="270"/>
                  </a:lnTo>
                  <a:lnTo>
                    <a:pt x="1312" y="264"/>
                  </a:lnTo>
                  <a:lnTo>
                    <a:pt x="1310" y="262"/>
                  </a:lnTo>
                  <a:lnTo>
                    <a:pt x="1308" y="260"/>
                  </a:lnTo>
                  <a:lnTo>
                    <a:pt x="1310" y="256"/>
                  </a:lnTo>
                  <a:lnTo>
                    <a:pt x="1312" y="246"/>
                  </a:lnTo>
                  <a:lnTo>
                    <a:pt x="1312" y="238"/>
                  </a:lnTo>
                  <a:lnTo>
                    <a:pt x="1306" y="230"/>
                  </a:lnTo>
                  <a:lnTo>
                    <a:pt x="1298" y="220"/>
                  </a:lnTo>
                  <a:lnTo>
                    <a:pt x="1288" y="210"/>
                  </a:lnTo>
                  <a:lnTo>
                    <a:pt x="1278" y="200"/>
                  </a:lnTo>
                  <a:lnTo>
                    <a:pt x="1266" y="192"/>
                  </a:lnTo>
                  <a:lnTo>
                    <a:pt x="1256" y="188"/>
                  </a:lnTo>
                  <a:lnTo>
                    <a:pt x="1248" y="186"/>
                  </a:lnTo>
                  <a:lnTo>
                    <a:pt x="1242" y="186"/>
                  </a:lnTo>
                  <a:lnTo>
                    <a:pt x="1238" y="184"/>
                  </a:lnTo>
                  <a:lnTo>
                    <a:pt x="1230" y="178"/>
                  </a:lnTo>
                  <a:lnTo>
                    <a:pt x="1220" y="170"/>
                  </a:lnTo>
                  <a:lnTo>
                    <a:pt x="1214" y="166"/>
                  </a:lnTo>
                  <a:lnTo>
                    <a:pt x="1202" y="162"/>
                  </a:lnTo>
                  <a:lnTo>
                    <a:pt x="1190" y="158"/>
                  </a:lnTo>
                  <a:lnTo>
                    <a:pt x="1174" y="152"/>
                  </a:lnTo>
                  <a:lnTo>
                    <a:pt x="1140" y="134"/>
                  </a:lnTo>
                  <a:lnTo>
                    <a:pt x="1106" y="120"/>
                  </a:lnTo>
                  <a:lnTo>
                    <a:pt x="1092" y="116"/>
                  </a:lnTo>
                  <a:lnTo>
                    <a:pt x="1078" y="116"/>
                  </a:lnTo>
                  <a:lnTo>
                    <a:pt x="1080" y="404"/>
                  </a:lnTo>
                  <a:lnTo>
                    <a:pt x="1094" y="414"/>
                  </a:lnTo>
                  <a:lnTo>
                    <a:pt x="1104" y="426"/>
                  </a:lnTo>
                  <a:lnTo>
                    <a:pt x="1118" y="446"/>
                  </a:lnTo>
                  <a:close/>
                  <a:moveTo>
                    <a:pt x="784" y="288"/>
                  </a:moveTo>
                  <a:lnTo>
                    <a:pt x="784" y="288"/>
                  </a:lnTo>
                  <a:lnTo>
                    <a:pt x="786" y="290"/>
                  </a:lnTo>
                  <a:lnTo>
                    <a:pt x="788" y="288"/>
                  </a:lnTo>
                  <a:lnTo>
                    <a:pt x="790" y="286"/>
                  </a:lnTo>
                  <a:lnTo>
                    <a:pt x="790" y="282"/>
                  </a:lnTo>
                  <a:lnTo>
                    <a:pt x="788" y="278"/>
                  </a:lnTo>
                  <a:lnTo>
                    <a:pt x="784" y="274"/>
                  </a:lnTo>
                  <a:lnTo>
                    <a:pt x="782" y="276"/>
                  </a:lnTo>
                  <a:lnTo>
                    <a:pt x="784" y="288"/>
                  </a:lnTo>
                  <a:close/>
                  <a:moveTo>
                    <a:pt x="1474" y="80"/>
                  </a:moveTo>
                  <a:lnTo>
                    <a:pt x="1474" y="80"/>
                  </a:lnTo>
                  <a:lnTo>
                    <a:pt x="1476" y="80"/>
                  </a:lnTo>
                  <a:lnTo>
                    <a:pt x="1476" y="78"/>
                  </a:lnTo>
                  <a:lnTo>
                    <a:pt x="1474" y="72"/>
                  </a:lnTo>
                  <a:lnTo>
                    <a:pt x="1468" y="68"/>
                  </a:lnTo>
                  <a:lnTo>
                    <a:pt x="1466" y="68"/>
                  </a:lnTo>
                  <a:lnTo>
                    <a:pt x="1464" y="68"/>
                  </a:lnTo>
                  <a:lnTo>
                    <a:pt x="1464" y="72"/>
                  </a:lnTo>
                  <a:lnTo>
                    <a:pt x="1464" y="76"/>
                  </a:lnTo>
                  <a:lnTo>
                    <a:pt x="1468" y="78"/>
                  </a:lnTo>
                  <a:lnTo>
                    <a:pt x="1474" y="80"/>
                  </a:lnTo>
                  <a:close/>
                  <a:moveTo>
                    <a:pt x="1436" y="292"/>
                  </a:moveTo>
                  <a:lnTo>
                    <a:pt x="1436" y="292"/>
                  </a:lnTo>
                  <a:lnTo>
                    <a:pt x="1442" y="296"/>
                  </a:lnTo>
                  <a:lnTo>
                    <a:pt x="1446" y="298"/>
                  </a:lnTo>
                  <a:lnTo>
                    <a:pt x="1448" y="298"/>
                  </a:lnTo>
                  <a:lnTo>
                    <a:pt x="1450" y="298"/>
                  </a:lnTo>
                  <a:lnTo>
                    <a:pt x="1452" y="296"/>
                  </a:lnTo>
                  <a:lnTo>
                    <a:pt x="1454" y="296"/>
                  </a:lnTo>
                  <a:lnTo>
                    <a:pt x="1458" y="298"/>
                  </a:lnTo>
                  <a:lnTo>
                    <a:pt x="1462" y="302"/>
                  </a:lnTo>
                  <a:lnTo>
                    <a:pt x="1468" y="306"/>
                  </a:lnTo>
                  <a:lnTo>
                    <a:pt x="1478" y="308"/>
                  </a:lnTo>
                  <a:lnTo>
                    <a:pt x="1490" y="306"/>
                  </a:lnTo>
                  <a:lnTo>
                    <a:pt x="1502" y="302"/>
                  </a:lnTo>
                  <a:lnTo>
                    <a:pt x="1514" y="298"/>
                  </a:lnTo>
                  <a:lnTo>
                    <a:pt x="1524" y="292"/>
                  </a:lnTo>
                  <a:lnTo>
                    <a:pt x="1534" y="284"/>
                  </a:lnTo>
                  <a:lnTo>
                    <a:pt x="1538" y="278"/>
                  </a:lnTo>
                  <a:lnTo>
                    <a:pt x="1542" y="272"/>
                  </a:lnTo>
                  <a:lnTo>
                    <a:pt x="1544" y="270"/>
                  </a:lnTo>
                  <a:lnTo>
                    <a:pt x="1548" y="270"/>
                  </a:lnTo>
                  <a:lnTo>
                    <a:pt x="1550" y="270"/>
                  </a:lnTo>
                  <a:lnTo>
                    <a:pt x="1556" y="272"/>
                  </a:lnTo>
                  <a:lnTo>
                    <a:pt x="1560" y="270"/>
                  </a:lnTo>
                  <a:lnTo>
                    <a:pt x="1566" y="268"/>
                  </a:lnTo>
                  <a:lnTo>
                    <a:pt x="1568" y="264"/>
                  </a:lnTo>
                  <a:lnTo>
                    <a:pt x="1570" y="260"/>
                  </a:lnTo>
                  <a:lnTo>
                    <a:pt x="1566" y="252"/>
                  </a:lnTo>
                  <a:lnTo>
                    <a:pt x="1564" y="246"/>
                  </a:lnTo>
                  <a:lnTo>
                    <a:pt x="1564" y="244"/>
                  </a:lnTo>
                  <a:lnTo>
                    <a:pt x="1566" y="242"/>
                  </a:lnTo>
                  <a:lnTo>
                    <a:pt x="1572" y="240"/>
                  </a:lnTo>
                  <a:lnTo>
                    <a:pt x="1574" y="238"/>
                  </a:lnTo>
                  <a:lnTo>
                    <a:pt x="1580" y="228"/>
                  </a:lnTo>
                  <a:lnTo>
                    <a:pt x="1580" y="216"/>
                  </a:lnTo>
                  <a:lnTo>
                    <a:pt x="1578" y="212"/>
                  </a:lnTo>
                  <a:lnTo>
                    <a:pt x="1576" y="208"/>
                  </a:lnTo>
                  <a:lnTo>
                    <a:pt x="1572" y="202"/>
                  </a:lnTo>
                  <a:lnTo>
                    <a:pt x="1566" y="202"/>
                  </a:lnTo>
                  <a:lnTo>
                    <a:pt x="1548" y="202"/>
                  </a:lnTo>
                  <a:lnTo>
                    <a:pt x="1546" y="204"/>
                  </a:lnTo>
                  <a:lnTo>
                    <a:pt x="1544" y="206"/>
                  </a:lnTo>
                  <a:lnTo>
                    <a:pt x="1542" y="210"/>
                  </a:lnTo>
                  <a:lnTo>
                    <a:pt x="1546" y="224"/>
                  </a:lnTo>
                  <a:lnTo>
                    <a:pt x="1550" y="236"/>
                  </a:lnTo>
                  <a:lnTo>
                    <a:pt x="1548" y="240"/>
                  </a:lnTo>
                  <a:lnTo>
                    <a:pt x="1542" y="240"/>
                  </a:lnTo>
                  <a:lnTo>
                    <a:pt x="1536" y="238"/>
                  </a:lnTo>
                  <a:lnTo>
                    <a:pt x="1530" y="242"/>
                  </a:lnTo>
                  <a:lnTo>
                    <a:pt x="1526" y="248"/>
                  </a:lnTo>
                  <a:lnTo>
                    <a:pt x="1522" y="254"/>
                  </a:lnTo>
                  <a:lnTo>
                    <a:pt x="1518" y="262"/>
                  </a:lnTo>
                  <a:lnTo>
                    <a:pt x="1514" y="266"/>
                  </a:lnTo>
                  <a:lnTo>
                    <a:pt x="1510" y="268"/>
                  </a:lnTo>
                  <a:lnTo>
                    <a:pt x="1504" y="266"/>
                  </a:lnTo>
                  <a:lnTo>
                    <a:pt x="1500" y="264"/>
                  </a:lnTo>
                  <a:lnTo>
                    <a:pt x="1498" y="264"/>
                  </a:lnTo>
                  <a:lnTo>
                    <a:pt x="1494" y="268"/>
                  </a:lnTo>
                  <a:lnTo>
                    <a:pt x="1490" y="270"/>
                  </a:lnTo>
                  <a:lnTo>
                    <a:pt x="1488" y="264"/>
                  </a:lnTo>
                  <a:lnTo>
                    <a:pt x="1486" y="256"/>
                  </a:lnTo>
                  <a:lnTo>
                    <a:pt x="1488" y="250"/>
                  </a:lnTo>
                  <a:lnTo>
                    <a:pt x="1490" y="248"/>
                  </a:lnTo>
                  <a:lnTo>
                    <a:pt x="1490" y="244"/>
                  </a:lnTo>
                  <a:lnTo>
                    <a:pt x="1488" y="242"/>
                  </a:lnTo>
                  <a:lnTo>
                    <a:pt x="1484" y="244"/>
                  </a:lnTo>
                  <a:lnTo>
                    <a:pt x="1480" y="250"/>
                  </a:lnTo>
                  <a:lnTo>
                    <a:pt x="1480" y="262"/>
                  </a:lnTo>
                  <a:lnTo>
                    <a:pt x="1478" y="266"/>
                  </a:lnTo>
                  <a:lnTo>
                    <a:pt x="1476" y="268"/>
                  </a:lnTo>
                  <a:lnTo>
                    <a:pt x="1470" y="270"/>
                  </a:lnTo>
                  <a:lnTo>
                    <a:pt x="1460" y="268"/>
                  </a:lnTo>
                  <a:lnTo>
                    <a:pt x="1448" y="266"/>
                  </a:lnTo>
                  <a:lnTo>
                    <a:pt x="1434" y="266"/>
                  </a:lnTo>
                  <a:lnTo>
                    <a:pt x="1424" y="264"/>
                  </a:lnTo>
                  <a:lnTo>
                    <a:pt x="1416" y="266"/>
                  </a:lnTo>
                  <a:lnTo>
                    <a:pt x="1414" y="268"/>
                  </a:lnTo>
                  <a:lnTo>
                    <a:pt x="1414" y="270"/>
                  </a:lnTo>
                  <a:lnTo>
                    <a:pt x="1416" y="278"/>
                  </a:lnTo>
                  <a:lnTo>
                    <a:pt x="1420" y="280"/>
                  </a:lnTo>
                  <a:lnTo>
                    <a:pt x="1428" y="284"/>
                  </a:lnTo>
                  <a:lnTo>
                    <a:pt x="1436" y="292"/>
                  </a:lnTo>
                  <a:close/>
                  <a:moveTo>
                    <a:pt x="1546" y="156"/>
                  </a:moveTo>
                  <a:lnTo>
                    <a:pt x="1546" y="156"/>
                  </a:lnTo>
                  <a:lnTo>
                    <a:pt x="1552" y="162"/>
                  </a:lnTo>
                  <a:lnTo>
                    <a:pt x="1562" y="170"/>
                  </a:lnTo>
                  <a:lnTo>
                    <a:pt x="1572" y="178"/>
                  </a:lnTo>
                  <a:lnTo>
                    <a:pt x="1582" y="190"/>
                  </a:lnTo>
                  <a:lnTo>
                    <a:pt x="1586" y="196"/>
                  </a:lnTo>
                  <a:lnTo>
                    <a:pt x="1588" y="202"/>
                  </a:lnTo>
                  <a:lnTo>
                    <a:pt x="1590" y="210"/>
                  </a:lnTo>
                  <a:lnTo>
                    <a:pt x="1590" y="220"/>
                  </a:lnTo>
                  <a:lnTo>
                    <a:pt x="1592" y="224"/>
                  </a:lnTo>
                  <a:lnTo>
                    <a:pt x="1594" y="232"/>
                  </a:lnTo>
                  <a:lnTo>
                    <a:pt x="1598" y="236"/>
                  </a:lnTo>
                  <a:lnTo>
                    <a:pt x="1602" y="234"/>
                  </a:lnTo>
                  <a:lnTo>
                    <a:pt x="1604" y="230"/>
                  </a:lnTo>
                  <a:lnTo>
                    <a:pt x="1608" y="222"/>
                  </a:lnTo>
                  <a:lnTo>
                    <a:pt x="1608" y="214"/>
                  </a:lnTo>
                  <a:lnTo>
                    <a:pt x="1608" y="206"/>
                  </a:lnTo>
                  <a:lnTo>
                    <a:pt x="1604" y="196"/>
                  </a:lnTo>
                  <a:lnTo>
                    <a:pt x="1596" y="190"/>
                  </a:lnTo>
                  <a:lnTo>
                    <a:pt x="1582" y="178"/>
                  </a:lnTo>
                  <a:lnTo>
                    <a:pt x="1574" y="168"/>
                  </a:lnTo>
                  <a:lnTo>
                    <a:pt x="1566" y="160"/>
                  </a:lnTo>
                  <a:lnTo>
                    <a:pt x="1556" y="154"/>
                  </a:lnTo>
                  <a:lnTo>
                    <a:pt x="1538" y="142"/>
                  </a:lnTo>
                  <a:lnTo>
                    <a:pt x="1526" y="132"/>
                  </a:lnTo>
                  <a:lnTo>
                    <a:pt x="1518" y="126"/>
                  </a:lnTo>
                  <a:lnTo>
                    <a:pt x="1516" y="126"/>
                  </a:lnTo>
                  <a:lnTo>
                    <a:pt x="1514" y="128"/>
                  </a:lnTo>
                  <a:lnTo>
                    <a:pt x="1510" y="132"/>
                  </a:lnTo>
                  <a:lnTo>
                    <a:pt x="1508" y="134"/>
                  </a:lnTo>
                  <a:lnTo>
                    <a:pt x="1510" y="136"/>
                  </a:lnTo>
                  <a:lnTo>
                    <a:pt x="1516" y="138"/>
                  </a:lnTo>
                  <a:lnTo>
                    <a:pt x="1530" y="144"/>
                  </a:lnTo>
                  <a:lnTo>
                    <a:pt x="1538" y="150"/>
                  </a:lnTo>
                  <a:lnTo>
                    <a:pt x="1546" y="156"/>
                  </a:lnTo>
                  <a:close/>
                  <a:moveTo>
                    <a:pt x="1500" y="128"/>
                  </a:moveTo>
                  <a:lnTo>
                    <a:pt x="1500" y="128"/>
                  </a:lnTo>
                  <a:lnTo>
                    <a:pt x="1502" y="126"/>
                  </a:lnTo>
                  <a:lnTo>
                    <a:pt x="1502" y="122"/>
                  </a:lnTo>
                  <a:lnTo>
                    <a:pt x="1496" y="116"/>
                  </a:lnTo>
                  <a:lnTo>
                    <a:pt x="1492" y="114"/>
                  </a:lnTo>
                  <a:lnTo>
                    <a:pt x="1490" y="114"/>
                  </a:lnTo>
                  <a:lnTo>
                    <a:pt x="1486" y="114"/>
                  </a:lnTo>
                  <a:lnTo>
                    <a:pt x="1484" y="118"/>
                  </a:lnTo>
                  <a:lnTo>
                    <a:pt x="1484" y="120"/>
                  </a:lnTo>
                  <a:lnTo>
                    <a:pt x="1484" y="124"/>
                  </a:lnTo>
                  <a:lnTo>
                    <a:pt x="1488" y="128"/>
                  </a:lnTo>
                  <a:lnTo>
                    <a:pt x="1494" y="130"/>
                  </a:lnTo>
                  <a:lnTo>
                    <a:pt x="1498" y="130"/>
                  </a:lnTo>
                  <a:lnTo>
                    <a:pt x="1500" y="128"/>
                  </a:lnTo>
                  <a:close/>
                  <a:moveTo>
                    <a:pt x="726" y="46"/>
                  </a:moveTo>
                  <a:lnTo>
                    <a:pt x="726" y="46"/>
                  </a:lnTo>
                  <a:lnTo>
                    <a:pt x="726" y="50"/>
                  </a:lnTo>
                  <a:lnTo>
                    <a:pt x="724" y="54"/>
                  </a:lnTo>
                  <a:lnTo>
                    <a:pt x="716" y="62"/>
                  </a:lnTo>
                  <a:lnTo>
                    <a:pt x="714" y="66"/>
                  </a:lnTo>
                  <a:lnTo>
                    <a:pt x="716" y="70"/>
                  </a:lnTo>
                  <a:lnTo>
                    <a:pt x="718" y="72"/>
                  </a:lnTo>
                  <a:lnTo>
                    <a:pt x="726" y="72"/>
                  </a:lnTo>
                  <a:lnTo>
                    <a:pt x="738" y="72"/>
                  </a:lnTo>
                  <a:lnTo>
                    <a:pt x="742" y="74"/>
                  </a:lnTo>
                  <a:lnTo>
                    <a:pt x="746" y="78"/>
                  </a:lnTo>
                  <a:lnTo>
                    <a:pt x="752" y="88"/>
                  </a:lnTo>
                  <a:lnTo>
                    <a:pt x="758" y="104"/>
                  </a:lnTo>
                  <a:lnTo>
                    <a:pt x="762" y="106"/>
                  </a:lnTo>
                  <a:lnTo>
                    <a:pt x="764" y="108"/>
                  </a:lnTo>
                  <a:lnTo>
                    <a:pt x="774" y="110"/>
                  </a:lnTo>
                  <a:lnTo>
                    <a:pt x="786" y="110"/>
                  </a:lnTo>
                  <a:lnTo>
                    <a:pt x="798" y="110"/>
                  </a:lnTo>
                  <a:lnTo>
                    <a:pt x="810" y="108"/>
                  </a:lnTo>
                  <a:lnTo>
                    <a:pt x="820" y="108"/>
                  </a:lnTo>
                  <a:lnTo>
                    <a:pt x="828" y="110"/>
                  </a:lnTo>
                  <a:lnTo>
                    <a:pt x="830" y="112"/>
                  </a:lnTo>
                  <a:lnTo>
                    <a:pt x="830" y="114"/>
                  </a:lnTo>
                  <a:lnTo>
                    <a:pt x="830" y="120"/>
                  </a:lnTo>
                  <a:lnTo>
                    <a:pt x="826" y="122"/>
                  </a:lnTo>
                  <a:lnTo>
                    <a:pt x="822" y="122"/>
                  </a:lnTo>
                  <a:lnTo>
                    <a:pt x="816" y="120"/>
                  </a:lnTo>
                  <a:lnTo>
                    <a:pt x="808" y="120"/>
                  </a:lnTo>
                  <a:lnTo>
                    <a:pt x="802" y="118"/>
                  </a:lnTo>
                  <a:lnTo>
                    <a:pt x="798" y="120"/>
                  </a:lnTo>
                  <a:lnTo>
                    <a:pt x="794" y="124"/>
                  </a:lnTo>
                  <a:lnTo>
                    <a:pt x="790" y="130"/>
                  </a:lnTo>
                  <a:lnTo>
                    <a:pt x="784" y="134"/>
                  </a:lnTo>
                  <a:lnTo>
                    <a:pt x="778" y="134"/>
                  </a:lnTo>
                  <a:lnTo>
                    <a:pt x="772" y="132"/>
                  </a:lnTo>
                  <a:lnTo>
                    <a:pt x="766" y="130"/>
                  </a:lnTo>
                  <a:lnTo>
                    <a:pt x="760" y="130"/>
                  </a:lnTo>
                  <a:lnTo>
                    <a:pt x="756" y="132"/>
                  </a:lnTo>
                  <a:lnTo>
                    <a:pt x="756" y="138"/>
                  </a:lnTo>
                  <a:lnTo>
                    <a:pt x="756" y="142"/>
                  </a:lnTo>
                  <a:lnTo>
                    <a:pt x="760" y="144"/>
                  </a:lnTo>
                  <a:lnTo>
                    <a:pt x="768" y="146"/>
                  </a:lnTo>
                  <a:lnTo>
                    <a:pt x="780" y="156"/>
                  </a:lnTo>
                  <a:lnTo>
                    <a:pt x="786" y="164"/>
                  </a:lnTo>
                  <a:lnTo>
                    <a:pt x="790" y="170"/>
                  </a:lnTo>
                  <a:lnTo>
                    <a:pt x="790" y="174"/>
                  </a:lnTo>
                  <a:lnTo>
                    <a:pt x="788" y="176"/>
                  </a:lnTo>
                  <a:lnTo>
                    <a:pt x="784" y="180"/>
                  </a:lnTo>
                  <a:lnTo>
                    <a:pt x="784" y="184"/>
                  </a:lnTo>
                  <a:lnTo>
                    <a:pt x="784" y="188"/>
                  </a:lnTo>
                  <a:lnTo>
                    <a:pt x="788" y="194"/>
                  </a:lnTo>
                  <a:lnTo>
                    <a:pt x="792" y="196"/>
                  </a:lnTo>
                  <a:lnTo>
                    <a:pt x="796" y="198"/>
                  </a:lnTo>
                  <a:lnTo>
                    <a:pt x="802" y="198"/>
                  </a:lnTo>
                  <a:lnTo>
                    <a:pt x="806" y="196"/>
                  </a:lnTo>
                  <a:lnTo>
                    <a:pt x="810" y="192"/>
                  </a:lnTo>
                  <a:lnTo>
                    <a:pt x="814" y="186"/>
                  </a:lnTo>
                  <a:lnTo>
                    <a:pt x="816" y="178"/>
                  </a:lnTo>
                  <a:lnTo>
                    <a:pt x="822" y="158"/>
                  </a:lnTo>
                  <a:lnTo>
                    <a:pt x="826" y="150"/>
                  </a:lnTo>
                  <a:lnTo>
                    <a:pt x="828" y="150"/>
                  </a:lnTo>
                  <a:lnTo>
                    <a:pt x="828" y="154"/>
                  </a:lnTo>
                  <a:lnTo>
                    <a:pt x="824" y="168"/>
                  </a:lnTo>
                  <a:lnTo>
                    <a:pt x="824" y="174"/>
                  </a:lnTo>
                  <a:lnTo>
                    <a:pt x="824" y="178"/>
                  </a:lnTo>
                  <a:lnTo>
                    <a:pt x="828" y="180"/>
                  </a:lnTo>
                  <a:lnTo>
                    <a:pt x="832" y="184"/>
                  </a:lnTo>
                  <a:lnTo>
                    <a:pt x="844" y="188"/>
                  </a:lnTo>
                  <a:lnTo>
                    <a:pt x="852" y="192"/>
                  </a:lnTo>
                  <a:lnTo>
                    <a:pt x="860" y="198"/>
                  </a:lnTo>
                  <a:lnTo>
                    <a:pt x="870" y="206"/>
                  </a:lnTo>
                  <a:lnTo>
                    <a:pt x="878" y="212"/>
                  </a:lnTo>
                  <a:lnTo>
                    <a:pt x="886" y="214"/>
                  </a:lnTo>
                  <a:lnTo>
                    <a:pt x="892" y="216"/>
                  </a:lnTo>
                  <a:lnTo>
                    <a:pt x="906" y="218"/>
                  </a:lnTo>
                  <a:lnTo>
                    <a:pt x="916" y="220"/>
                  </a:lnTo>
                  <a:lnTo>
                    <a:pt x="926" y="226"/>
                  </a:lnTo>
                  <a:lnTo>
                    <a:pt x="940" y="232"/>
                  </a:lnTo>
                  <a:lnTo>
                    <a:pt x="954" y="238"/>
                  </a:lnTo>
                  <a:lnTo>
                    <a:pt x="966" y="242"/>
                  </a:lnTo>
                  <a:lnTo>
                    <a:pt x="980" y="252"/>
                  </a:lnTo>
                  <a:lnTo>
                    <a:pt x="988" y="258"/>
                  </a:lnTo>
                  <a:lnTo>
                    <a:pt x="994" y="266"/>
                  </a:lnTo>
                  <a:lnTo>
                    <a:pt x="1004" y="284"/>
                  </a:lnTo>
                  <a:lnTo>
                    <a:pt x="1014" y="302"/>
                  </a:lnTo>
                  <a:lnTo>
                    <a:pt x="1024" y="318"/>
                  </a:lnTo>
                  <a:lnTo>
                    <a:pt x="1028" y="324"/>
                  </a:lnTo>
                  <a:lnTo>
                    <a:pt x="1030" y="328"/>
                  </a:lnTo>
                  <a:lnTo>
                    <a:pt x="1028" y="330"/>
                  </a:lnTo>
                  <a:lnTo>
                    <a:pt x="1026" y="332"/>
                  </a:lnTo>
                  <a:lnTo>
                    <a:pt x="1022" y="336"/>
                  </a:lnTo>
                  <a:lnTo>
                    <a:pt x="1020" y="338"/>
                  </a:lnTo>
                  <a:lnTo>
                    <a:pt x="1020" y="344"/>
                  </a:lnTo>
                  <a:lnTo>
                    <a:pt x="1024" y="350"/>
                  </a:lnTo>
                  <a:lnTo>
                    <a:pt x="1028" y="354"/>
                  </a:lnTo>
                  <a:lnTo>
                    <a:pt x="1036" y="360"/>
                  </a:lnTo>
                  <a:lnTo>
                    <a:pt x="1040" y="364"/>
                  </a:lnTo>
                  <a:lnTo>
                    <a:pt x="1044" y="368"/>
                  </a:lnTo>
                  <a:lnTo>
                    <a:pt x="1044" y="372"/>
                  </a:lnTo>
                  <a:lnTo>
                    <a:pt x="1040" y="380"/>
                  </a:lnTo>
                  <a:lnTo>
                    <a:pt x="1036" y="394"/>
                  </a:lnTo>
                  <a:lnTo>
                    <a:pt x="1036" y="396"/>
                  </a:lnTo>
                  <a:lnTo>
                    <a:pt x="1038" y="398"/>
                  </a:lnTo>
                  <a:lnTo>
                    <a:pt x="1044" y="396"/>
                  </a:lnTo>
                  <a:lnTo>
                    <a:pt x="1046" y="396"/>
                  </a:lnTo>
                  <a:lnTo>
                    <a:pt x="1050" y="396"/>
                  </a:lnTo>
                  <a:lnTo>
                    <a:pt x="1052" y="398"/>
                  </a:lnTo>
                  <a:lnTo>
                    <a:pt x="1054" y="398"/>
                  </a:lnTo>
                  <a:lnTo>
                    <a:pt x="1060" y="398"/>
                  </a:lnTo>
                  <a:lnTo>
                    <a:pt x="1068" y="398"/>
                  </a:lnTo>
                  <a:lnTo>
                    <a:pt x="1074" y="400"/>
                  </a:lnTo>
                  <a:lnTo>
                    <a:pt x="1080" y="404"/>
                  </a:lnTo>
                  <a:lnTo>
                    <a:pt x="1078" y="116"/>
                  </a:lnTo>
                  <a:lnTo>
                    <a:pt x="1070" y="114"/>
                  </a:lnTo>
                  <a:lnTo>
                    <a:pt x="1060" y="110"/>
                  </a:lnTo>
                  <a:lnTo>
                    <a:pt x="1038" y="100"/>
                  </a:lnTo>
                  <a:lnTo>
                    <a:pt x="1002" y="76"/>
                  </a:lnTo>
                  <a:lnTo>
                    <a:pt x="996" y="72"/>
                  </a:lnTo>
                  <a:lnTo>
                    <a:pt x="988" y="72"/>
                  </a:lnTo>
                  <a:lnTo>
                    <a:pt x="982" y="74"/>
                  </a:lnTo>
                  <a:lnTo>
                    <a:pt x="976" y="76"/>
                  </a:lnTo>
                  <a:lnTo>
                    <a:pt x="970" y="80"/>
                  </a:lnTo>
                  <a:lnTo>
                    <a:pt x="966" y="84"/>
                  </a:lnTo>
                  <a:lnTo>
                    <a:pt x="964" y="88"/>
                  </a:lnTo>
                  <a:lnTo>
                    <a:pt x="964" y="92"/>
                  </a:lnTo>
                  <a:lnTo>
                    <a:pt x="966" y="96"/>
                  </a:lnTo>
                  <a:lnTo>
                    <a:pt x="964" y="100"/>
                  </a:lnTo>
                  <a:lnTo>
                    <a:pt x="956" y="106"/>
                  </a:lnTo>
                  <a:lnTo>
                    <a:pt x="946" y="110"/>
                  </a:lnTo>
                  <a:lnTo>
                    <a:pt x="942" y="110"/>
                  </a:lnTo>
                  <a:lnTo>
                    <a:pt x="938" y="108"/>
                  </a:lnTo>
                  <a:lnTo>
                    <a:pt x="936" y="108"/>
                  </a:lnTo>
                  <a:lnTo>
                    <a:pt x="934" y="110"/>
                  </a:lnTo>
                  <a:lnTo>
                    <a:pt x="928" y="116"/>
                  </a:lnTo>
                  <a:lnTo>
                    <a:pt x="914" y="138"/>
                  </a:lnTo>
                  <a:lnTo>
                    <a:pt x="906" y="148"/>
                  </a:lnTo>
                  <a:lnTo>
                    <a:pt x="898" y="158"/>
                  </a:lnTo>
                  <a:lnTo>
                    <a:pt x="890" y="164"/>
                  </a:lnTo>
                  <a:lnTo>
                    <a:pt x="886" y="164"/>
                  </a:lnTo>
                  <a:lnTo>
                    <a:pt x="882" y="164"/>
                  </a:lnTo>
                  <a:lnTo>
                    <a:pt x="876" y="160"/>
                  </a:lnTo>
                  <a:lnTo>
                    <a:pt x="872" y="156"/>
                  </a:lnTo>
                  <a:lnTo>
                    <a:pt x="870" y="150"/>
                  </a:lnTo>
                  <a:lnTo>
                    <a:pt x="868" y="144"/>
                  </a:lnTo>
                  <a:lnTo>
                    <a:pt x="864" y="132"/>
                  </a:lnTo>
                  <a:lnTo>
                    <a:pt x="862" y="126"/>
                  </a:lnTo>
                  <a:lnTo>
                    <a:pt x="860" y="120"/>
                  </a:lnTo>
                  <a:lnTo>
                    <a:pt x="856" y="118"/>
                  </a:lnTo>
                  <a:lnTo>
                    <a:pt x="854" y="118"/>
                  </a:lnTo>
                  <a:lnTo>
                    <a:pt x="852" y="124"/>
                  </a:lnTo>
                  <a:lnTo>
                    <a:pt x="852" y="126"/>
                  </a:lnTo>
                  <a:lnTo>
                    <a:pt x="846" y="114"/>
                  </a:lnTo>
                  <a:lnTo>
                    <a:pt x="842" y="102"/>
                  </a:lnTo>
                  <a:lnTo>
                    <a:pt x="842" y="94"/>
                  </a:lnTo>
                  <a:lnTo>
                    <a:pt x="842" y="86"/>
                  </a:lnTo>
                  <a:lnTo>
                    <a:pt x="844" y="80"/>
                  </a:lnTo>
                  <a:lnTo>
                    <a:pt x="846" y="66"/>
                  </a:lnTo>
                  <a:lnTo>
                    <a:pt x="846" y="58"/>
                  </a:lnTo>
                  <a:lnTo>
                    <a:pt x="844" y="48"/>
                  </a:lnTo>
                  <a:lnTo>
                    <a:pt x="840" y="40"/>
                  </a:lnTo>
                  <a:lnTo>
                    <a:pt x="838" y="36"/>
                  </a:lnTo>
                  <a:lnTo>
                    <a:pt x="834" y="36"/>
                  </a:lnTo>
                  <a:lnTo>
                    <a:pt x="830" y="36"/>
                  </a:lnTo>
                  <a:lnTo>
                    <a:pt x="826" y="36"/>
                  </a:lnTo>
                  <a:lnTo>
                    <a:pt x="818" y="36"/>
                  </a:lnTo>
                  <a:lnTo>
                    <a:pt x="810" y="32"/>
                  </a:lnTo>
                  <a:lnTo>
                    <a:pt x="798" y="26"/>
                  </a:lnTo>
                  <a:lnTo>
                    <a:pt x="786" y="18"/>
                  </a:lnTo>
                  <a:lnTo>
                    <a:pt x="776" y="16"/>
                  </a:lnTo>
                  <a:lnTo>
                    <a:pt x="770" y="16"/>
                  </a:lnTo>
                  <a:lnTo>
                    <a:pt x="764" y="20"/>
                  </a:lnTo>
                  <a:lnTo>
                    <a:pt x="756" y="28"/>
                  </a:lnTo>
                  <a:lnTo>
                    <a:pt x="752" y="32"/>
                  </a:lnTo>
                  <a:lnTo>
                    <a:pt x="748" y="34"/>
                  </a:lnTo>
                  <a:lnTo>
                    <a:pt x="740" y="36"/>
                  </a:lnTo>
                  <a:lnTo>
                    <a:pt x="732" y="38"/>
                  </a:lnTo>
                  <a:lnTo>
                    <a:pt x="728" y="40"/>
                  </a:lnTo>
                  <a:lnTo>
                    <a:pt x="726" y="42"/>
                  </a:lnTo>
                  <a:lnTo>
                    <a:pt x="726" y="46"/>
                  </a:lnTo>
                  <a:close/>
                  <a:moveTo>
                    <a:pt x="1600" y="438"/>
                  </a:moveTo>
                  <a:lnTo>
                    <a:pt x="1600" y="438"/>
                  </a:lnTo>
                  <a:lnTo>
                    <a:pt x="1594" y="436"/>
                  </a:lnTo>
                  <a:lnTo>
                    <a:pt x="1588" y="434"/>
                  </a:lnTo>
                  <a:lnTo>
                    <a:pt x="1586" y="436"/>
                  </a:lnTo>
                  <a:lnTo>
                    <a:pt x="1588" y="438"/>
                  </a:lnTo>
                  <a:lnTo>
                    <a:pt x="1590" y="442"/>
                  </a:lnTo>
                  <a:lnTo>
                    <a:pt x="1590" y="444"/>
                  </a:lnTo>
                  <a:lnTo>
                    <a:pt x="1592" y="446"/>
                  </a:lnTo>
                  <a:lnTo>
                    <a:pt x="1596" y="448"/>
                  </a:lnTo>
                  <a:lnTo>
                    <a:pt x="1600" y="448"/>
                  </a:lnTo>
                  <a:lnTo>
                    <a:pt x="1604" y="446"/>
                  </a:lnTo>
                  <a:lnTo>
                    <a:pt x="1604" y="444"/>
                  </a:lnTo>
                  <a:lnTo>
                    <a:pt x="1600" y="438"/>
                  </a:lnTo>
                  <a:close/>
                  <a:moveTo>
                    <a:pt x="1606" y="1248"/>
                  </a:moveTo>
                  <a:lnTo>
                    <a:pt x="1606" y="1248"/>
                  </a:lnTo>
                  <a:lnTo>
                    <a:pt x="1606" y="1252"/>
                  </a:lnTo>
                  <a:lnTo>
                    <a:pt x="1604" y="1260"/>
                  </a:lnTo>
                  <a:lnTo>
                    <a:pt x="1604" y="1268"/>
                  </a:lnTo>
                  <a:lnTo>
                    <a:pt x="1604" y="1272"/>
                  </a:lnTo>
                  <a:lnTo>
                    <a:pt x="1606" y="1274"/>
                  </a:lnTo>
                  <a:lnTo>
                    <a:pt x="1608" y="1274"/>
                  </a:lnTo>
                  <a:lnTo>
                    <a:pt x="1610" y="1270"/>
                  </a:lnTo>
                  <a:lnTo>
                    <a:pt x="1610" y="1260"/>
                  </a:lnTo>
                  <a:lnTo>
                    <a:pt x="1614" y="1250"/>
                  </a:lnTo>
                  <a:lnTo>
                    <a:pt x="1620" y="1240"/>
                  </a:lnTo>
                  <a:lnTo>
                    <a:pt x="1620" y="1236"/>
                  </a:lnTo>
                  <a:lnTo>
                    <a:pt x="1618" y="1232"/>
                  </a:lnTo>
                  <a:lnTo>
                    <a:pt x="1618" y="1228"/>
                  </a:lnTo>
                  <a:lnTo>
                    <a:pt x="1616" y="1224"/>
                  </a:lnTo>
                  <a:lnTo>
                    <a:pt x="1616" y="1220"/>
                  </a:lnTo>
                  <a:lnTo>
                    <a:pt x="1614" y="1220"/>
                  </a:lnTo>
                  <a:lnTo>
                    <a:pt x="1612" y="1224"/>
                  </a:lnTo>
                  <a:lnTo>
                    <a:pt x="1612" y="1230"/>
                  </a:lnTo>
                  <a:lnTo>
                    <a:pt x="1612" y="1234"/>
                  </a:lnTo>
                  <a:lnTo>
                    <a:pt x="1612" y="1236"/>
                  </a:lnTo>
                  <a:lnTo>
                    <a:pt x="1608" y="1240"/>
                  </a:lnTo>
                  <a:lnTo>
                    <a:pt x="1606" y="1244"/>
                  </a:lnTo>
                  <a:lnTo>
                    <a:pt x="1604" y="1246"/>
                  </a:lnTo>
                  <a:lnTo>
                    <a:pt x="1606" y="1248"/>
                  </a:lnTo>
                  <a:close/>
                </a:path>
              </a:pathLst>
            </a:custGeom>
            <a:grpFill/>
            <a:ln w="6350">
              <a:noFill/>
              <a:round/>
              <a:headEnd/>
              <a:tailEnd/>
            </a:ln>
          </p:spPr>
          <p:txBody>
            <a:bodyPr/>
            <a:lstStyle/>
            <a:p>
              <a:endParaRPr lang="en-US" b="1" dirty="0"/>
            </a:p>
          </p:txBody>
        </p:sp>
        <p:sp>
          <p:nvSpPr>
            <p:cNvPr id="5" name="Freeform 6153">
              <a:extLst>
                <a:ext uri="{FF2B5EF4-FFF2-40B4-BE49-F238E27FC236}">
                  <a16:creationId xmlns:a16="http://schemas.microsoft.com/office/drawing/2014/main" id="{53DEC68B-5907-4261-86FA-2A221D0750E5}"/>
                </a:ext>
              </a:extLst>
            </p:cNvPr>
            <p:cNvSpPr>
              <a:spLocks noEditPoints="1"/>
            </p:cNvSpPr>
            <p:nvPr/>
          </p:nvSpPr>
          <p:spPr bwMode="auto">
            <a:xfrm>
              <a:off x="3915668" y="3671184"/>
              <a:ext cx="1239013" cy="1462182"/>
            </a:xfrm>
            <a:custGeom>
              <a:avLst/>
              <a:gdLst>
                <a:gd name="T0" fmla="*/ 1666909 w 2776"/>
                <a:gd name="T1" fmla="*/ 1643154 h 3628"/>
                <a:gd name="T2" fmla="*/ 1572963 w 2776"/>
                <a:gd name="T3" fmla="*/ 1734581 h 3628"/>
                <a:gd name="T4" fmla="*/ 1567885 w 2776"/>
                <a:gd name="T5" fmla="*/ 1859024 h 3628"/>
                <a:gd name="T6" fmla="*/ 1595815 w 2776"/>
                <a:gd name="T7" fmla="*/ 1991086 h 3628"/>
                <a:gd name="T8" fmla="*/ 1712613 w 2776"/>
                <a:gd name="T9" fmla="*/ 1728232 h 3628"/>
                <a:gd name="T10" fmla="*/ 1736734 w 2776"/>
                <a:gd name="T11" fmla="*/ 1666011 h 3628"/>
                <a:gd name="T12" fmla="*/ 1698648 w 2776"/>
                <a:gd name="T13" fmla="*/ 844434 h 3628"/>
                <a:gd name="T14" fmla="*/ 1576772 w 2776"/>
                <a:gd name="T15" fmla="*/ 868560 h 3628"/>
                <a:gd name="T16" fmla="*/ 1533607 w 2776"/>
                <a:gd name="T17" fmla="*/ 784752 h 3628"/>
                <a:gd name="T18" fmla="*/ 1484095 w 2776"/>
                <a:gd name="T19" fmla="*/ 730150 h 3628"/>
                <a:gd name="T20" fmla="*/ 1434583 w 2776"/>
                <a:gd name="T21" fmla="*/ 633643 h 3628"/>
                <a:gd name="T22" fmla="*/ 1401575 w 2776"/>
                <a:gd name="T23" fmla="*/ 539676 h 3628"/>
                <a:gd name="T24" fmla="*/ 1353332 w 2776"/>
                <a:gd name="T25" fmla="*/ 454597 h 3628"/>
                <a:gd name="T26" fmla="*/ 1301281 w 2776"/>
                <a:gd name="T27" fmla="*/ 313647 h 3628"/>
                <a:gd name="T28" fmla="*/ 1263195 w 2776"/>
                <a:gd name="T29" fmla="*/ 199363 h 3628"/>
                <a:gd name="T30" fmla="*/ 1197179 w 2776"/>
                <a:gd name="T31" fmla="*/ 219680 h 3628"/>
                <a:gd name="T32" fmla="*/ 1090537 w 2776"/>
                <a:gd name="T33" fmla="*/ 195553 h 3628"/>
                <a:gd name="T34" fmla="*/ 983895 w 2776"/>
                <a:gd name="T35" fmla="*/ 156189 h 3628"/>
                <a:gd name="T36" fmla="*/ 873445 w 2776"/>
                <a:gd name="T37" fmla="*/ 208251 h 3628"/>
                <a:gd name="T38" fmla="*/ 743952 w 2776"/>
                <a:gd name="T39" fmla="*/ 142220 h 3628"/>
                <a:gd name="T40" fmla="*/ 731256 w 2776"/>
                <a:gd name="T41" fmla="*/ 69840 h 3628"/>
                <a:gd name="T42" fmla="*/ 712213 w 2776"/>
                <a:gd name="T43" fmla="*/ 20317 h 3628"/>
                <a:gd name="T44" fmla="*/ 633502 w 2776"/>
                <a:gd name="T45" fmla="*/ 8889 h 3628"/>
                <a:gd name="T46" fmla="*/ 534477 w 2776"/>
                <a:gd name="T47" fmla="*/ 17778 h 3628"/>
                <a:gd name="T48" fmla="*/ 424027 w 2776"/>
                <a:gd name="T49" fmla="*/ 54602 h 3628"/>
                <a:gd name="T50" fmla="*/ 344046 w 2776"/>
                <a:gd name="T51" fmla="*/ 72380 h 3628"/>
                <a:gd name="T52" fmla="*/ 210744 w 2776"/>
                <a:gd name="T53" fmla="*/ 162538 h 3628"/>
                <a:gd name="T54" fmla="*/ 124415 w 2776"/>
                <a:gd name="T55" fmla="*/ 312377 h 3628"/>
                <a:gd name="T56" fmla="*/ 38086 w 2776"/>
                <a:gd name="T57" fmla="*/ 453328 h 3628"/>
                <a:gd name="T58" fmla="*/ 15235 w 2776"/>
                <a:gd name="T59" fmla="*/ 537136 h 3628"/>
                <a:gd name="T60" fmla="*/ 38086 w 2776"/>
                <a:gd name="T61" fmla="*/ 626024 h 3628"/>
                <a:gd name="T62" fmla="*/ 25391 w 2776"/>
                <a:gd name="T63" fmla="*/ 775863 h 3628"/>
                <a:gd name="T64" fmla="*/ 34278 w 2776"/>
                <a:gd name="T65" fmla="*/ 802530 h 3628"/>
                <a:gd name="T66" fmla="*/ 34278 w 2776"/>
                <a:gd name="T67" fmla="*/ 825386 h 3628"/>
                <a:gd name="T68" fmla="*/ 54590 w 2776"/>
                <a:gd name="T69" fmla="*/ 848243 h 3628"/>
                <a:gd name="T70" fmla="*/ 71094 w 2776"/>
                <a:gd name="T71" fmla="*/ 863481 h 3628"/>
                <a:gd name="T72" fmla="*/ 106642 w 2776"/>
                <a:gd name="T73" fmla="*/ 909195 h 3628"/>
                <a:gd name="T74" fmla="*/ 115528 w 2776"/>
                <a:gd name="T75" fmla="*/ 940941 h 3628"/>
                <a:gd name="T76" fmla="*/ 171388 w 2776"/>
                <a:gd name="T77" fmla="*/ 996813 h 3628"/>
                <a:gd name="T78" fmla="*/ 319925 w 2776"/>
                <a:gd name="T79" fmla="*/ 1036177 h 3628"/>
                <a:gd name="T80" fmla="*/ 411332 w 2776"/>
                <a:gd name="T81" fmla="*/ 1038717 h 3628"/>
                <a:gd name="T82" fmla="*/ 535747 w 2776"/>
                <a:gd name="T83" fmla="*/ 993003 h 3628"/>
                <a:gd name="T84" fmla="*/ 632232 w 2776"/>
                <a:gd name="T85" fmla="*/ 1052685 h 3628"/>
                <a:gd name="T86" fmla="*/ 690631 w 2776"/>
                <a:gd name="T87" fmla="*/ 1069193 h 3628"/>
                <a:gd name="T88" fmla="*/ 686822 w 2776"/>
                <a:gd name="T89" fmla="*/ 1158081 h 3628"/>
                <a:gd name="T90" fmla="*/ 700787 w 2776"/>
                <a:gd name="T91" fmla="*/ 1193636 h 3628"/>
                <a:gd name="T92" fmla="*/ 690631 w 2776"/>
                <a:gd name="T93" fmla="*/ 1262206 h 3628"/>
                <a:gd name="T94" fmla="*/ 766804 w 2776"/>
                <a:gd name="T95" fmla="*/ 1376491 h 3628"/>
                <a:gd name="T96" fmla="*/ 797273 w 2776"/>
                <a:gd name="T97" fmla="*/ 1521251 h 3628"/>
                <a:gd name="T98" fmla="*/ 746491 w 2776"/>
                <a:gd name="T99" fmla="*/ 1737121 h 3628"/>
                <a:gd name="T100" fmla="*/ 846785 w 2776"/>
                <a:gd name="T101" fmla="*/ 2073625 h 3628"/>
                <a:gd name="T102" fmla="*/ 903914 w 2776"/>
                <a:gd name="T103" fmla="*/ 2242511 h 3628"/>
                <a:gd name="T104" fmla="*/ 934383 w 2776"/>
                <a:gd name="T105" fmla="*/ 2289495 h 3628"/>
                <a:gd name="T106" fmla="*/ 1009286 w 2776"/>
                <a:gd name="T107" fmla="*/ 2284416 h 3628"/>
                <a:gd name="T108" fmla="*/ 1104502 w 2776"/>
                <a:gd name="T109" fmla="*/ 2269178 h 3628"/>
                <a:gd name="T110" fmla="*/ 1280968 w 2776"/>
                <a:gd name="T111" fmla="*/ 2079974 h 3628"/>
                <a:gd name="T112" fmla="*/ 1354602 w 2776"/>
                <a:gd name="T113" fmla="*/ 1940293 h 3628"/>
                <a:gd name="T114" fmla="*/ 1338098 w 2776"/>
                <a:gd name="T115" fmla="*/ 1812041 h 3628"/>
                <a:gd name="T116" fmla="*/ 1482826 w 2776"/>
                <a:gd name="T117" fmla="*/ 1673630 h 3628"/>
                <a:gd name="T118" fmla="*/ 1475208 w 2776"/>
                <a:gd name="T119" fmla="*/ 1513632 h 3628"/>
                <a:gd name="T120" fmla="*/ 1448548 w 2776"/>
                <a:gd name="T121" fmla="*/ 1400617 h 3628"/>
                <a:gd name="T122" fmla="*/ 1491712 w 2776"/>
                <a:gd name="T123" fmla="*/ 1268555 h 3628"/>
                <a:gd name="T124" fmla="*/ 1679605 w 2776"/>
                <a:gd name="T125" fmla="*/ 1045066 h 362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776"/>
                <a:gd name="T190" fmla="*/ 0 h 3628"/>
                <a:gd name="T191" fmla="*/ 2776 w 2776"/>
                <a:gd name="T192" fmla="*/ 3628 h 362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776" h="3628">
                  <a:moveTo>
                    <a:pt x="2710" y="2504"/>
                  </a:moveTo>
                  <a:lnTo>
                    <a:pt x="2710" y="2504"/>
                  </a:lnTo>
                  <a:lnTo>
                    <a:pt x="2706" y="2498"/>
                  </a:lnTo>
                  <a:lnTo>
                    <a:pt x="2702" y="2492"/>
                  </a:lnTo>
                  <a:lnTo>
                    <a:pt x="2698" y="2476"/>
                  </a:lnTo>
                  <a:lnTo>
                    <a:pt x="2696" y="2470"/>
                  </a:lnTo>
                  <a:lnTo>
                    <a:pt x="2692" y="2466"/>
                  </a:lnTo>
                  <a:lnTo>
                    <a:pt x="2690" y="2468"/>
                  </a:lnTo>
                  <a:lnTo>
                    <a:pt x="2684" y="2472"/>
                  </a:lnTo>
                  <a:lnTo>
                    <a:pt x="2680" y="2480"/>
                  </a:lnTo>
                  <a:lnTo>
                    <a:pt x="2678" y="2486"/>
                  </a:lnTo>
                  <a:lnTo>
                    <a:pt x="2676" y="2508"/>
                  </a:lnTo>
                  <a:lnTo>
                    <a:pt x="2674" y="2518"/>
                  </a:lnTo>
                  <a:lnTo>
                    <a:pt x="2672" y="2526"/>
                  </a:lnTo>
                  <a:lnTo>
                    <a:pt x="2668" y="2532"/>
                  </a:lnTo>
                  <a:lnTo>
                    <a:pt x="2664" y="2536"/>
                  </a:lnTo>
                  <a:lnTo>
                    <a:pt x="2656" y="2542"/>
                  </a:lnTo>
                  <a:lnTo>
                    <a:pt x="2648" y="2544"/>
                  </a:lnTo>
                  <a:lnTo>
                    <a:pt x="2634" y="2546"/>
                  </a:lnTo>
                  <a:lnTo>
                    <a:pt x="2632" y="2548"/>
                  </a:lnTo>
                  <a:lnTo>
                    <a:pt x="2632" y="2554"/>
                  </a:lnTo>
                  <a:lnTo>
                    <a:pt x="2638" y="2566"/>
                  </a:lnTo>
                  <a:lnTo>
                    <a:pt x="2636" y="2572"/>
                  </a:lnTo>
                  <a:lnTo>
                    <a:pt x="2636" y="2576"/>
                  </a:lnTo>
                  <a:lnTo>
                    <a:pt x="2626" y="2588"/>
                  </a:lnTo>
                  <a:lnTo>
                    <a:pt x="2606" y="2608"/>
                  </a:lnTo>
                  <a:lnTo>
                    <a:pt x="2596" y="2618"/>
                  </a:lnTo>
                  <a:lnTo>
                    <a:pt x="2588" y="2628"/>
                  </a:lnTo>
                  <a:lnTo>
                    <a:pt x="2578" y="2640"/>
                  </a:lnTo>
                  <a:lnTo>
                    <a:pt x="2572" y="2646"/>
                  </a:lnTo>
                  <a:lnTo>
                    <a:pt x="2564" y="2650"/>
                  </a:lnTo>
                  <a:lnTo>
                    <a:pt x="2554" y="2652"/>
                  </a:lnTo>
                  <a:lnTo>
                    <a:pt x="2538" y="2656"/>
                  </a:lnTo>
                  <a:lnTo>
                    <a:pt x="2530" y="2658"/>
                  </a:lnTo>
                  <a:lnTo>
                    <a:pt x="2526" y="2660"/>
                  </a:lnTo>
                  <a:lnTo>
                    <a:pt x="2522" y="2664"/>
                  </a:lnTo>
                  <a:lnTo>
                    <a:pt x="2520" y="2668"/>
                  </a:lnTo>
                  <a:lnTo>
                    <a:pt x="2516" y="2670"/>
                  </a:lnTo>
                  <a:lnTo>
                    <a:pt x="2512" y="2670"/>
                  </a:lnTo>
                  <a:lnTo>
                    <a:pt x="2506" y="2670"/>
                  </a:lnTo>
                  <a:lnTo>
                    <a:pt x="2500" y="2670"/>
                  </a:lnTo>
                  <a:lnTo>
                    <a:pt x="2496" y="2670"/>
                  </a:lnTo>
                  <a:lnTo>
                    <a:pt x="2496" y="2672"/>
                  </a:lnTo>
                  <a:lnTo>
                    <a:pt x="2496" y="2676"/>
                  </a:lnTo>
                  <a:lnTo>
                    <a:pt x="2494" y="2690"/>
                  </a:lnTo>
                  <a:lnTo>
                    <a:pt x="2492" y="2700"/>
                  </a:lnTo>
                  <a:lnTo>
                    <a:pt x="2486" y="2712"/>
                  </a:lnTo>
                  <a:lnTo>
                    <a:pt x="2480" y="2724"/>
                  </a:lnTo>
                  <a:lnTo>
                    <a:pt x="2478" y="2732"/>
                  </a:lnTo>
                  <a:lnTo>
                    <a:pt x="2478" y="2738"/>
                  </a:lnTo>
                  <a:lnTo>
                    <a:pt x="2478" y="2742"/>
                  </a:lnTo>
                  <a:lnTo>
                    <a:pt x="2482" y="2750"/>
                  </a:lnTo>
                  <a:lnTo>
                    <a:pt x="2482" y="2754"/>
                  </a:lnTo>
                  <a:lnTo>
                    <a:pt x="2482" y="2762"/>
                  </a:lnTo>
                  <a:lnTo>
                    <a:pt x="2480" y="2772"/>
                  </a:lnTo>
                  <a:lnTo>
                    <a:pt x="2480" y="2778"/>
                  </a:lnTo>
                  <a:lnTo>
                    <a:pt x="2484" y="2790"/>
                  </a:lnTo>
                  <a:lnTo>
                    <a:pt x="2488" y="2798"/>
                  </a:lnTo>
                  <a:lnTo>
                    <a:pt x="2488" y="2802"/>
                  </a:lnTo>
                  <a:lnTo>
                    <a:pt x="2488" y="2806"/>
                  </a:lnTo>
                  <a:lnTo>
                    <a:pt x="2488" y="2814"/>
                  </a:lnTo>
                  <a:lnTo>
                    <a:pt x="2490" y="2820"/>
                  </a:lnTo>
                  <a:lnTo>
                    <a:pt x="2494" y="2832"/>
                  </a:lnTo>
                  <a:lnTo>
                    <a:pt x="2498" y="2848"/>
                  </a:lnTo>
                  <a:lnTo>
                    <a:pt x="2498" y="2860"/>
                  </a:lnTo>
                  <a:lnTo>
                    <a:pt x="2496" y="2868"/>
                  </a:lnTo>
                  <a:lnTo>
                    <a:pt x="2492" y="2876"/>
                  </a:lnTo>
                  <a:lnTo>
                    <a:pt x="2488" y="2884"/>
                  </a:lnTo>
                  <a:lnTo>
                    <a:pt x="2480" y="2900"/>
                  </a:lnTo>
                  <a:lnTo>
                    <a:pt x="2476" y="2908"/>
                  </a:lnTo>
                  <a:lnTo>
                    <a:pt x="2474" y="2916"/>
                  </a:lnTo>
                  <a:lnTo>
                    <a:pt x="2472" y="2924"/>
                  </a:lnTo>
                  <a:lnTo>
                    <a:pt x="2470" y="2928"/>
                  </a:lnTo>
                  <a:lnTo>
                    <a:pt x="2466" y="2928"/>
                  </a:lnTo>
                  <a:lnTo>
                    <a:pt x="2464" y="2928"/>
                  </a:lnTo>
                  <a:lnTo>
                    <a:pt x="2462" y="2930"/>
                  </a:lnTo>
                  <a:lnTo>
                    <a:pt x="2458" y="2934"/>
                  </a:lnTo>
                  <a:lnTo>
                    <a:pt x="2454" y="2942"/>
                  </a:lnTo>
                  <a:lnTo>
                    <a:pt x="2450" y="2954"/>
                  </a:lnTo>
                  <a:lnTo>
                    <a:pt x="2448" y="2968"/>
                  </a:lnTo>
                  <a:lnTo>
                    <a:pt x="2446" y="2980"/>
                  </a:lnTo>
                  <a:lnTo>
                    <a:pt x="2448" y="2990"/>
                  </a:lnTo>
                  <a:lnTo>
                    <a:pt x="2448" y="2998"/>
                  </a:lnTo>
                  <a:lnTo>
                    <a:pt x="2456" y="3012"/>
                  </a:lnTo>
                  <a:lnTo>
                    <a:pt x="2464" y="3026"/>
                  </a:lnTo>
                  <a:lnTo>
                    <a:pt x="2466" y="3034"/>
                  </a:lnTo>
                  <a:lnTo>
                    <a:pt x="2466" y="3040"/>
                  </a:lnTo>
                  <a:lnTo>
                    <a:pt x="2466" y="3054"/>
                  </a:lnTo>
                  <a:lnTo>
                    <a:pt x="2464" y="3062"/>
                  </a:lnTo>
                  <a:lnTo>
                    <a:pt x="2466" y="3072"/>
                  </a:lnTo>
                  <a:lnTo>
                    <a:pt x="2468" y="3084"/>
                  </a:lnTo>
                  <a:lnTo>
                    <a:pt x="2474" y="3100"/>
                  </a:lnTo>
                  <a:lnTo>
                    <a:pt x="2480" y="3114"/>
                  </a:lnTo>
                  <a:lnTo>
                    <a:pt x="2486" y="3122"/>
                  </a:lnTo>
                  <a:lnTo>
                    <a:pt x="2492" y="3126"/>
                  </a:lnTo>
                  <a:lnTo>
                    <a:pt x="2498" y="3130"/>
                  </a:lnTo>
                  <a:lnTo>
                    <a:pt x="2510" y="3134"/>
                  </a:lnTo>
                  <a:lnTo>
                    <a:pt x="2514" y="3136"/>
                  </a:lnTo>
                  <a:lnTo>
                    <a:pt x="2520" y="3142"/>
                  </a:lnTo>
                  <a:lnTo>
                    <a:pt x="2522" y="3144"/>
                  </a:lnTo>
                  <a:lnTo>
                    <a:pt x="2526" y="3146"/>
                  </a:lnTo>
                  <a:lnTo>
                    <a:pt x="2534" y="3146"/>
                  </a:lnTo>
                  <a:lnTo>
                    <a:pt x="2544" y="3144"/>
                  </a:lnTo>
                  <a:lnTo>
                    <a:pt x="2554" y="3140"/>
                  </a:lnTo>
                  <a:lnTo>
                    <a:pt x="2574" y="3128"/>
                  </a:lnTo>
                  <a:lnTo>
                    <a:pt x="2584" y="3124"/>
                  </a:lnTo>
                  <a:lnTo>
                    <a:pt x="2594" y="3122"/>
                  </a:lnTo>
                  <a:lnTo>
                    <a:pt x="2598" y="3120"/>
                  </a:lnTo>
                  <a:lnTo>
                    <a:pt x="2602" y="3116"/>
                  </a:lnTo>
                  <a:lnTo>
                    <a:pt x="2610" y="3096"/>
                  </a:lnTo>
                  <a:lnTo>
                    <a:pt x="2620" y="3068"/>
                  </a:lnTo>
                  <a:lnTo>
                    <a:pt x="2628" y="3034"/>
                  </a:lnTo>
                  <a:lnTo>
                    <a:pt x="2648" y="2952"/>
                  </a:lnTo>
                  <a:lnTo>
                    <a:pt x="2668" y="2870"/>
                  </a:lnTo>
                  <a:lnTo>
                    <a:pt x="2682" y="2822"/>
                  </a:lnTo>
                  <a:lnTo>
                    <a:pt x="2694" y="2792"/>
                  </a:lnTo>
                  <a:lnTo>
                    <a:pt x="2696" y="2780"/>
                  </a:lnTo>
                  <a:lnTo>
                    <a:pt x="2700" y="2768"/>
                  </a:lnTo>
                  <a:lnTo>
                    <a:pt x="2700" y="2756"/>
                  </a:lnTo>
                  <a:lnTo>
                    <a:pt x="2698" y="2742"/>
                  </a:lnTo>
                  <a:lnTo>
                    <a:pt x="2698" y="2730"/>
                  </a:lnTo>
                  <a:lnTo>
                    <a:pt x="2698" y="2722"/>
                  </a:lnTo>
                  <a:lnTo>
                    <a:pt x="2700" y="2718"/>
                  </a:lnTo>
                  <a:lnTo>
                    <a:pt x="2704" y="2714"/>
                  </a:lnTo>
                  <a:lnTo>
                    <a:pt x="2710" y="2710"/>
                  </a:lnTo>
                  <a:lnTo>
                    <a:pt x="2712" y="2706"/>
                  </a:lnTo>
                  <a:lnTo>
                    <a:pt x="2710" y="2700"/>
                  </a:lnTo>
                  <a:lnTo>
                    <a:pt x="2710" y="2690"/>
                  </a:lnTo>
                  <a:lnTo>
                    <a:pt x="2712" y="2684"/>
                  </a:lnTo>
                  <a:lnTo>
                    <a:pt x="2712" y="2674"/>
                  </a:lnTo>
                  <a:lnTo>
                    <a:pt x="2712" y="2670"/>
                  </a:lnTo>
                  <a:lnTo>
                    <a:pt x="2710" y="2662"/>
                  </a:lnTo>
                  <a:lnTo>
                    <a:pt x="2706" y="2654"/>
                  </a:lnTo>
                  <a:lnTo>
                    <a:pt x="2706" y="2648"/>
                  </a:lnTo>
                  <a:lnTo>
                    <a:pt x="2706" y="2642"/>
                  </a:lnTo>
                  <a:lnTo>
                    <a:pt x="2708" y="2638"/>
                  </a:lnTo>
                  <a:lnTo>
                    <a:pt x="2710" y="2636"/>
                  </a:lnTo>
                  <a:lnTo>
                    <a:pt x="2714" y="2640"/>
                  </a:lnTo>
                  <a:lnTo>
                    <a:pt x="2718" y="2646"/>
                  </a:lnTo>
                  <a:lnTo>
                    <a:pt x="2722" y="2658"/>
                  </a:lnTo>
                  <a:lnTo>
                    <a:pt x="2724" y="2662"/>
                  </a:lnTo>
                  <a:lnTo>
                    <a:pt x="2728" y="2662"/>
                  </a:lnTo>
                  <a:lnTo>
                    <a:pt x="2732" y="2658"/>
                  </a:lnTo>
                  <a:lnTo>
                    <a:pt x="2734" y="2652"/>
                  </a:lnTo>
                  <a:lnTo>
                    <a:pt x="2736" y="2644"/>
                  </a:lnTo>
                  <a:lnTo>
                    <a:pt x="2738" y="2634"/>
                  </a:lnTo>
                  <a:lnTo>
                    <a:pt x="2736" y="2624"/>
                  </a:lnTo>
                  <a:lnTo>
                    <a:pt x="2734" y="2614"/>
                  </a:lnTo>
                  <a:lnTo>
                    <a:pt x="2732" y="2604"/>
                  </a:lnTo>
                  <a:lnTo>
                    <a:pt x="2730" y="2590"/>
                  </a:lnTo>
                  <a:lnTo>
                    <a:pt x="2724" y="2556"/>
                  </a:lnTo>
                  <a:lnTo>
                    <a:pt x="2720" y="2522"/>
                  </a:lnTo>
                  <a:lnTo>
                    <a:pt x="2716" y="2510"/>
                  </a:lnTo>
                  <a:lnTo>
                    <a:pt x="2710" y="2504"/>
                  </a:lnTo>
                  <a:close/>
                  <a:moveTo>
                    <a:pt x="2770" y="1364"/>
                  </a:moveTo>
                  <a:lnTo>
                    <a:pt x="2770" y="1364"/>
                  </a:lnTo>
                  <a:lnTo>
                    <a:pt x="2764" y="1352"/>
                  </a:lnTo>
                  <a:lnTo>
                    <a:pt x="2762" y="1342"/>
                  </a:lnTo>
                  <a:lnTo>
                    <a:pt x="2764" y="1332"/>
                  </a:lnTo>
                  <a:lnTo>
                    <a:pt x="2766" y="1322"/>
                  </a:lnTo>
                  <a:lnTo>
                    <a:pt x="2770" y="1316"/>
                  </a:lnTo>
                  <a:lnTo>
                    <a:pt x="2770" y="1308"/>
                  </a:lnTo>
                  <a:lnTo>
                    <a:pt x="2768" y="1304"/>
                  </a:lnTo>
                  <a:lnTo>
                    <a:pt x="2762" y="1300"/>
                  </a:lnTo>
                  <a:lnTo>
                    <a:pt x="2752" y="1300"/>
                  </a:lnTo>
                  <a:lnTo>
                    <a:pt x="2746" y="1302"/>
                  </a:lnTo>
                  <a:lnTo>
                    <a:pt x="2730" y="1314"/>
                  </a:lnTo>
                  <a:lnTo>
                    <a:pt x="2720" y="1320"/>
                  </a:lnTo>
                  <a:lnTo>
                    <a:pt x="2708" y="1326"/>
                  </a:lnTo>
                  <a:lnTo>
                    <a:pt x="2694" y="1330"/>
                  </a:lnTo>
                  <a:lnTo>
                    <a:pt x="2676" y="1330"/>
                  </a:lnTo>
                  <a:lnTo>
                    <a:pt x="2660" y="1332"/>
                  </a:lnTo>
                  <a:lnTo>
                    <a:pt x="2650" y="1332"/>
                  </a:lnTo>
                  <a:lnTo>
                    <a:pt x="2646" y="1334"/>
                  </a:lnTo>
                  <a:lnTo>
                    <a:pt x="2646" y="1336"/>
                  </a:lnTo>
                  <a:lnTo>
                    <a:pt x="2646" y="1338"/>
                  </a:lnTo>
                  <a:lnTo>
                    <a:pt x="2644" y="1340"/>
                  </a:lnTo>
                  <a:lnTo>
                    <a:pt x="2640" y="1340"/>
                  </a:lnTo>
                  <a:lnTo>
                    <a:pt x="2630" y="1340"/>
                  </a:lnTo>
                  <a:lnTo>
                    <a:pt x="2618" y="1340"/>
                  </a:lnTo>
                  <a:lnTo>
                    <a:pt x="2608" y="1342"/>
                  </a:lnTo>
                  <a:lnTo>
                    <a:pt x="2602" y="1346"/>
                  </a:lnTo>
                  <a:lnTo>
                    <a:pt x="2596" y="1352"/>
                  </a:lnTo>
                  <a:lnTo>
                    <a:pt x="2590" y="1356"/>
                  </a:lnTo>
                  <a:lnTo>
                    <a:pt x="2584" y="1360"/>
                  </a:lnTo>
                  <a:lnTo>
                    <a:pt x="2574" y="1360"/>
                  </a:lnTo>
                  <a:lnTo>
                    <a:pt x="2564" y="1358"/>
                  </a:lnTo>
                  <a:lnTo>
                    <a:pt x="2552" y="1356"/>
                  </a:lnTo>
                  <a:lnTo>
                    <a:pt x="2542" y="1356"/>
                  </a:lnTo>
                  <a:lnTo>
                    <a:pt x="2534" y="1360"/>
                  </a:lnTo>
                  <a:lnTo>
                    <a:pt x="2528" y="1366"/>
                  </a:lnTo>
                  <a:lnTo>
                    <a:pt x="2520" y="1370"/>
                  </a:lnTo>
                  <a:lnTo>
                    <a:pt x="2512" y="1374"/>
                  </a:lnTo>
                  <a:lnTo>
                    <a:pt x="2504" y="1376"/>
                  </a:lnTo>
                  <a:lnTo>
                    <a:pt x="2494" y="1374"/>
                  </a:lnTo>
                  <a:lnTo>
                    <a:pt x="2484" y="1368"/>
                  </a:lnTo>
                  <a:lnTo>
                    <a:pt x="2476" y="1362"/>
                  </a:lnTo>
                  <a:lnTo>
                    <a:pt x="2470" y="1356"/>
                  </a:lnTo>
                  <a:lnTo>
                    <a:pt x="2466" y="1350"/>
                  </a:lnTo>
                  <a:lnTo>
                    <a:pt x="2458" y="1334"/>
                  </a:lnTo>
                  <a:lnTo>
                    <a:pt x="2454" y="1328"/>
                  </a:lnTo>
                  <a:lnTo>
                    <a:pt x="2448" y="1320"/>
                  </a:lnTo>
                  <a:lnTo>
                    <a:pt x="2444" y="1318"/>
                  </a:lnTo>
                  <a:lnTo>
                    <a:pt x="2438" y="1316"/>
                  </a:lnTo>
                  <a:lnTo>
                    <a:pt x="2428" y="1316"/>
                  </a:lnTo>
                  <a:lnTo>
                    <a:pt x="2426" y="1316"/>
                  </a:lnTo>
                  <a:lnTo>
                    <a:pt x="2428" y="1314"/>
                  </a:lnTo>
                  <a:lnTo>
                    <a:pt x="2444" y="1302"/>
                  </a:lnTo>
                  <a:lnTo>
                    <a:pt x="2450" y="1298"/>
                  </a:lnTo>
                  <a:lnTo>
                    <a:pt x="2452" y="1294"/>
                  </a:lnTo>
                  <a:lnTo>
                    <a:pt x="2452" y="1288"/>
                  </a:lnTo>
                  <a:lnTo>
                    <a:pt x="2452" y="1284"/>
                  </a:lnTo>
                  <a:lnTo>
                    <a:pt x="2448" y="1272"/>
                  </a:lnTo>
                  <a:lnTo>
                    <a:pt x="2440" y="1260"/>
                  </a:lnTo>
                  <a:lnTo>
                    <a:pt x="2436" y="1256"/>
                  </a:lnTo>
                  <a:lnTo>
                    <a:pt x="2432" y="1254"/>
                  </a:lnTo>
                  <a:lnTo>
                    <a:pt x="2426" y="1252"/>
                  </a:lnTo>
                  <a:lnTo>
                    <a:pt x="2422" y="1244"/>
                  </a:lnTo>
                  <a:lnTo>
                    <a:pt x="2418" y="1238"/>
                  </a:lnTo>
                  <a:lnTo>
                    <a:pt x="2416" y="1236"/>
                  </a:lnTo>
                  <a:lnTo>
                    <a:pt x="2414" y="1232"/>
                  </a:lnTo>
                  <a:lnTo>
                    <a:pt x="2410" y="1224"/>
                  </a:lnTo>
                  <a:lnTo>
                    <a:pt x="2404" y="1214"/>
                  </a:lnTo>
                  <a:lnTo>
                    <a:pt x="2402" y="1214"/>
                  </a:lnTo>
                  <a:lnTo>
                    <a:pt x="2402" y="1216"/>
                  </a:lnTo>
                  <a:lnTo>
                    <a:pt x="2396" y="1208"/>
                  </a:lnTo>
                  <a:lnTo>
                    <a:pt x="2394" y="1204"/>
                  </a:lnTo>
                  <a:lnTo>
                    <a:pt x="2392" y="1202"/>
                  </a:lnTo>
                  <a:lnTo>
                    <a:pt x="2388" y="1202"/>
                  </a:lnTo>
                  <a:lnTo>
                    <a:pt x="2384" y="1202"/>
                  </a:lnTo>
                  <a:lnTo>
                    <a:pt x="2382" y="1198"/>
                  </a:lnTo>
                  <a:lnTo>
                    <a:pt x="2378" y="1192"/>
                  </a:lnTo>
                  <a:lnTo>
                    <a:pt x="2372" y="1182"/>
                  </a:lnTo>
                  <a:lnTo>
                    <a:pt x="2366" y="1172"/>
                  </a:lnTo>
                  <a:lnTo>
                    <a:pt x="2362" y="1166"/>
                  </a:lnTo>
                  <a:lnTo>
                    <a:pt x="2358" y="1164"/>
                  </a:lnTo>
                  <a:lnTo>
                    <a:pt x="2356" y="1164"/>
                  </a:lnTo>
                  <a:lnTo>
                    <a:pt x="2354" y="1166"/>
                  </a:lnTo>
                  <a:lnTo>
                    <a:pt x="2352" y="1166"/>
                  </a:lnTo>
                  <a:lnTo>
                    <a:pt x="2348" y="1162"/>
                  </a:lnTo>
                  <a:lnTo>
                    <a:pt x="2344" y="1156"/>
                  </a:lnTo>
                  <a:lnTo>
                    <a:pt x="2340" y="1150"/>
                  </a:lnTo>
                  <a:lnTo>
                    <a:pt x="2338" y="1150"/>
                  </a:lnTo>
                  <a:lnTo>
                    <a:pt x="2334" y="1150"/>
                  </a:lnTo>
                  <a:lnTo>
                    <a:pt x="2332" y="1152"/>
                  </a:lnTo>
                  <a:lnTo>
                    <a:pt x="2330" y="1152"/>
                  </a:lnTo>
                  <a:lnTo>
                    <a:pt x="2326" y="1150"/>
                  </a:lnTo>
                  <a:lnTo>
                    <a:pt x="2322" y="1144"/>
                  </a:lnTo>
                  <a:lnTo>
                    <a:pt x="2316" y="1132"/>
                  </a:lnTo>
                  <a:lnTo>
                    <a:pt x="2312" y="1124"/>
                  </a:lnTo>
                  <a:lnTo>
                    <a:pt x="2310" y="1122"/>
                  </a:lnTo>
                  <a:lnTo>
                    <a:pt x="2308" y="1124"/>
                  </a:lnTo>
                  <a:lnTo>
                    <a:pt x="2308" y="1128"/>
                  </a:lnTo>
                  <a:lnTo>
                    <a:pt x="2308" y="1140"/>
                  </a:lnTo>
                  <a:lnTo>
                    <a:pt x="2308" y="1144"/>
                  </a:lnTo>
                  <a:lnTo>
                    <a:pt x="2306" y="1146"/>
                  </a:lnTo>
                  <a:lnTo>
                    <a:pt x="2304" y="1142"/>
                  </a:lnTo>
                  <a:lnTo>
                    <a:pt x="2300" y="1136"/>
                  </a:lnTo>
                  <a:lnTo>
                    <a:pt x="2298" y="1126"/>
                  </a:lnTo>
                  <a:lnTo>
                    <a:pt x="2290" y="1110"/>
                  </a:lnTo>
                  <a:lnTo>
                    <a:pt x="2286" y="1100"/>
                  </a:lnTo>
                  <a:lnTo>
                    <a:pt x="2284" y="1086"/>
                  </a:lnTo>
                  <a:lnTo>
                    <a:pt x="2280" y="1058"/>
                  </a:lnTo>
                  <a:lnTo>
                    <a:pt x="2276" y="1042"/>
                  </a:lnTo>
                  <a:lnTo>
                    <a:pt x="2272" y="1026"/>
                  </a:lnTo>
                  <a:lnTo>
                    <a:pt x="2268" y="1012"/>
                  </a:lnTo>
                  <a:lnTo>
                    <a:pt x="2260" y="998"/>
                  </a:lnTo>
                  <a:lnTo>
                    <a:pt x="2252" y="988"/>
                  </a:lnTo>
                  <a:lnTo>
                    <a:pt x="2248" y="984"/>
                  </a:lnTo>
                  <a:lnTo>
                    <a:pt x="2244" y="986"/>
                  </a:lnTo>
                  <a:lnTo>
                    <a:pt x="2242" y="986"/>
                  </a:lnTo>
                  <a:lnTo>
                    <a:pt x="2240" y="984"/>
                  </a:lnTo>
                  <a:lnTo>
                    <a:pt x="2236" y="976"/>
                  </a:lnTo>
                  <a:lnTo>
                    <a:pt x="2230" y="968"/>
                  </a:lnTo>
                  <a:lnTo>
                    <a:pt x="2226" y="966"/>
                  </a:lnTo>
                  <a:lnTo>
                    <a:pt x="2222" y="966"/>
                  </a:lnTo>
                  <a:lnTo>
                    <a:pt x="2220" y="966"/>
                  </a:lnTo>
                  <a:lnTo>
                    <a:pt x="2218" y="964"/>
                  </a:lnTo>
                  <a:lnTo>
                    <a:pt x="2212" y="956"/>
                  </a:lnTo>
                  <a:lnTo>
                    <a:pt x="2208" y="944"/>
                  </a:lnTo>
                  <a:lnTo>
                    <a:pt x="2206" y="928"/>
                  </a:lnTo>
                  <a:lnTo>
                    <a:pt x="2202" y="900"/>
                  </a:lnTo>
                  <a:lnTo>
                    <a:pt x="2200" y="890"/>
                  </a:lnTo>
                  <a:lnTo>
                    <a:pt x="2202" y="884"/>
                  </a:lnTo>
                  <a:lnTo>
                    <a:pt x="2204" y="876"/>
                  </a:lnTo>
                  <a:lnTo>
                    <a:pt x="2204" y="870"/>
                  </a:lnTo>
                  <a:lnTo>
                    <a:pt x="2200" y="858"/>
                  </a:lnTo>
                  <a:lnTo>
                    <a:pt x="2198" y="850"/>
                  </a:lnTo>
                  <a:lnTo>
                    <a:pt x="2200" y="848"/>
                  </a:lnTo>
                  <a:lnTo>
                    <a:pt x="2204" y="850"/>
                  </a:lnTo>
                  <a:lnTo>
                    <a:pt x="2208" y="850"/>
                  </a:lnTo>
                  <a:lnTo>
                    <a:pt x="2210" y="848"/>
                  </a:lnTo>
                  <a:lnTo>
                    <a:pt x="2204" y="842"/>
                  </a:lnTo>
                  <a:lnTo>
                    <a:pt x="2198" y="826"/>
                  </a:lnTo>
                  <a:lnTo>
                    <a:pt x="2194" y="816"/>
                  </a:lnTo>
                  <a:lnTo>
                    <a:pt x="2192" y="802"/>
                  </a:lnTo>
                  <a:lnTo>
                    <a:pt x="2190" y="794"/>
                  </a:lnTo>
                  <a:lnTo>
                    <a:pt x="2188" y="790"/>
                  </a:lnTo>
                  <a:lnTo>
                    <a:pt x="2184" y="786"/>
                  </a:lnTo>
                  <a:lnTo>
                    <a:pt x="2176" y="784"/>
                  </a:lnTo>
                  <a:lnTo>
                    <a:pt x="2174" y="782"/>
                  </a:lnTo>
                  <a:lnTo>
                    <a:pt x="2170" y="780"/>
                  </a:lnTo>
                  <a:lnTo>
                    <a:pt x="2166" y="772"/>
                  </a:lnTo>
                  <a:lnTo>
                    <a:pt x="2162" y="766"/>
                  </a:lnTo>
                  <a:lnTo>
                    <a:pt x="2160" y="764"/>
                  </a:lnTo>
                  <a:lnTo>
                    <a:pt x="2154" y="764"/>
                  </a:lnTo>
                  <a:lnTo>
                    <a:pt x="2150" y="762"/>
                  </a:lnTo>
                  <a:lnTo>
                    <a:pt x="2146" y="758"/>
                  </a:lnTo>
                  <a:lnTo>
                    <a:pt x="2138" y="746"/>
                  </a:lnTo>
                  <a:lnTo>
                    <a:pt x="2134" y="752"/>
                  </a:lnTo>
                  <a:lnTo>
                    <a:pt x="2138" y="746"/>
                  </a:lnTo>
                  <a:lnTo>
                    <a:pt x="2134" y="732"/>
                  </a:lnTo>
                  <a:lnTo>
                    <a:pt x="2132" y="716"/>
                  </a:lnTo>
                  <a:lnTo>
                    <a:pt x="2132" y="710"/>
                  </a:lnTo>
                  <a:lnTo>
                    <a:pt x="2134" y="706"/>
                  </a:lnTo>
                  <a:lnTo>
                    <a:pt x="2136" y="702"/>
                  </a:lnTo>
                  <a:lnTo>
                    <a:pt x="2142" y="702"/>
                  </a:lnTo>
                  <a:lnTo>
                    <a:pt x="2144" y="702"/>
                  </a:lnTo>
                  <a:lnTo>
                    <a:pt x="2138" y="698"/>
                  </a:lnTo>
                  <a:lnTo>
                    <a:pt x="2134" y="692"/>
                  </a:lnTo>
                  <a:lnTo>
                    <a:pt x="2128" y="684"/>
                  </a:lnTo>
                  <a:lnTo>
                    <a:pt x="2120" y="674"/>
                  </a:lnTo>
                  <a:lnTo>
                    <a:pt x="2116" y="662"/>
                  </a:lnTo>
                  <a:lnTo>
                    <a:pt x="2108" y="642"/>
                  </a:lnTo>
                  <a:lnTo>
                    <a:pt x="2098" y="624"/>
                  </a:lnTo>
                  <a:lnTo>
                    <a:pt x="2082" y="594"/>
                  </a:lnTo>
                  <a:lnTo>
                    <a:pt x="2072" y="572"/>
                  </a:lnTo>
                  <a:lnTo>
                    <a:pt x="2070" y="564"/>
                  </a:lnTo>
                  <a:lnTo>
                    <a:pt x="2070" y="556"/>
                  </a:lnTo>
                  <a:lnTo>
                    <a:pt x="2070" y="550"/>
                  </a:lnTo>
                  <a:lnTo>
                    <a:pt x="2070" y="544"/>
                  </a:lnTo>
                  <a:lnTo>
                    <a:pt x="2064" y="534"/>
                  </a:lnTo>
                  <a:lnTo>
                    <a:pt x="2058" y="526"/>
                  </a:lnTo>
                  <a:lnTo>
                    <a:pt x="2056" y="520"/>
                  </a:lnTo>
                  <a:lnTo>
                    <a:pt x="2056" y="512"/>
                  </a:lnTo>
                  <a:lnTo>
                    <a:pt x="2054" y="504"/>
                  </a:lnTo>
                  <a:lnTo>
                    <a:pt x="2050" y="494"/>
                  </a:lnTo>
                  <a:lnTo>
                    <a:pt x="2036" y="474"/>
                  </a:lnTo>
                  <a:lnTo>
                    <a:pt x="2022" y="452"/>
                  </a:lnTo>
                  <a:lnTo>
                    <a:pt x="2018" y="442"/>
                  </a:lnTo>
                  <a:lnTo>
                    <a:pt x="2016" y="434"/>
                  </a:lnTo>
                  <a:lnTo>
                    <a:pt x="2016" y="426"/>
                  </a:lnTo>
                  <a:lnTo>
                    <a:pt x="2014" y="422"/>
                  </a:lnTo>
                  <a:lnTo>
                    <a:pt x="2010" y="416"/>
                  </a:lnTo>
                  <a:lnTo>
                    <a:pt x="2008" y="412"/>
                  </a:lnTo>
                  <a:lnTo>
                    <a:pt x="2008" y="408"/>
                  </a:lnTo>
                  <a:lnTo>
                    <a:pt x="2010" y="402"/>
                  </a:lnTo>
                  <a:lnTo>
                    <a:pt x="2014" y="394"/>
                  </a:lnTo>
                  <a:lnTo>
                    <a:pt x="2000" y="332"/>
                  </a:lnTo>
                  <a:lnTo>
                    <a:pt x="1998" y="332"/>
                  </a:lnTo>
                  <a:lnTo>
                    <a:pt x="1996" y="328"/>
                  </a:lnTo>
                  <a:lnTo>
                    <a:pt x="1992" y="326"/>
                  </a:lnTo>
                  <a:lnTo>
                    <a:pt x="1990" y="326"/>
                  </a:lnTo>
                  <a:lnTo>
                    <a:pt x="1986" y="326"/>
                  </a:lnTo>
                  <a:lnTo>
                    <a:pt x="1984" y="324"/>
                  </a:lnTo>
                  <a:lnTo>
                    <a:pt x="1984" y="322"/>
                  </a:lnTo>
                  <a:lnTo>
                    <a:pt x="1984" y="320"/>
                  </a:lnTo>
                  <a:lnTo>
                    <a:pt x="1986" y="318"/>
                  </a:lnTo>
                  <a:lnTo>
                    <a:pt x="1988" y="316"/>
                  </a:lnTo>
                  <a:lnTo>
                    <a:pt x="1990" y="314"/>
                  </a:lnTo>
                  <a:lnTo>
                    <a:pt x="1992" y="316"/>
                  </a:lnTo>
                  <a:lnTo>
                    <a:pt x="1998" y="320"/>
                  </a:lnTo>
                  <a:lnTo>
                    <a:pt x="1996" y="316"/>
                  </a:lnTo>
                  <a:lnTo>
                    <a:pt x="1990" y="310"/>
                  </a:lnTo>
                  <a:lnTo>
                    <a:pt x="1988" y="308"/>
                  </a:lnTo>
                  <a:lnTo>
                    <a:pt x="1986" y="308"/>
                  </a:lnTo>
                  <a:lnTo>
                    <a:pt x="1980" y="312"/>
                  </a:lnTo>
                  <a:lnTo>
                    <a:pt x="1976" y="314"/>
                  </a:lnTo>
                  <a:lnTo>
                    <a:pt x="1974" y="314"/>
                  </a:lnTo>
                  <a:lnTo>
                    <a:pt x="1966" y="310"/>
                  </a:lnTo>
                  <a:lnTo>
                    <a:pt x="1958" y="306"/>
                  </a:lnTo>
                  <a:lnTo>
                    <a:pt x="1954" y="306"/>
                  </a:lnTo>
                  <a:lnTo>
                    <a:pt x="1948" y="308"/>
                  </a:lnTo>
                  <a:lnTo>
                    <a:pt x="1938" y="312"/>
                  </a:lnTo>
                  <a:lnTo>
                    <a:pt x="1932" y="312"/>
                  </a:lnTo>
                  <a:lnTo>
                    <a:pt x="1928" y="312"/>
                  </a:lnTo>
                  <a:lnTo>
                    <a:pt x="1922" y="318"/>
                  </a:lnTo>
                  <a:lnTo>
                    <a:pt x="1920" y="320"/>
                  </a:lnTo>
                  <a:lnTo>
                    <a:pt x="1916" y="322"/>
                  </a:lnTo>
                  <a:lnTo>
                    <a:pt x="1908" y="326"/>
                  </a:lnTo>
                  <a:lnTo>
                    <a:pt x="1892" y="340"/>
                  </a:lnTo>
                  <a:lnTo>
                    <a:pt x="1886" y="346"/>
                  </a:lnTo>
                  <a:lnTo>
                    <a:pt x="1880" y="346"/>
                  </a:lnTo>
                  <a:lnTo>
                    <a:pt x="1874" y="346"/>
                  </a:lnTo>
                  <a:lnTo>
                    <a:pt x="1866" y="344"/>
                  </a:lnTo>
                  <a:lnTo>
                    <a:pt x="1854" y="336"/>
                  </a:lnTo>
                  <a:lnTo>
                    <a:pt x="1848" y="334"/>
                  </a:lnTo>
                  <a:lnTo>
                    <a:pt x="1844" y="334"/>
                  </a:lnTo>
                  <a:lnTo>
                    <a:pt x="1836" y="332"/>
                  </a:lnTo>
                  <a:lnTo>
                    <a:pt x="1830" y="330"/>
                  </a:lnTo>
                  <a:lnTo>
                    <a:pt x="1826" y="326"/>
                  </a:lnTo>
                  <a:lnTo>
                    <a:pt x="1822" y="326"/>
                  </a:lnTo>
                  <a:lnTo>
                    <a:pt x="1818" y="326"/>
                  </a:lnTo>
                  <a:lnTo>
                    <a:pt x="1812" y="326"/>
                  </a:lnTo>
                  <a:lnTo>
                    <a:pt x="1812" y="324"/>
                  </a:lnTo>
                  <a:lnTo>
                    <a:pt x="1808" y="322"/>
                  </a:lnTo>
                  <a:lnTo>
                    <a:pt x="1804" y="318"/>
                  </a:lnTo>
                  <a:lnTo>
                    <a:pt x="1794" y="314"/>
                  </a:lnTo>
                  <a:lnTo>
                    <a:pt x="1778" y="310"/>
                  </a:lnTo>
                  <a:lnTo>
                    <a:pt x="1762" y="308"/>
                  </a:lnTo>
                  <a:lnTo>
                    <a:pt x="1750" y="306"/>
                  </a:lnTo>
                  <a:lnTo>
                    <a:pt x="1734" y="308"/>
                  </a:lnTo>
                  <a:lnTo>
                    <a:pt x="1724" y="310"/>
                  </a:lnTo>
                  <a:lnTo>
                    <a:pt x="1718" y="310"/>
                  </a:lnTo>
                  <a:lnTo>
                    <a:pt x="1718" y="308"/>
                  </a:lnTo>
                  <a:lnTo>
                    <a:pt x="1716" y="302"/>
                  </a:lnTo>
                  <a:lnTo>
                    <a:pt x="1714" y="292"/>
                  </a:lnTo>
                  <a:lnTo>
                    <a:pt x="1710" y="288"/>
                  </a:lnTo>
                  <a:lnTo>
                    <a:pt x="1706" y="286"/>
                  </a:lnTo>
                  <a:lnTo>
                    <a:pt x="1700" y="284"/>
                  </a:lnTo>
                  <a:lnTo>
                    <a:pt x="1692" y="284"/>
                  </a:lnTo>
                  <a:lnTo>
                    <a:pt x="1678" y="284"/>
                  </a:lnTo>
                  <a:lnTo>
                    <a:pt x="1672" y="282"/>
                  </a:lnTo>
                  <a:lnTo>
                    <a:pt x="1666" y="280"/>
                  </a:lnTo>
                  <a:lnTo>
                    <a:pt x="1654" y="278"/>
                  </a:lnTo>
                  <a:lnTo>
                    <a:pt x="1648" y="276"/>
                  </a:lnTo>
                  <a:lnTo>
                    <a:pt x="1644" y="274"/>
                  </a:lnTo>
                  <a:lnTo>
                    <a:pt x="1640" y="266"/>
                  </a:lnTo>
                  <a:lnTo>
                    <a:pt x="1638" y="262"/>
                  </a:lnTo>
                  <a:lnTo>
                    <a:pt x="1632" y="256"/>
                  </a:lnTo>
                  <a:lnTo>
                    <a:pt x="1624" y="250"/>
                  </a:lnTo>
                  <a:lnTo>
                    <a:pt x="1612" y="242"/>
                  </a:lnTo>
                  <a:lnTo>
                    <a:pt x="1596" y="236"/>
                  </a:lnTo>
                  <a:lnTo>
                    <a:pt x="1584" y="236"/>
                  </a:lnTo>
                  <a:lnTo>
                    <a:pt x="1574" y="238"/>
                  </a:lnTo>
                  <a:lnTo>
                    <a:pt x="1568" y="242"/>
                  </a:lnTo>
                  <a:lnTo>
                    <a:pt x="1564" y="244"/>
                  </a:lnTo>
                  <a:lnTo>
                    <a:pt x="1560" y="246"/>
                  </a:lnTo>
                  <a:lnTo>
                    <a:pt x="1550" y="246"/>
                  </a:lnTo>
                  <a:lnTo>
                    <a:pt x="1544" y="248"/>
                  </a:lnTo>
                  <a:lnTo>
                    <a:pt x="1536" y="252"/>
                  </a:lnTo>
                  <a:lnTo>
                    <a:pt x="1528" y="260"/>
                  </a:lnTo>
                  <a:lnTo>
                    <a:pt x="1516" y="274"/>
                  </a:lnTo>
                  <a:lnTo>
                    <a:pt x="1510" y="284"/>
                  </a:lnTo>
                  <a:lnTo>
                    <a:pt x="1508" y="292"/>
                  </a:lnTo>
                  <a:lnTo>
                    <a:pt x="1508" y="302"/>
                  </a:lnTo>
                  <a:lnTo>
                    <a:pt x="1510" y="314"/>
                  </a:lnTo>
                  <a:lnTo>
                    <a:pt x="1512" y="324"/>
                  </a:lnTo>
                  <a:lnTo>
                    <a:pt x="1514" y="334"/>
                  </a:lnTo>
                  <a:lnTo>
                    <a:pt x="1512" y="344"/>
                  </a:lnTo>
                  <a:lnTo>
                    <a:pt x="1506" y="354"/>
                  </a:lnTo>
                  <a:lnTo>
                    <a:pt x="1498" y="362"/>
                  </a:lnTo>
                  <a:lnTo>
                    <a:pt x="1492" y="368"/>
                  </a:lnTo>
                  <a:lnTo>
                    <a:pt x="1484" y="374"/>
                  </a:lnTo>
                  <a:lnTo>
                    <a:pt x="1478" y="376"/>
                  </a:lnTo>
                  <a:lnTo>
                    <a:pt x="1470" y="376"/>
                  </a:lnTo>
                  <a:lnTo>
                    <a:pt x="1464" y="374"/>
                  </a:lnTo>
                  <a:lnTo>
                    <a:pt x="1458" y="368"/>
                  </a:lnTo>
                  <a:lnTo>
                    <a:pt x="1452" y="362"/>
                  </a:lnTo>
                  <a:lnTo>
                    <a:pt x="1446" y="356"/>
                  </a:lnTo>
                  <a:lnTo>
                    <a:pt x="1438" y="350"/>
                  </a:lnTo>
                  <a:lnTo>
                    <a:pt x="1418" y="338"/>
                  </a:lnTo>
                  <a:lnTo>
                    <a:pt x="1398" y="330"/>
                  </a:lnTo>
                  <a:lnTo>
                    <a:pt x="1376" y="328"/>
                  </a:lnTo>
                  <a:lnTo>
                    <a:pt x="1358" y="326"/>
                  </a:lnTo>
                  <a:lnTo>
                    <a:pt x="1350" y="324"/>
                  </a:lnTo>
                  <a:lnTo>
                    <a:pt x="1344" y="320"/>
                  </a:lnTo>
                  <a:lnTo>
                    <a:pt x="1338" y="316"/>
                  </a:lnTo>
                  <a:lnTo>
                    <a:pt x="1334" y="310"/>
                  </a:lnTo>
                  <a:lnTo>
                    <a:pt x="1330" y="300"/>
                  </a:lnTo>
                  <a:lnTo>
                    <a:pt x="1326" y="288"/>
                  </a:lnTo>
                  <a:lnTo>
                    <a:pt x="1324" y="276"/>
                  </a:lnTo>
                  <a:lnTo>
                    <a:pt x="1320" y="268"/>
                  </a:lnTo>
                  <a:lnTo>
                    <a:pt x="1314" y="262"/>
                  </a:lnTo>
                  <a:lnTo>
                    <a:pt x="1306" y="260"/>
                  </a:lnTo>
                  <a:lnTo>
                    <a:pt x="1294" y="258"/>
                  </a:lnTo>
                  <a:lnTo>
                    <a:pt x="1288" y="256"/>
                  </a:lnTo>
                  <a:lnTo>
                    <a:pt x="1284" y="254"/>
                  </a:lnTo>
                  <a:lnTo>
                    <a:pt x="1272" y="248"/>
                  </a:lnTo>
                  <a:lnTo>
                    <a:pt x="1256" y="242"/>
                  </a:lnTo>
                  <a:lnTo>
                    <a:pt x="1238" y="240"/>
                  </a:lnTo>
                  <a:lnTo>
                    <a:pt x="1230" y="240"/>
                  </a:lnTo>
                  <a:lnTo>
                    <a:pt x="1224" y="240"/>
                  </a:lnTo>
                  <a:lnTo>
                    <a:pt x="1216" y="242"/>
                  </a:lnTo>
                  <a:lnTo>
                    <a:pt x="1210" y="242"/>
                  </a:lnTo>
                  <a:lnTo>
                    <a:pt x="1196" y="236"/>
                  </a:lnTo>
                  <a:lnTo>
                    <a:pt x="1182" y="230"/>
                  </a:lnTo>
                  <a:lnTo>
                    <a:pt x="1172" y="224"/>
                  </a:lnTo>
                  <a:lnTo>
                    <a:pt x="1160" y="218"/>
                  </a:lnTo>
                  <a:lnTo>
                    <a:pt x="1156" y="214"/>
                  </a:lnTo>
                  <a:lnTo>
                    <a:pt x="1154" y="206"/>
                  </a:lnTo>
                  <a:lnTo>
                    <a:pt x="1152" y="198"/>
                  </a:lnTo>
                  <a:lnTo>
                    <a:pt x="1150" y="198"/>
                  </a:lnTo>
                  <a:lnTo>
                    <a:pt x="1148" y="198"/>
                  </a:lnTo>
                  <a:lnTo>
                    <a:pt x="1144" y="200"/>
                  </a:lnTo>
                  <a:lnTo>
                    <a:pt x="1142" y="200"/>
                  </a:lnTo>
                  <a:lnTo>
                    <a:pt x="1140" y="198"/>
                  </a:lnTo>
                  <a:lnTo>
                    <a:pt x="1132" y="196"/>
                  </a:lnTo>
                  <a:lnTo>
                    <a:pt x="1124" y="194"/>
                  </a:lnTo>
                  <a:lnTo>
                    <a:pt x="1118" y="194"/>
                  </a:lnTo>
                  <a:lnTo>
                    <a:pt x="1114" y="190"/>
                  </a:lnTo>
                  <a:lnTo>
                    <a:pt x="1110" y="184"/>
                  </a:lnTo>
                  <a:lnTo>
                    <a:pt x="1108" y="176"/>
                  </a:lnTo>
                  <a:lnTo>
                    <a:pt x="1110" y="170"/>
                  </a:lnTo>
                  <a:lnTo>
                    <a:pt x="1116" y="162"/>
                  </a:lnTo>
                  <a:lnTo>
                    <a:pt x="1134" y="144"/>
                  </a:lnTo>
                  <a:lnTo>
                    <a:pt x="1142" y="134"/>
                  </a:lnTo>
                  <a:lnTo>
                    <a:pt x="1150" y="124"/>
                  </a:lnTo>
                  <a:lnTo>
                    <a:pt x="1154" y="116"/>
                  </a:lnTo>
                  <a:lnTo>
                    <a:pt x="1154" y="114"/>
                  </a:lnTo>
                  <a:lnTo>
                    <a:pt x="1152" y="110"/>
                  </a:lnTo>
                  <a:lnTo>
                    <a:pt x="1150" y="106"/>
                  </a:lnTo>
                  <a:lnTo>
                    <a:pt x="1148" y="102"/>
                  </a:lnTo>
                  <a:lnTo>
                    <a:pt x="1148" y="96"/>
                  </a:lnTo>
                  <a:lnTo>
                    <a:pt x="1148" y="92"/>
                  </a:lnTo>
                  <a:lnTo>
                    <a:pt x="1146" y="90"/>
                  </a:lnTo>
                  <a:lnTo>
                    <a:pt x="1142" y="86"/>
                  </a:lnTo>
                  <a:lnTo>
                    <a:pt x="1136" y="82"/>
                  </a:lnTo>
                  <a:lnTo>
                    <a:pt x="1132" y="78"/>
                  </a:lnTo>
                  <a:lnTo>
                    <a:pt x="1128" y="74"/>
                  </a:lnTo>
                  <a:lnTo>
                    <a:pt x="1124" y="64"/>
                  </a:lnTo>
                  <a:lnTo>
                    <a:pt x="1124" y="60"/>
                  </a:lnTo>
                  <a:lnTo>
                    <a:pt x="1124" y="56"/>
                  </a:lnTo>
                  <a:lnTo>
                    <a:pt x="1126" y="52"/>
                  </a:lnTo>
                  <a:lnTo>
                    <a:pt x="1130" y="50"/>
                  </a:lnTo>
                  <a:lnTo>
                    <a:pt x="1140" y="42"/>
                  </a:lnTo>
                  <a:lnTo>
                    <a:pt x="1148" y="34"/>
                  </a:lnTo>
                  <a:lnTo>
                    <a:pt x="1152" y="26"/>
                  </a:lnTo>
                  <a:lnTo>
                    <a:pt x="1152" y="20"/>
                  </a:lnTo>
                  <a:lnTo>
                    <a:pt x="1152" y="16"/>
                  </a:lnTo>
                  <a:lnTo>
                    <a:pt x="1148" y="14"/>
                  </a:lnTo>
                  <a:lnTo>
                    <a:pt x="1146" y="16"/>
                  </a:lnTo>
                  <a:lnTo>
                    <a:pt x="1136" y="22"/>
                  </a:lnTo>
                  <a:lnTo>
                    <a:pt x="1128" y="30"/>
                  </a:lnTo>
                  <a:lnTo>
                    <a:pt x="1124" y="32"/>
                  </a:lnTo>
                  <a:lnTo>
                    <a:pt x="1122" y="32"/>
                  </a:lnTo>
                  <a:lnTo>
                    <a:pt x="1120" y="30"/>
                  </a:lnTo>
                  <a:lnTo>
                    <a:pt x="1118" y="26"/>
                  </a:lnTo>
                  <a:lnTo>
                    <a:pt x="1118" y="18"/>
                  </a:lnTo>
                  <a:lnTo>
                    <a:pt x="1116" y="10"/>
                  </a:lnTo>
                  <a:lnTo>
                    <a:pt x="1112" y="6"/>
                  </a:lnTo>
                  <a:lnTo>
                    <a:pt x="1108" y="4"/>
                  </a:lnTo>
                  <a:lnTo>
                    <a:pt x="1096" y="0"/>
                  </a:lnTo>
                  <a:lnTo>
                    <a:pt x="1088" y="2"/>
                  </a:lnTo>
                  <a:lnTo>
                    <a:pt x="1080" y="4"/>
                  </a:lnTo>
                  <a:lnTo>
                    <a:pt x="1074" y="6"/>
                  </a:lnTo>
                  <a:lnTo>
                    <a:pt x="1064" y="16"/>
                  </a:lnTo>
                  <a:lnTo>
                    <a:pt x="1058" y="22"/>
                  </a:lnTo>
                  <a:lnTo>
                    <a:pt x="1052" y="22"/>
                  </a:lnTo>
                  <a:lnTo>
                    <a:pt x="1040" y="22"/>
                  </a:lnTo>
                  <a:lnTo>
                    <a:pt x="1034" y="22"/>
                  </a:lnTo>
                  <a:lnTo>
                    <a:pt x="1026" y="24"/>
                  </a:lnTo>
                  <a:lnTo>
                    <a:pt x="1022" y="28"/>
                  </a:lnTo>
                  <a:lnTo>
                    <a:pt x="1018" y="24"/>
                  </a:lnTo>
                  <a:lnTo>
                    <a:pt x="1014" y="20"/>
                  </a:lnTo>
                  <a:lnTo>
                    <a:pt x="1006" y="14"/>
                  </a:lnTo>
                  <a:lnTo>
                    <a:pt x="1002" y="12"/>
                  </a:lnTo>
                  <a:lnTo>
                    <a:pt x="998" y="14"/>
                  </a:lnTo>
                  <a:lnTo>
                    <a:pt x="994" y="18"/>
                  </a:lnTo>
                  <a:lnTo>
                    <a:pt x="992" y="20"/>
                  </a:lnTo>
                  <a:lnTo>
                    <a:pt x="988" y="22"/>
                  </a:lnTo>
                  <a:lnTo>
                    <a:pt x="984" y="22"/>
                  </a:lnTo>
                  <a:lnTo>
                    <a:pt x="978" y="20"/>
                  </a:lnTo>
                  <a:lnTo>
                    <a:pt x="966" y="16"/>
                  </a:lnTo>
                  <a:lnTo>
                    <a:pt x="962" y="16"/>
                  </a:lnTo>
                  <a:lnTo>
                    <a:pt x="960" y="18"/>
                  </a:lnTo>
                  <a:lnTo>
                    <a:pt x="954" y="22"/>
                  </a:lnTo>
                  <a:lnTo>
                    <a:pt x="942" y="26"/>
                  </a:lnTo>
                  <a:lnTo>
                    <a:pt x="936" y="28"/>
                  </a:lnTo>
                  <a:lnTo>
                    <a:pt x="930" y="30"/>
                  </a:lnTo>
                  <a:lnTo>
                    <a:pt x="924" y="36"/>
                  </a:lnTo>
                  <a:lnTo>
                    <a:pt x="920" y="38"/>
                  </a:lnTo>
                  <a:lnTo>
                    <a:pt x="918" y="38"/>
                  </a:lnTo>
                  <a:lnTo>
                    <a:pt x="914" y="36"/>
                  </a:lnTo>
                  <a:lnTo>
                    <a:pt x="910" y="32"/>
                  </a:lnTo>
                  <a:lnTo>
                    <a:pt x="906" y="28"/>
                  </a:lnTo>
                  <a:lnTo>
                    <a:pt x="900" y="26"/>
                  </a:lnTo>
                  <a:lnTo>
                    <a:pt x="886" y="22"/>
                  </a:lnTo>
                  <a:lnTo>
                    <a:pt x="870" y="24"/>
                  </a:lnTo>
                  <a:lnTo>
                    <a:pt x="854" y="26"/>
                  </a:lnTo>
                  <a:lnTo>
                    <a:pt x="848" y="28"/>
                  </a:lnTo>
                  <a:lnTo>
                    <a:pt x="842" y="28"/>
                  </a:lnTo>
                  <a:lnTo>
                    <a:pt x="832" y="28"/>
                  </a:lnTo>
                  <a:lnTo>
                    <a:pt x="822" y="28"/>
                  </a:lnTo>
                  <a:lnTo>
                    <a:pt x="820" y="30"/>
                  </a:lnTo>
                  <a:lnTo>
                    <a:pt x="816" y="32"/>
                  </a:lnTo>
                  <a:lnTo>
                    <a:pt x="812" y="38"/>
                  </a:lnTo>
                  <a:lnTo>
                    <a:pt x="804" y="40"/>
                  </a:lnTo>
                  <a:lnTo>
                    <a:pt x="776" y="42"/>
                  </a:lnTo>
                  <a:lnTo>
                    <a:pt x="754" y="46"/>
                  </a:lnTo>
                  <a:lnTo>
                    <a:pt x="732" y="52"/>
                  </a:lnTo>
                  <a:lnTo>
                    <a:pt x="724" y="58"/>
                  </a:lnTo>
                  <a:lnTo>
                    <a:pt x="716" y="64"/>
                  </a:lnTo>
                  <a:lnTo>
                    <a:pt x="710" y="70"/>
                  </a:lnTo>
                  <a:lnTo>
                    <a:pt x="706" y="76"/>
                  </a:lnTo>
                  <a:lnTo>
                    <a:pt x="704" y="82"/>
                  </a:lnTo>
                  <a:lnTo>
                    <a:pt x="700" y="86"/>
                  </a:lnTo>
                  <a:lnTo>
                    <a:pt x="698" y="86"/>
                  </a:lnTo>
                  <a:lnTo>
                    <a:pt x="696" y="84"/>
                  </a:lnTo>
                  <a:lnTo>
                    <a:pt x="690" y="80"/>
                  </a:lnTo>
                  <a:lnTo>
                    <a:pt x="686" y="82"/>
                  </a:lnTo>
                  <a:lnTo>
                    <a:pt x="682" y="84"/>
                  </a:lnTo>
                  <a:lnTo>
                    <a:pt x="680" y="86"/>
                  </a:lnTo>
                  <a:lnTo>
                    <a:pt x="676" y="88"/>
                  </a:lnTo>
                  <a:lnTo>
                    <a:pt x="670" y="86"/>
                  </a:lnTo>
                  <a:lnTo>
                    <a:pt x="668" y="86"/>
                  </a:lnTo>
                  <a:lnTo>
                    <a:pt x="664" y="88"/>
                  </a:lnTo>
                  <a:lnTo>
                    <a:pt x="662" y="90"/>
                  </a:lnTo>
                  <a:lnTo>
                    <a:pt x="656" y="96"/>
                  </a:lnTo>
                  <a:lnTo>
                    <a:pt x="650" y="104"/>
                  </a:lnTo>
                  <a:lnTo>
                    <a:pt x="640" y="114"/>
                  </a:lnTo>
                  <a:lnTo>
                    <a:pt x="634" y="118"/>
                  </a:lnTo>
                  <a:lnTo>
                    <a:pt x="628" y="120"/>
                  </a:lnTo>
                  <a:lnTo>
                    <a:pt x="622" y="120"/>
                  </a:lnTo>
                  <a:lnTo>
                    <a:pt x="616" y="120"/>
                  </a:lnTo>
                  <a:lnTo>
                    <a:pt x="600" y="120"/>
                  </a:lnTo>
                  <a:lnTo>
                    <a:pt x="596" y="118"/>
                  </a:lnTo>
                  <a:lnTo>
                    <a:pt x="592" y="116"/>
                  </a:lnTo>
                  <a:lnTo>
                    <a:pt x="588" y="112"/>
                  </a:lnTo>
                  <a:lnTo>
                    <a:pt x="586" y="108"/>
                  </a:lnTo>
                  <a:lnTo>
                    <a:pt x="586" y="104"/>
                  </a:lnTo>
                  <a:lnTo>
                    <a:pt x="584" y="104"/>
                  </a:lnTo>
                  <a:lnTo>
                    <a:pt x="580" y="108"/>
                  </a:lnTo>
                  <a:lnTo>
                    <a:pt x="578" y="110"/>
                  </a:lnTo>
                  <a:lnTo>
                    <a:pt x="574" y="112"/>
                  </a:lnTo>
                  <a:lnTo>
                    <a:pt x="570" y="114"/>
                  </a:lnTo>
                  <a:lnTo>
                    <a:pt x="562" y="112"/>
                  </a:lnTo>
                  <a:lnTo>
                    <a:pt x="558" y="110"/>
                  </a:lnTo>
                  <a:lnTo>
                    <a:pt x="552" y="110"/>
                  </a:lnTo>
                  <a:lnTo>
                    <a:pt x="542" y="114"/>
                  </a:lnTo>
                  <a:lnTo>
                    <a:pt x="536" y="116"/>
                  </a:lnTo>
                  <a:lnTo>
                    <a:pt x="530" y="118"/>
                  </a:lnTo>
                  <a:lnTo>
                    <a:pt x="520" y="116"/>
                  </a:lnTo>
                  <a:lnTo>
                    <a:pt x="510" y="112"/>
                  </a:lnTo>
                  <a:lnTo>
                    <a:pt x="502" y="108"/>
                  </a:lnTo>
                  <a:lnTo>
                    <a:pt x="498" y="102"/>
                  </a:lnTo>
                  <a:lnTo>
                    <a:pt x="494" y="98"/>
                  </a:lnTo>
                  <a:lnTo>
                    <a:pt x="492" y="94"/>
                  </a:lnTo>
                  <a:lnTo>
                    <a:pt x="464" y="96"/>
                  </a:lnTo>
                  <a:lnTo>
                    <a:pt x="454" y="122"/>
                  </a:lnTo>
                  <a:lnTo>
                    <a:pt x="444" y="152"/>
                  </a:lnTo>
                  <a:lnTo>
                    <a:pt x="436" y="166"/>
                  </a:lnTo>
                  <a:lnTo>
                    <a:pt x="426" y="180"/>
                  </a:lnTo>
                  <a:lnTo>
                    <a:pt x="414" y="190"/>
                  </a:lnTo>
                  <a:lnTo>
                    <a:pt x="400" y="200"/>
                  </a:lnTo>
                  <a:lnTo>
                    <a:pt x="380" y="206"/>
                  </a:lnTo>
                  <a:lnTo>
                    <a:pt x="368" y="212"/>
                  </a:lnTo>
                  <a:lnTo>
                    <a:pt x="360" y="218"/>
                  </a:lnTo>
                  <a:lnTo>
                    <a:pt x="356" y="222"/>
                  </a:lnTo>
                  <a:lnTo>
                    <a:pt x="352" y="232"/>
                  </a:lnTo>
                  <a:lnTo>
                    <a:pt x="348" y="238"/>
                  </a:lnTo>
                  <a:lnTo>
                    <a:pt x="342" y="244"/>
                  </a:lnTo>
                  <a:lnTo>
                    <a:pt x="334" y="252"/>
                  </a:lnTo>
                  <a:lnTo>
                    <a:pt x="332" y="256"/>
                  </a:lnTo>
                  <a:lnTo>
                    <a:pt x="330" y="260"/>
                  </a:lnTo>
                  <a:lnTo>
                    <a:pt x="330" y="264"/>
                  </a:lnTo>
                  <a:lnTo>
                    <a:pt x="330" y="270"/>
                  </a:lnTo>
                  <a:lnTo>
                    <a:pt x="330" y="274"/>
                  </a:lnTo>
                  <a:lnTo>
                    <a:pt x="326" y="282"/>
                  </a:lnTo>
                  <a:lnTo>
                    <a:pt x="320" y="292"/>
                  </a:lnTo>
                  <a:lnTo>
                    <a:pt x="312" y="306"/>
                  </a:lnTo>
                  <a:lnTo>
                    <a:pt x="308" y="320"/>
                  </a:lnTo>
                  <a:lnTo>
                    <a:pt x="308" y="336"/>
                  </a:lnTo>
                  <a:lnTo>
                    <a:pt x="310" y="350"/>
                  </a:lnTo>
                  <a:lnTo>
                    <a:pt x="314" y="376"/>
                  </a:lnTo>
                  <a:lnTo>
                    <a:pt x="314" y="388"/>
                  </a:lnTo>
                  <a:lnTo>
                    <a:pt x="310" y="398"/>
                  </a:lnTo>
                  <a:lnTo>
                    <a:pt x="298" y="420"/>
                  </a:lnTo>
                  <a:lnTo>
                    <a:pt x="288" y="434"/>
                  </a:lnTo>
                  <a:lnTo>
                    <a:pt x="282" y="442"/>
                  </a:lnTo>
                  <a:lnTo>
                    <a:pt x="276" y="446"/>
                  </a:lnTo>
                  <a:lnTo>
                    <a:pt x="264" y="452"/>
                  </a:lnTo>
                  <a:lnTo>
                    <a:pt x="258" y="456"/>
                  </a:lnTo>
                  <a:lnTo>
                    <a:pt x="250" y="466"/>
                  </a:lnTo>
                  <a:lnTo>
                    <a:pt x="240" y="478"/>
                  </a:lnTo>
                  <a:lnTo>
                    <a:pt x="228" y="484"/>
                  </a:lnTo>
                  <a:lnTo>
                    <a:pt x="218" y="488"/>
                  </a:lnTo>
                  <a:lnTo>
                    <a:pt x="206" y="490"/>
                  </a:lnTo>
                  <a:lnTo>
                    <a:pt x="196" y="492"/>
                  </a:lnTo>
                  <a:lnTo>
                    <a:pt x="188" y="496"/>
                  </a:lnTo>
                  <a:lnTo>
                    <a:pt x="180" y="500"/>
                  </a:lnTo>
                  <a:lnTo>
                    <a:pt x="174" y="510"/>
                  </a:lnTo>
                  <a:lnTo>
                    <a:pt x="164" y="538"/>
                  </a:lnTo>
                  <a:lnTo>
                    <a:pt x="156" y="556"/>
                  </a:lnTo>
                  <a:lnTo>
                    <a:pt x="148" y="566"/>
                  </a:lnTo>
                  <a:lnTo>
                    <a:pt x="140" y="572"/>
                  </a:lnTo>
                  <a:lnTo>
                    <a:pt x="134" y="574"/>
                  </a:lnTo>
                  <a:lnTo>
                    <a:pt x="128" y="578"/>
                  </a:lnTo>
                  <a:lnTo>
                    <a:pt x="124" y="584"/>
                  </a:lnTo>
                  <a:lnTo>
                    <a:pt x="120" y="596"/>
                  </a:lnTo>
                  <a:lnTo>
                    <a:pt x="116" y="610"/>
                  </a:lnTo>
                  <a:lnTo>
                    <a:pt x="114" y="614"/>
                  </a:lnTo>
                  <a:lnTo>
                    <a:pt x="110" y="620"/>
                  </a:lnTo>
                  <a:lnTo>
                    <a:pt x="108" y="640"/>
                  </a:lnTo>
                  <a:lnTo>
                    <a:pt x="104" y="660"/>
                  </a:lnTo>
                  <a:lnTo>
                    <a:pt x="102" y="666"/>
                  </a:lnTo>
                  <a:lnTo>
                    <a:pt x="98" y="670"/>
                  </a:lnTo>
                  <a:lnTo>
                    <a:pt x="90" y="678"/>
                  </a:lnTo>
                  <a:lnTo>
                    <a:pt x="78" y="692"/>
                  </a:lnTo>
                  <a:lnTo>
                    <a:pt x="64" y="706"/>
                  </a:lnTo>
                  <a:lnTo>
                    <a:pt x="58" y="712"/>
                  </a:lnTo>
                  <a:lnTo>
                    <a:pt x="58" y="714"/>
                  </a:lnTo>
                  <a:lnTo>
                    <a:pt x="60" y="714"/>
                  </a:lnTo>
                  <a:lnTo>
                    <a:pt x="64" y="714"/>
                  </a:lnTo>
                  <a:lnTo>
                    <a:pt x="66" y="714"/>
                  </a:lnTo>
                  <a:lnTo>
                    <a:pt x="66" y="716"/>
                  </a:lnTo>
                  <a:lnTo>
                    <a:pt x="60" y="726"/>
                  </a:lnTo>
                  <a:lnTo>
                    <a:pt x="54" y="740"/>
                  </a:lnTo>
                  <a:lnTo>
                    <a:pt x="52" y="750"/>
                  </a:lnTo>
                  <a:lnTo>
                    <a:pt x="50" y="762"/>
                  </a:lnTo>
                  <a:lnTo>
                    <a:pt x="48" y="772"/>
                  </a:lnTo>
                  <a:lnTo>
                    <a:pt x="46" y="778"/>
                  </a:lnTo>
                  <a:lnTo>
                    <a:pt x="42" y="782"/>
                  </a:lnTo>
                  <a:lnTo>
                    <a:pt x="36" y="786"/>
                  </a:lnTo>
                  <a:lnTo>
                    <a:pt x="32" y="788"/>
                  </a:lnTo>
                  <a:lnTo>
                    <a:pt x="28" y="794"/>
                  </a:lnTo>
                  <a:lnTo>
                    <a:pt x="24" y="800"/>
                  </a:lnTo>
                  <a:lnTo>
                    <a:pt x="20" y="812"/>
                  </a:lnTo>
                  <a:lnTo>
                    <a:pt x="16" y="834"/>
                  </a:lnTo>
                  <a:lnTo>
                    <a:pt x="14" y="850"/>
                  </a:lnTo>
                  <a:lnTo>
                    <a:pt x="16" y="858"/>
                  </a:lnTo>
                  <a:lnTo>
                    <a:pt x="16" y="860"/>
                  </a:lnTo>
                  <a:lnTo>
                    <a:pt x="18" y="860"/>
                  </a:lnTo>
                  <a:lnTo>
                    <a:pt x="20" y="860"/>
                  </a:lnTo>
                  <a:lnTo>
                    <a:pt x="22" y="858"/>
                  </a:lnTo>
                  <a:lnTo>
                    <a:pt x="22" y="852"/>
                  </a:lnTo>
                  <a:lnTo>
                    <a:pt x="24" y="846"/>
                  </a:lnTo>
                  <a:lnTo>
                    <a:pt x="24" y="844"/>
                  </a:lnTo>
                  <a:lnTo>
                    <a:pt x="26" y="844"/>
                  </a:lnTo>
                  <a:lnTo>
                    <a:pt x="30" y="846"/>
                  </a:lnTo>
                  <a:lnTo>
                    <a:pt x="30" y="850"/>
                  </a:lnTo>
                  <a:lnTo>
                    <a:pt x="32" y="860"/>
                  </a:lnTo>
                  <a:lnTo>
                    <a:pt x="34" y="868"/>
                  </a:lnTo>
                  <a:lnTo>
                    <a:pt x="36" y="868"/>
                  </a:lnTo>
                  <a:lnTo>
                    <a:pt x="38" y="868"/>
                  </a:lnTo>
                  <a:lnTo>
                    <a:pt x="42" y="868"/>
                  </a:lnTo>
                  <a:lnTo>
                    <a:pt x="44" y="868"/>
                  </a:lnTo>
                  <a:lnTo>
                    <a:pt x="48" y="878"/>
                  </a:lnTo>
                  <a:lnTo>
                    <a:pt x="50" y="890"/>
                  </a:lnTo>
                  <a:lnTo>
                    <a:pt x="50" y="902"/>
                  </a:lnTo>
                  <a:lnTo>
                    <a:pt x="50" y="910"/>
                  </a:lnTo>
                  <a:lnTo>
                    <a:pt x="46" y="918"/>
                  </a:lnTo>
                  <a:lnTo>
                    <a:pt x="42" y="926"/>
                  </a:lnTo>
                  <a:lnTo>
                    <a:pt x="38" y="930"/>
                  </a:lnTo>
                  <a:lnTo>
                    <a:pt x="40" y="932"/>
                  </a:lnTo>
                  <a:lnTo>
                    <a:pt x="42" y="936"/>
                  </a:lnTo>
                  <a:lnTo>
                    <a:pt x="46" y="940"/>
                  </a:lnTo>
                  <a:lnTo>
                    <a:pt x="50" y="948"/>
                  </a:lnTo>
                  <a:lnTo>
                    <a:pt x="54" y="958"/>
                  </a:lnTo>
                  <a:lnTo>
                    <a:pt x="58" y="972"/>
                  </a:lnTo>
                  <a:lnTo>
                    <a:pt x="60" y="986"/>
                  </a:lnTo>
                  <a:lnTo>
                    <a:pt x="60" y="1002"/>
                  </a:lnTo>
                  <a:lnTo>
                    <a:pt x="58" y="1016"/>
                  </a:lnTo>
                  <a:lnTo>
                    <a:pt x="54" y="1030"/>
                  </a:lnTo>
                  <a:lnTo>
                    <a:pt x="42" y="1066"/>
                  </a:lnTo>
                  <a:lnTo>
                    <a:pt x="40" y="1076"/>
                  </a:lnTo>
                  <a:lnTo>
                    <a:pt x="40" y="1086"/>
                  </a:lnTo>
                  <a:lnTo>
                    <a:pt x="40" y="1102"/>
                  </a:lnTo>
                  <a:lnTo>
                    <a:pt x="34" y="1122"/>
                  </a:lnTo>
                  <a:lnTo>
                    <a:pt x="28" y="1132"/>
                  </a:lnTo>
                  <a:lnTo>
                    <a:pt x="22" y="1142"/>
                  </a:lnTo>
                  <a:lnTo>
                    <a:pt x="16" y="1150"/>
                  </a:lnTo>
                  <a:lnTo>
                    <a:pt x="6" y="1156"/>
                  </a:lnTo>
                  <a:lnTo>
                    <a:pt x="2" y="1160"/>
                  </a:lnTo>
                  <a:lnTo>
                    <a:pt x="0" y="1162"/>
                  </a:lnTo>
                  <a:lnTo>
                    <a:pt x="2" y="1164"/>
                  </a:lnTo>
                  <a:lnTo>
                    <a:pt x="10" y="1164"/>
                  </a:lnTo>
                  <a:lnTo>
                    <a:pt x="14" y="1164"/>
                  </a:lnTo>
                  <a:lnTo>
                    <a:pt x="16" y="1168"/>
                  </a:lnTo>
                  <a:lnTo>
                    <a:pt x="22" y="1184"/>
                  </a:lnTo>
                  <a:lnTo>
                    <a:pt x="30" y="1202"/>
                  </a:lnTo>
                  <a:lnTo>
                    <a:pt x="34" y="1210"/>
                  </a:lnTo>
                  <a:lnTo>
                    <a:pt x="38" y="1218"/>
                  </a:lnTo>
                  <a:lnTo>
                    <a:pt x="40" y="1222"/>
                  </a:lnTo>
                  <a:lnTo>
                    <a:pt x="44" y="1224"/>
                  </a:lnTo>
                  <a:lnTo>
                    <a:pt x="46" y="1226"/>
                  </a:lnTo>
                  <a:lnTo>
                    <a:pt x="52" y="1226"/>
                  </a:lnTo>
                  <a:lnTo>
                    <a:pt x="64" y="1224"/>
                  </a:lnTo>
                  <a:lnTo>
                    <a:pt x="80" y="1224"/>
                  </a:lnTo>
                  <a:lnTo>
                    <a:pt x="62" y="1228"/>
                  </a:lnTo>
                  <a:lnTo>
                    <a:pt x="50" y="1232"/>
                  </a:lnTo>
                  <a:lnTo>
                    <a:pt x="40" y="1232"/>
                  </a:lnTo>
                  <a:lnTo>
                    <a:pt x="38" y="1232"/>
                  </a:lnTo>
                  <a:lnTo>
                    <a:pt x="36" y="1228"/>
                  </a:lnTo>
                  <a:lnTo>
                    <a:pt x="34" y="1226"/>
                  </a:lnTo>
                  <a:lnTo>
                    <a:pt x="32" y="1224"/>
                  </a:lnTo>
                  <a:lnTo>
                    <a:pt x="28" y="1228"/>
                  </a:lnTo>
                  <a:lnTo>
                    <a:pt x="26" y="1234"/>
                  </a:lnTo>
                  <a:lnTo>
                    <a:pt x="28" y="1242"/>
                  </a:lnTo>
                  <a:lnTo>
                    <a:pt x="30" y="1252"/>
                  </a:lnTo>
                  <a:lnTo>
                    <a:pt x="30" y="1260"/>
                  </a:lnTo>
                  <a:lnTo>
                    <a:pt x="30" y="1264"/>
                  </a:lnTo>
                  <a:lnTo>
                    <a:pt x="32" y="1264"/>
                  </a:lnTo>
                  <a:lnTo>
                    <a:pt x="34" y="1264"/>
                  </a:lnTo>
                  <a:lnTo>
                    <a:pt x="40" y="1262"/>
                  </a:lnTo>
                  <a:lnTo>
                    <a:pt x="44" y="1264"/>
                  </a:lnTo>
                  <a:lnTo>
                    <a:pt x="48" y="1266"/>
                  </a:lnTo>
                  <a:lnTo>
                    <a:pt x="54" y="1264"/>
                  </a:lnTo>
                  <a:lnTo>
                    <a:pt x="60" y="1264"/>
                  </a:lnTo>
                  <a:lnTo>
                    <a:pt x="64" y="1264"/>
                  </a:lnTo>
                  <a:lnTo>
                    <a:pt x="70" y="1268"/>
                  </a:lnTo>
                  <a:lnTo>
                    <a:pt x="76" y="1268"/>
                  </a:lnTo>
                  <a:lnTo>
                    <a:pt x="64" y="1270"/>
                  </a:lnTo>
                  <a:lnTo>
                    <a:pt x="54" y="1270"/>
                  </a:lnTo>
                  <a:lnTo>
                    <a:pt x="44" y="1268"/>
                  </a:lnTo>
                  <a:lnTo>
                    <a:pt x="38" y="1266"/>
                  </a:lnTo>
                  <a:lnTo>
                    <a:pt x="36" y="1268"/>
                  </a:lnTo>
                  <a:lnTo>
                    <a:pt x="32" y="1270"/>
                  </a:lnTo>
                  <a:lnTo>
                    <a:pt x="30" y="1274"/>
                  </a:lnTo>
                  <a:lnTo>
                    <a:pt x="30" y="1276"/>
                  </a:lnTo>
                  <a:lnTo>
                    <a:pt x="34" y="1278"/>
                  </a:lnTo>
                  <a:lnTo>
                    <a:pt x="38" y="1282"/>
                  </a:lnTo>
                  <a:lnTo>
                    <a:pt x="40" y="1286"/>
                  </a:lnTo>
                  <a:lnTo>
                    <a:pt x="42" y="1286"/>
                  </a:lnTo>
                  <a:lnTo>
                    <a:pt x="48" y="1284"/>
                  </a:lnTo>
                  <a:lnTo>
                    <a:pt x="52" y="1284"/>
                  </a:lnTo>
                  <a:lnTo>
                    <a:pt x="50" y="1290"/>
                  </a:lnTo>
                  <a:lnTo>
                    <a:pt x="46" y="1296"/>
                  </a:lnTo>
                  <a:lnTo>
                    <a:pt x="48" y="1298"/>
                  </a:lnTo>
                  <a:lnTo>
                    <a:pt x="48" y="1300"/>
                  </a:lnTo>
                  <a:lnTo>
                    <a:pt x="54" y="1300"/>
                  </a:lnTo>
                  <a:lnTo>
                    <a:pt x="60" y="1300"/>
                  </a:lnTo>
                  <a:lnTo>
                    <a:pt x="64" y="1298"/>
                  </a:lnTo>
                  <a:lnTo>
                    <a:pt x="64" y="1300"/>
                  </a:lnTo>
                  <a:lnTo>
                    <a:pt x="64" y="1306"/>
                  </a:lnTo>
                  <a:lnTo>
                    <a:pt x="64" y="1312"/>
                  </a:lnTo>
                  <a:lnTo>
                    <a:pt x="66" y="1312"/>
                  </a:lnTo>
                  <a:lnTo>
                    <a:pt x="70" y="1310"/>
                  </a:lnTo>
                  <a:lnTo>
                    <a:pt x="78" y="1304"/>
                  </a:lnTo>
                  <a:lnTo>
                    <a:pt x="86" y="1300"/>
                  </a:lnTo>
                  <a:lnTo>
                    <a:pt x="88" y="1300"/>
                  </a:lnTo>
                  <a:lnTo>
                    <a:pt x="88" y="1302"/>
                  </a:lnTo>
                  <a:lnTo>
                    <a:pt x="82" y="1304"/>
                  </a:lnTo>
                  <a:lnTo>
                    <a:pt x="80" y="1306"/>
                  </a:lnTo>
                  <a:lnTo>
                    <a:pt x="78" y="1308"/>
                  </a:lnTo>
                  <a:lnTo>
                    <a:pt x="80" y="1312"/>
                  </a:lnTo>
                  <a:lnTo>
                    <a:pt x="82" y="1318"/>
                  </a:lnTo>
                  <a:lnTo>
                    <a:pt x="84" y="1320"/>
                  </a:lnTo>
                  <a:lnTo>
                    <a:pt x="82" y="1324"/>
                  </a:lnTo>
                  <a:lnTo>
                    <a:pt x="80" y="1328"/>
                  </a:lnTo>
                  <a:lnTo>
                    <a:pt x="82" y="1328"/>
                  </a:lnTo>
                  <a:lnTo>
                    <a:pt x="84" y="1328"/>
                  </a:lnTo>
                  <a:lnTo>
                    <a:pt x="86" y="1332"/>
                  </a:lnTo>
                  <a:lnTo>
                    <a:pt x="86" y="1336"/>
                  </a:lnTo>
                  <a:lnTo>
                    <a:pt x="88" y="1336"/>
                  </a:lnTo>
                  <a:lnTo>
                    <a:pt x="90" y="1338"/>
                  </a:lnTo>
                  <a:lnTo>
                    <a:pt x="90" y="1342"/>
                  </a:lnTo>
                  <a:lnTo>
                    <a:pt x="92" y="1346"/>
                  </a:lnTo>
                  <a:lnTo>
                    <a:pt x="94" y="1344"/>
                  </a:lnTo>
                  <a:lnTo>
                    <a:pt x="100" y="1336"/>
                  </a:lnTo>
                  <a:lnTo>
                    <a:pt x="98" y="1344"/>
                  </a:lnTo>
                  <a:lnTo>
                    <a:pt x="100" y="1348"/>
                  </a:lnTo>
                  <a:lnTo>
                    <a:pt x="98" y="1352"/>
                  </a:lnTo>
                  <a:lnTo>
                    <a:pt x="100" y="1356"/>
                  </a:lnTo>
                  <a:lnTo>
                    <a:pt x="102" y="1356"/>
                  </a:lnTo>
                  <a:lnTo>
                    <a:pt x="104" y="1352"/>
                  </a:lnTo>
                  <a:lnTo>
                    <a:pt x="108" y="1346"/>
                  </a:lnTo>
                  <a:lnTo>
                    <a:pt x="110" y="1344"/>
                  </a:lnTo>
                  <a:lnTo>
                    <a:pt x="114" y="1344"/>
                  </a:lnTo>
                  <a:lnTo>
                    <a:pt x="116" y="1344"/>
                  </a:lnTo>
                  <a:lnTo>
                    <a:pt x="112" y="1346"/>
                  </a:lnTo>
                  <a:lnTo>
                    <a:pt x="110" y="1350"/>
                  </a:lnTo>
                  <a:lnTo>
                    <a:pt x="110" y="1354"/>
                  </a:lnTo>
                  <a:lnTo>
                    <a:pt x="110" y="1358"/>
                  </a:lnTo>
                  <a:lnTo>
                    <a:pt x="112" y="1360"/>
                  </a:lnTo>
                  <a:lnTo>
                    <a:pt x="114" y="1360"/>
                  </a:lnTo>
                  <a:lnTo>
                    <a:pt x="118" y="1356"/>
                  </a:lnTo>
                  <a:lnTo>
                    <a:pt x="118" y="1354"/>
                  </a:lnTo>
                  <a:lnTo>
                    <a:pt x="118" y="1362"/>
                  </a:lnTo>
                  <a:lnTo>
                    <a:pt x="118" y="1372"/>
                  </a:lnTo>
                  <a:lnTo>
                    <a:pt x="120" y="1378"/>
                  </a:lnTo>
                  <a:lnTo>
                    <a:pt x="124" y="1384"/>
                  </a:lnTo>
                  <a:lnTo>
                    <a:pt x="128" y="1386"/>
                  </a:lnTo>
                  <a:lnTo>
                    <a:pt x="134" y="1388"/>
                  </a:lnTo>
                  <a:lnTo>
                    <a:pt x="140" y="1392"/>
                  </a:lnTo>
                  <a:lnTo>
                    <a:pt x="146" y="1398"/>
                  </a:lnTo>
                  <a:lnTo>
                    <a:pt x="154" y="1402"/>
                  </a:lnTo>
                  <a:lnTo>
                    <a:pt x="158" y="1404"/>
                  </a:lnTo>
                  <a:lnTo>
                    <a:pt x="158" y="1406"/>
                  </a:lnTo>
                  <a:lnTo>
                    <a:pt x="158" y="1408"/>
                  </a:lnTo>
                  <a:lnTo>
                    <a:pt x="156" y="1414"/>
                  </a:lnTo>
                  <a:lnTo>
                    <a:pt x="154" y="1418"/>
                  </a:lnTo>
                  <a:lnTo>
                    <a:pt x="156" y="1420"/>
                  </a:lnTo>
                  <a:lnTo>
                    <a:pt x="162" y="1424"/>
                  </a:lnTo>
                  <a:lnTo>
                    <a:pt x="166" y="1426"/>
                  </a:lnTo>
                  <a:lnTo>
                    <a:pt x="166" y="1430"/>
                  </a:lnTo>
                  <a:lnTo>
                    <a:pt x="168" y="1432"/>
                  </a:lnTo>
                  <a:lnTo>
                    <a:pt x="170" y="1434"/>
                  </a:lnTo>
                  <a:lnTo>
                    <a:pt x="172" y="1436"/>
                  </a:lnTo>
                  <a:lnTo>
                    <a:pt x="170" y="1438"/>
                  </a:lnTo>
                  <a:lnTo>
                    <a:pt x="170" y="1440"/>
                  </a:lnTo>
                  <a:lnTo>
                    <a:pt x="170" y="1442"/>
                  </a:lnTo>
                  <a:lnTo>
                    <a:pt x="176" y="1448"/>
                  </a:lnTo>
                  <a:lnTo>
                    <a:pt x="176" y="1450"/>
                  </a:lnTo>
                  <a:lnTo>
                    <a:pt x="174" y="1450"/>
                  </a:lnTo>
                  <a:lnTo>
                    <a:pt x="172" y="1452"/>
                  </a:lnTo>
                  <a:lnTo>
                    <a:pt x="170" y="1454"/>
                  </a:lnTo>
                  <a:lnTo>
                    <a:pt x="172" y="1458"/>
                  </a:lnTo>
                  <a:lnTo>
                    <a:pt x="174" y="1462"/>
                  </a:lnTo>
                  <a:lnTo>
                    <a:pt x="176" y="1462"/>
                  </a:lnTo>
                  <a:lnTo>
                    <a:pt x="180" y="1462"/>
                  </a:lnTo>
                  <a:lnTo>
                    <a:pt x="186" y="1464"/>
                  </a:lnTo>
                  <a:lnTo>
                    <a:pt x="182" y="1468"/>
                  </a:lnTo>
                  <a:lnTo>
                    <a:pt x="178" y="1470"/>
                  </a:lnTo>
                  <a:lnTo>
                    <a:pt x="172" y="1470"/>
                  </a:lnTo>
                  <a:lnTo>
                    <a:pt x="170" y="1468"/>
                  </a:lnTo>
                  <a:lnTo>
                    <a:pt x="170" y="1472"/>
                  </a:lnTo>
                  <a:lnTo>
                    <a:pt x="174" y="1480"/>
                  </a:lnTo>
                  <a:lnTo>
                    <a:pt x="178" y="1482"/>
                  </a:lnTo>
                  <a:lnTo>
                    <a:pt x="182" y="1482"/>
                  </a:lnTo>
                  <a:lnTo>
                    <a:pt x="184" y="1486"/>
                  </a:lnTo>
                  <a:lnTo>
                    <a:pt x="186" y="1492"/>
                  </a:lnTo>
                  <a:lnTo>
                    <a:pt x="184" y="1494"/>
                  </a:lnTo>
                  <a:lnTo>
                    <a:pt x="182" y="1496"/>
                  </a:lnTo>
                  <a:lnTo>
                    <a:pt x="182" y="1498"/>
                  </a:lnTo>
                  <a:lnTo>
                    <a:pt x="186" y="1502"/>
                  </a:lnTo>
                  <a:lnTo>
                    <a:pt x="192" y="1504"/>
                  </a:lnTo>
                  <a:lnTo>
                    <a:pt x="196" y="1506"/>
                  </a:lnTo>
                  <a:lnTo>
                    <a:pt x="202" y="1510"/>
                  </a:lnTo>
                  <a:lnTo>
                    <a:pt x="204" y="1512"/>
                  </a:lnTo>
                  <a:lnTo>
                    <a:pt x="204" y="1514"/>
                  </a:lnTo>
                  <a:lnTo>
                    <a:pt x="202" y="1518"/>
                  </a:lnTo>
                  <a:lnTo>
                    <a:pt x="200" y="1520"/>
                  </a:lnTo>
                  <a:lnTo>
                    <a:pt x="202" y="1520"/>
                  </a:lnTo>
                  <a:lnTo>
                    <a:pt x="208" y="1524"/>
                  </a:lnTo>
                  <a:lnTo>
                    <a:pt x="228" y="1534"/>
                  </a:lnTo>
                  <a:lnTo>
                    <a:pt x="236" y="1538"/>
                  </a:lnTo>
                  <a:lnTo>
                    <a:pt x="242" y="1546"/>
                  </a:lnTo>
                  <a:lnTo>
                    <a:pt x="246" y="1552"/>
                  </a:lnTo>
                  <a:lnTo>
                    <a:pt x="250" y="1556"/>
                  </a:lnTo>
                  <a:lnTo>
                    <a:pt x="260" y="1562"/>
                  </a:lnTo>
                  <a:lnTo>
                    <a:pt x="268" y="1566"/>
                  </a:lnTo>
                  <a:lnTo>
                    <a:pt x="270" y="1570"/>
                  </a:lnTo>
                  <a:lnTo>
                    <a:pt x="272" y="1574"/>
                  </a:lnTo>
                  <a:lnTo>
                    <a:pt x="272" y="1576"/>
                  </a:lnTo>
                  <a:lnTo>
                    <a:pt x="274" y="1578"/>
                  </a:lnTo>
                  <a:lnTo>
                    <a:pt x="282" y="1582"/>
                  </a:lnTo>
                  <a:lnTo>
                    <a:pt x="294" y="1590"/>
                  </a:lnTo>
                  <a:lnTo>
                    <a:pt x="302" y="1596"/>
                  </a:lnTo>
                  <a:lnTo>
                    <a:pt x="310" y="1606"/>
                  </a:lnTo>
                  <a:lnTo>
                    <a:pt x="328" y="1626"/>
                  </a:lnTo>
                  <a:lnTo>
                    <a:pt x="346" y="1644"/>
                  </a:lnTo>
                  <a:lnTo>
                    <a:pt x="364" y="1654"/>
                  </a:lnTo>
                  <a:lnTo>
                    <a:pt x="380" y="1660"/>
                  </a:lnTo>
                  <a:lnTo>
                    <a:pt x="388" y="1664"/>
                  </a:lnTo>
                  <a:lnTo>
                    <a:pt x="392" y="1668"/>
                  </a:lnTo>
                  <a:lnTo>
                    <a:pt x="396" y="1670"/>
                  </a:lnTo>
                  <a:lnTo>
                    <a:pt x="402" y="1672"/>
                  </a:lnTo>
                  <a:lnTo>
                    <a:pt x="408" y="1670"/>
                  </a:lnTo>
                  <a:lnTo>
                    <a:pt x="412" y="1666"/>
                  </a:lnTo>
                  <a:lnTo>
                    <a:pt x="422" y="1658"/>
                  </a:lnTo>
                  <a:lnTo>
                    <a:pt x="436" y="1648"/>
                  </a:lnTo>
                  <a:lnTo>
                    <a:pt x="448" y="1642"/>
                  </a:lnTo>
                  <a:lnTo>
                    <a:pt x="462" y="1638"/>
                  </a:lnTo>
                  <a:lnTo>
                    <a:pt x="488" y="1634"/>
                  </a:lnTo>
                  <a:lnTo>
                    <a:pt x="504" y="1632"/>
                  </a:lnTo>
                  <a:lnTo>
                    <a:pt x="516" y="1632"/>
                  </a:lnTo>
                  <a:lnTo>
                    <a:pt x="530" y="1630"/>
                  </a:lnTo>
                  <a:lnTo>
                    <a:pt x="540" y="1628"/>
                  </a:lnTo>
                  <a:lnTo>
                    <a:pt x="554" y="1630"/>
                  </a:lnTo>
                  <a:lnTo>
                    <a:pt x="566" y="1630"/>
                  </a:lnTo>
                  <a:lnTo>
                    <a:pt x="572" y="1630"/>
                  </a:lnTo>
                  <a:lnTo>
                    <a:pt x="576" y="1630"/>
                  </a:lnTo>
                  <a:lnTo>
                    <a:pt x="580" y="1630"/>
                  </a:lnTo>
                  <a:lnTo>
                    <a:pt x="590" y="1632"/>
                  </a:lnTo>
                  <a:lnTo>
                    <a:pt x="592" y="1632"/>
                  </a:lnTo>
                  <a:lnTo>
                    <a:pt x="590" y="1632"/>
                  </a:lnTo>
                  <a:lnTo>
                    <a:pt x="582" y="1634"/>
                  </a:lnTo>
                  <a:lnTo>
                    <a:pt x="578" y="1634"/>
                  </a:lnTo>
                  <a:lnTo>
                    <a:pt x="576" y="1636"/>
                  </a:lnTo>
                  <a:lnTo>
                    <a:pt x="578" y="1636"/>
                  </a:lnTo>
                  <a:lnTo>
                    <a:pt x="594" y="1640"/>
                  </a:lnTo>
                  <a:lnTo>
                    <a:pt x="606" y="1644"/>
                  </a:lnTo>
                  <a:lnTo>
                    <a:pt x="618" y="1650"/>
                  </a:lnTo>
                  <a:lnTo>
                    <a:pt x="622" y="1652"/>
                  </a:lnTo>
                  <a:lnTo>
                    <a:pt x="626" y="1652"/>
                  </a:lnTo>
                  <a:lnTo>
                    <a:pt x="636" y="1644"/>
                  </a:lnTo>
                  <a:lnTo>
                    <a:pt x="648" y="1636"/>
                  </a:lnTo>
                  <a:lnTo>
                    <a:pt x="656" y="1632"/>
                  </a:lnTo>
                  <a:lnTo>
                    <a:pt x="664" y="1630"/>
                  </a:lnTo>
                  <a:lnTo>
                    <a:pt x="674" y="1628"/>
                  </a:lnTo>
                  <a:lnTo>
                    <a:pt x="680" y="1624"/>
                  </a:lnTo>
                  <a:lnTo>
                    <a:pt x="690" y="1614"/>
                  </a:lnTo>
                  <a:lnTo>
                    <a:pt x="698" y="1610"/>
                  </a:lnTo>
                  <a:lnTo>
                    <a:pt x="706" y="1606"/>
                  </a:lnTo>
                  <a:lnTo>
                    <a:pt x="716" y="1602"/>
                  </a:lnTo>
                  <a:lnTo>
                    <a:pt x="730" y="1600"/>
                  </a:lnTo>
                  <a:lnTo>
                    <a:pt x="742" y="1598"/>
                  </a:lnTo>
                  <a:lnTo>
                    <a:pt x="746" y="1596"/>
                  </a:lnTo>
                  <a:lnTo>
                    <a:pt x="746" y="1594"/>
                  </a:lnTo>
                  <a:lnTo>
                    <a:pt x="748" y="1590"/>
                  </a:lnTo>
                  <a:lnTo>
                    <a:pt x="754" y="1586"/>
                  </a:lnTo>
                  <a:lnTo>
                    <a:pt x="760" y="1582"/>
                  </a:lnTo>
                  <a:lnTo>
                    <a:pt x="774" y="1578"/>
                  </a:lnTo>
                  <a:lnTo>
                    <a:pt x="796" y="1574"/>
                  </a:lnTo>
                  <a:lnTo>
                    <a:pt x="814" y="1572"/>
                  </a:lnTo>
                  <a:lnTo>
                    <a:pt x="832" y="1572"/>
                  </a:lnTo>
                  <a:lnTo>
                    <a:pt x="838" y="1570"/>
                  </a:lnTo>
                  <a:lnTo>
                    <a:pt x="840" y="1568"/>
                  </a:lnTo>
                  <a:lnTo>
                    <a:pt x="844" y="1564"/>
                  </a:lnTo>
                  <a:lnTo>
                    <a:pt x="846" y="1566"/>
                  </a:lnTo>
                  <a:lnTo>
                    <a:pt x="850" y="1570"/>
                  </a:lnTo>
                  <a:lnTo>
                    <a:pt x="860" y="1570"/>
                  </a:lnTo>
                  <a:lnTo>
                    <a:pt x="874" y="1570"/>
                  </a:lnTo>
                  <a:lnTo>
                    <a:pt x="884" y="1574"/>
                  </a:lnTo>
                  <a:lnTo>
                    <a:pt x="890" y="1578"/>
                  </a:lnTo>
                  <a:lnTo>
                    <a:pt x="896" y="1584"/>
                  </a:lnTo>
                  <a:lnTo>
                    <a:pt x="908" y="1600"/>
                  </a:lnTo>
                  <a:lnTo>
                    <a:pt x="916" y="1616"/>
                  </a:lnTo>
                  <a:lnTo>
                    <a:pt x="924" y="1642"/>
                  </a:lnTo>
                  <a:lnTo>
                    <a:pt x="930" y="1654"/>
                  </a:lnTo>
                  <a:lnTo>
                    <a:pt x="936" y="1664"/>
                  </a:lnTo>
                  <a:lnTo>
                    <a:pt x="944" y="1670"/>
                  </a:lnTo>
                  <a:lnTo>
                    <a:pt x="948" y="1672"/>
                  </a:lnTo>
                  <a:lnTo>
                    <a:pt x="954" y="1672"/>
                  </a:lnTo>
                  <a:lnTo>
                    <a:pt x="970" y="1672"/>
                  </a:lnTo>
                  <a:lnTo>
                    <a:pt x="976" y="1672"/>
                  </a:lnTo>
                  <a:lnTo>
                    <a:pt x="984" y="1670"/>
                  </a:lnTo>
                  <a:lnTo>
                    <a:pt x="990" y="1668"/>
                  </a:lnTo>
                  <a:lnTo>
                    <a:pt x="992" y="1664"/>
                  </a:lnTo>
                  <a:lnTo>
                    <a:pt x="992" y="1662"/>
                  </a:lnTo>
                  <a:lnTo>
                    <a:pt x="992" y="1658"/>
                  </a:lnTo>
                  <a:lnTo>
                    <a:pt x="992" y="1656"/>
                  </a:lnTo>
                  <a:lnTo>
                    <a:pt x="996" y="1658"/>
                  </a:lnTo>
                  <a:lnTo>
                    <a:pt x="1002" y="1660"/>
                  </a:lnTo>
                  <a:lnTo>
                    <a:pt x="1008" y="1662"/>
                  </a:lnTo>
                  <a:lnTo>
                    <a:pt x="1018" y="1662"/>
                  </a:lnTo>
                  <a:lnTo>
                    <a:pt x="1028" y="1662"/>
                  </a:lnTo>
                  <a:lnTo>
                    <a:pt x="1036" y="1660"/>
                  </a:lnTo>
                  <a:lnTo>
                    <a:pt x="1040" y="1656"/>
                  </a:lnTo>
                  <a:lnTo>
                    <a:pt x="1042" y="1654"/>
                  </a:lnTo>
                  <a:lnTo>
                    <a:pt x="1042" y="1650"/>
                  </a:lnTo>
                  <a:lnTo>
                    <a:pt x="1036" y="1640"/>
                  </a:lnTo>
                  <a:lnTo>
                    <a:pt x="1048" y="1650"/>
                  </a:lnTo>
                  <a:lnTo>
                    <a:pt x="1048" y="1658"/>
                  </a:lnTo>
                  <a:lnTo>
                    <a:pt x="1050" y="1662"/>
                  </a:lnTo>
                  <a:lnTo>
                    <a:pt x="1052" y="1662"/>
                  </a:lnTo>
                  <a:lnTo>
                    <a:pt x="1056" y="1662"/>
                  </a:lnTo>
                  <a:lnTo>
                    <a:pt x="1060" y="1660"/>
                  </a:lnTo>
                  <a:lnTo>
                    <a:pt x="1062" y="1662"/>
                  </a:lnTo>
                  <a:lnTo>
                    <a:pt x="1064" y="1666"/>
                  </a:lnTo>
                  <a:lnTo>
                    <a:pt x="1066" y="1682"/>
                  </a:lnTo>
                  <a:lnTo>
                    <a:pt x="1070" y="1684"/>
                  </a:lnTo>
                  <a:lnTo>
                    <a:pt x="1076" y="1688"/>
                  </a:lnTo>
                  <a:lnTo>
                    <a:pt x="1082" y="1690"/>
                  </a:lnTo>
                  <a:lnTo>
                    <a:pt x="1084" y="1690"/>
                  </a:lnTo>
                  <a:lnTo>
                    <a:pt x="1086" y="1686"/>
                  </a:lnTo>
                  <a:lnTo>
                    <a:pt x="1088" y="1684"/>
                  </a:lnTo>
                  <a:lnTo>
                    <a:pt x="1090" y="1684"/>
                  </a:lnTo>
                  <a:lnTo>
                    <a:pt x="1094" y="1684"/>
                  </a:lnTo>
                  <a:lnTo>
                    <a:pt x="1096" y="1688"/>
                  </a:lnTo>
                  <a:lnTo>
                    <a:pt x="1096" y="1690"/>
                  </a:lnTo>
                  <a:lnTo>
                    <a:pt x="1094" y="1694"/>
                  </a:lnTo>
                  <a:lnTo>
                    <a:pt x="1090" y="1698"/>
                  </a:lnTo>
                  <a:lnTo>
                    <a:pt x="1090" y="1700"/>
                  </a:lnTo>
                  <a:lnTo>
                    <a:pt x="1092" y="1704"/>
                  </a:lnTo>
                  <a:lnTo>
                    <a:pt x="1096" y="1708"/>
                  </a:lnTo>
                  <a:lnTo>
                    <a:pt x="1094" y="1708"/>
                  </a:lnTo>
                  <a:lnTo>
                    <a:pt x="1094" y="1712"/>
                  </a:lnTo>
                  <a:lnTo>
                    <a:pt x="1100" y="1718"/>
                  </a:lnTo>
                  <a:lnTo>
                    <a:pt x="1102" y="1724"/>
                  </a:lnTo>
                  <a:lnTo>
                    <a:pt x="1104" y="1730"/>
                  </a:lnTo>
                  <a:lnTo>
                    <a:pt x="1104" y="1742"/>
                  </a:lnTo>
                  <a:lnTo>
                    <a:pt x="1100" y="1756"/>
                  </a:lnTo>
                  <a:lnTo>
                    <a:pt x="1100" y="1770"/>
                  </a:lnTo>
                  <a:lnTo>
                    <a:pt x="1100" y="1782"/>
                  </a:lnTo>
                  <a:lnTo>
                    <a:pt x="1098" y="1790"/>
                  </a:lnTo>
                  <a:lnTo>
                    <a:pt x="1094" y="1798"/>
                  </a:lnTo>
                  <a:lnTo>
                    <a:pt x="1090" y="1804"/>
                  </a:lnTo>
                  <a:lnTo>
                    <a:pt x="1084" y="1814"/>
                  </a:lnTo>
                  <a:lnTo>
                    <a:pt x="1082" y="1820"/>
                  </a:lnTo>
                  <a:lnTo>
                    <a:pt x="1082" y="1824"/>
                  </a:lnTo>
                  <a:lnTo>
                    <a:pt x="1082" y="1828"/>
                  </a:lnTo>
                  <a:lnTo>
                    <a:pt x="1084" y="1828"/>
                  </a:lnTo>
                  <a:lnTo>
                    <a:pt x="1088" y="1828"/>
                  </a:lnTo>
                  <a:lnTo>
                    <a:pt x="1092" y="1828"/>
                  </a:lnTo>
                  <a:lnTo>
                    <a:pt x="1090" y="1834"/>
                  </a:lnTo>
                  <a:lnTo>
                    <a:pt x="1090" y="1838"/>
                  </a:lnTo>
                  <a:lnTo>
                    <a:pt x="1092" y="1844"/>
                  </a:lnTo>
                  <a:lnTo>
                    <a:pt x="1094" y="1848"/>
                  </a:lnTo>
                  <a:lnTo>
                    <a:pt x="1092" y="1852"/>
                  </a:lnTo>
                  <a:lnTo>
                    <a:pt x="1090" y="1852"/>
                  </a:lnTo>
                  <a:lnTo>
                    <a:pt x="1088" y="1850"/>
                  </a:lnTo>
                  <a:lnTo>
                    <a:pt x="1086" y="1848"/>
                  </a:lnTo>
                  <a:lnTo>
                    <a:pt x="1082" y="1852"/>
                  </a:lnTo>
                  <a:lnTo>
                    <a:pt x="1082" y="1854"/>
                  </a:lnTo>
                  <a:lnTo>
                    <a:pt x="1082" y="1858"/>
                  </a:lnTo>
                  <a:lnTo>
                    <a:pt x="1086" y="1864"/>
                  </a:lnTo>
                  <a:lnTo>
                    <a:pt x="1094" y="1868"/>
                  </a:lnTo>
                  <a:lnTo>
                    <a:pt x="1106" y="1872"/>
                  </a:lnTo>
                  <a:lnTo>
                    <a:pt x="1110" y="1872"/>
                  </a:lnTo>
                  <a:lnTo>
                    <a:pt x="1110" y="1874"/>
                  </a:lnTo>
                  <a:lnTo>
                    <a:pt x="1110" y="1876"/>
                  </a:lnTo>
                  <a:lnTo>
                    <a:pt x="1106" y="1878"/>
                  </a:lnTo>
                  <a:lnTo>
                    <a:pt x="1104" y="1880"/>
                  </a:lnTo>
                  <a:lnTo>
                    <a:pt x="1098" y="1880"/>
                  </a:lnTo>
                  <a:lnTo>
                    <a:pt x="1094" y="1878"/>
                  </a:lnTo>
                  <a:lnTo>
                    <a:pt x="1090" y="1874"/>
                  </a:lnTo>
                  <a:lnTo>
                    <a:pt x="1084" y="1868"/>
                  </a:lnTo>
                  <a:lnTo>
                    <a:pt x="1082" y="1866"/>
                  </a:lnTo>
                  <a:lnTo>
                    <a:pt x="1080" y="1866"/>
                  </a:lnTo>
                  <a:lnTo>
                    <a:pt x="1080" y="1872"/>
                  </a:lnTo>
                  <a:lnTo>
                    <a:pt x="1080" y="1882"/>
                  </a:lnTo>
                  <a:lnTo>
                    <a:pt x="1078" y="1898"/>
                  </a:lnTo>
                  <a:lnTo>
                    <a:pt x="1074" y="1910"/>
                  </a:lnTo>
                  <a:lnTo>
                    <a:pt x="1072" y="1914"/>
                  </a:lnTo>
                  <a:lnTo>
                    <a:pt x="1068" y="1918"/>
                  </a:lnTo>
                  <a:lnTo>
                    <a:pt x="1066" y="1918"/>
                  </a:lnTo>
                  <a:lnTo>
                    <a:pt x="1062" y="1914"/>
                  </a:lnTo>
                  <a:lnTo>
                    <a:pt x="1056" y="1910"/>
                  </a:lnTo>
                  <a:lnTo>
                    <a:pt x="1056" y="1912"/>
                  </a:lnTo>
                  <a:lnTo>
                    <a:pt x="1058" y="1922"/>
                  </a:lnTo>
                  <a:lnTo>
                    <a:pt x="1064" y="1936"/>
                  </a:lnTo>
                  <a:lnTo>
                    <a:pt x="1076" y="1964"/>
                  </a:lnTo>
                  <a:lnTo>
                    <a:pt x="1080" y="1974"/>
                  </a:lnTo>
                  <a:lnTo>
                    <a:pt x="1084" y="1982"/>
                  </a:lnTo>
                  <a:lnTo>
                    <a:pt x="1088" y="1988"/>
                  </a:lnTo>
                  <a:lnTo>
                    <a:pt x="1094" y="1996"/>
                  </a:lnTo>
                  <a:lnTo>
                    <a:pt x="1100" y="2006"/>
                  </a:lnTo>
                  <a:lnTo>
                    <a:pt x="1110" y="2018"/>
                  </a:lnTo>
                  <a:lnTo>
                    <a:pt x="1132" y="2042"/>
                  </a:lnTo>
                  <a:lnTo>
                    <a:pt x="1140" y="2052"/>
                  </a:lnTo>
                  <a:lnTo>
                    <a:pt x="1142" y="2058"/>
                  </a:lnTo>
                  <a:lnTo>
                    <a:pt x="1150" y="2070"/>
                  </a:lnTo>
                  <a:lnTo>
                    <a:pt x="1172" y="2092"/>
                  </a:lnTo>
                  <a:lnTo>
                    <a:pt x="1178" y="2100"/>
                  </a:lnTo>
                  <a:lnTo>
                    <a:pt x="1180" y="2110"/>
                  </a:lnTo>
                  <a:lnTo>
                    <a:pt x="1184" y="2118"/>
                  </a:lnTo>
                  <a:lnTo>
                    <a:pt x="1190" y="2128"/>
                  </a:lnTo>
                  <a:lnTo>
                    <a:pt x="1194" y="2136"/>
                  </a:lnTo>
                  <a:lnTo>
                    <a:pt x="1196" y="2142"/>
                  </a:lnTo>
                  <a:lnTo>
                    <a:pt x="1194" y="2148"/>
                  </a:lnTo>
                  <a:lnTo>
                    <a:pt x="1194" y="2156"/>
                  </a:lnTo>
                  <a:lnTo>
                    <a:pt x="1194" y="2158"/>
                  </a:lnTo>
                  <a:lnTo>
                    <a:pt x="1196" y="2160"/>
                  </a:lnTo>
                  <a:lnTo>
                    <a:pt x="1198" y="2164"/>
                  </a:lnTo>
                  <a:lnTo>
                    <a:pt x="1200" y="2168"/>
                  </a:lnTo>
                  <a:lnTo>
                    <a:pt x="1204" y="2170"/>
                  </a:lnTo>
                  <a:lnTo>
                    <a:pt x="1208" y="2168"/>
                  </a:lnTo>
                  <a:lnTo>
                    <a:pt x="1216" y="2164"/>
                  </a:lnTo>
                  <a:lnTo>
                    <a:pt x="1222" y="2162"/>
                  </a:lnTo>
                  <a:lnTo>
                    <a:pt x="1226" y="2162"/>
                  </a:lnTo>
                  <a:lnTo>
                    <a:pt x="1234" y="2162"/>
                  </a:lnTo>
                  <a:lnTo>
                    <a:pt x="1226" y="2168"/>
                  </a:lnTo>
                  <a:lnTo>
                    <a:pt x="1220" y="2172"/>
                  </a:lnTo>
                  <a:lnTo>
                    <a:pt x="1208" y="2174"/>
                  </a:lnTo>
                  <a:lnTo>
                    <a:pt x="1202" y="2176"/>
                  </a:lnTo>
                  <a:lnTo>
                    <a:pt x="1200" y="2178"/>
                  </a:lnTo>
                  <a:lnTo>
                    <a:pt x="1202" y="2182"/>
                  </a:lnTo>
                  <a:lnTo>
                    <a:pt x="1212" y="2202"/>
                  </a:lnTo>
                  <a:lnTo>
                    <a:pt x="1226" y="2240"/>
                  </a:lnTo>
                  <a:lnTo>
                    <a:pt x="1232" y="2260"/>
                  </a:lnTo>
                  <a:lnTo>
                    <a:pt x="1238" y="2278"/>
                  </a:lnTo>
                  <a:lnTo>
                    <a:pt x="1238" y="2294"/>
                  </a:lnTo>
                  <a:lnTo>
                    <a:pt x="1236" y="2300"/>
                  </a:lnTo>
                  <a:lnTo>
                    <a:pt x="1234" y="2306"/>
                  </a:lnTo>
                  <a:lnTo>
                    <a:pt x="1230" y="2314"/>
                  </a:lnTo>
                  <a:lnTo>
                    <a:pt x="1230" y="2324"/>
                  </a:lnTo>
                  <a:lnTo>
                    <a:pt x="1230" y="2336"/>
                  </a:lnTo>
                  <a:lnTo>
                    <a:pt x="1234" y="2346"/>
                  </a:lnTo>
                  <a:lnTo>
                    <a:pt x="1246" y="2372"/>
                  </a:lnTo>
                  <a:lnTo>
                    <a:pt x="1256" y="2396"/>
                  </a:lnTo>
                  <a:lnTo>
                    <a:pt x="1260" y="2408"/>
                  </a:lnTo>
                  <a:lnTo>
                    <a:pt x="1262" y="2422"/>
                  </a:lnTo>
                  <a:lnTo>
                    <a:pt x="1262" y="2436"/>
                  </a:lnTo>
                  <a:lnTo>
                    <a:pt x="1262" y="2450"/>
                  </a:lnTo>
                  <a:lnTo>
                    <a:pt x="1258" y="2464"/>
                  </a:lnTo>
                  <a:lnTo>
                    <a:pt x="1254" y="2476"/>
                  </a:lnTo>
                  <a:lnTo>
                    <a:pt x="1246" y="2486"/>
                  </a:lnTo>
                  <a:lnTo>
                    <a:pt x="1238" y="2494"/>
                  </a:lnTo>
                  <a:lnTo>
                    <a:pt x="1230" y="2502"/>
                  </a:lnTo>
                  <a:lnTo>
                    <a:pt x="1222" y="2510"/>
                  </a:lnTo>
                  <a:lnTo>
                    <a:pt x="1218" y="2518"/>
                  </a:lnTo>
                  <a:lnTo>
                    <a:pt x="1212" y="2528"/>
                  </a:lnTo>
                  <a:lnTo>
                    <a:pt x="1206" y="2548"/>
                  </a:lnTo>
                  <a:lnTo>
                    <a:pt x="1202" y="2570"/>
                  </a:lnTo>
                  <a:lnTo>
                    <a:pt x="1196" y="2610"/>
                  </a:lnTo>
                  <a:lnTo>
                    <a:pt x="1192" y="2626"/>
                  </a:lnTo>
                  <a:lnTo>
                    <a:pt x="1188" y="2640"/>
                  </a:lnTo>
                  <a:lnTo>
                    <a:pt x="1182" y="2652"/>
                  </a:lnTo>
                  <a:lnTo>
                    <a:pt x="1178" y="2662"/>
                  </a:lnTo>
                  <a:lnTo>
                    <a:pt x="1176" y="2670"/>
                  </a:lnTo>
                  <a:lnTo>
                    <a:pt x="1176" y="2680"/>
                  </a:lnTo>
                  <a:lnTo>
                    <a:pt x="1178" y="2700"/>
                  </a:lnTo>
                  <a:lnTo>
                    <a:pt x="1178" y="2712"/>
                  </a:lnTo>
                  <a:lnTo>
                    <a:pt x="1178" y="2726"/>
                  </a:lnTo>
                  <a:lnTo>
                    <a:pt x="1176" y="2736"/>
                  </a:lnTo>
                  <a:lnTo>
                    <a:pt x="1176" y="2746"/>
                  </a:lnTo>
                  <a:lnTo>
                    <a:pt x="1180" y="2764"/>
                  </a:lnTo>
                  <a:lnTo>
                    <a:pt x="1188" y="2784"/>
                  </a:lnTo>
                  <a:lnTo>
                    <a:pt x="1200" y="2804"/>
                  </a:lnTo>
                  <a:lnTo>
                    <a:pt x="1222" y="2850"/>
                  </a:lnTo>
                  <a:lnTo>
                    <a:pt x="1234" y="2876"/>
                  </a:lnTo>
                  <a:lnTo>
                    <a:pt x="1242" y="2904"/>
                  </a:lnTo>
                  <a:lnTo>
                    <a:pt x="1250" y="2930"/>
                  </a:lnTo>
                  <a:lnTo>
                    <a:pt x="1260" y="2946"/>
                  </a:lnTo>
                  <a:lnTo>
                    <a:pt x="1268" y="2958"/>
                  </a:lnTo>
                  <a:lnTo>
                    <a:pt x="1276" y="2966"/>
                  </a:lnTo>
                  <a:lnTo>
                    <a:pt x="1284" y="2976"/>
                  </a:lnTo>
                  <a:lnTo>
                    <a:pt x="1288" y="2990"/>
                  </a:lnTo>
                  <a:lnTo>
                    <a:pt x="1288" y="3008"/>
                  </a:lnTo>
                  <a:lnTo>
                    <a:pt x="1286" y="3038"/>
                  </a:lnTo>
                  <a:lnTo>
                    <a:pt x="1284" y="3052"/>
                  </a:lnTo>
                  <a:lnTo>
                    <a:pt x="1286" y="3070"/>
                  </a:lnTo>
                  <a:lnTo>
                    <a:pt x="1294" y="3112"/>
                  </a:lnTo>
                  <a:lnTo>
                    <a:pt x="1304" y="3156"/>
                  </a:lnTo>
                  <a:lnTo>
                    <a:pt x="1308" y="3178"/>
                  </a:lnTo>
                  <a:lnTo>
                    <a:pt x="1310" y="3200"/>
                  </a:lnTo>
                  <a:lnTo>
                    <a:pt x="1312" y="3220"/>
                  </a:lnTo>
                  <a:lnTo>
                    <a:pt x="1318" y="3238"/>
                  </a:lnTo>
                  <a:lnTo>
                    <a:pt x="1326" y="3254"/>
                  </a:lnTo>
                  <a:lnTo>
                    <a:pt x="1334" y="3266"/>
                  </a:lnTo>
                  <a:lnTo>
                    <a:pt x="1342" y="3278"/>
                  </a:lnTo>
                  <a:lnTo>
                    <a:pt x="1352" y="3286"/>
                  </a:lnTo>
                  <a:lnTo>
                    <a:pt x="1366" y="3302"/>
                  </a:lnTo>
                  <a:lnTo>
                    <a:pt x="1376" y="3316"/>
                  </a:lnTo>
                  <a:lnTo>
                    <a:pt x="1384" y="3330"/>
                  </a:lnTo>
                  <a:lnTo>
                    <a:pt x="1388" y="3344"/>
                  </a:lnTo>
                  <a:lnTo>
                    <a:pt x="1392" y="3358"/>
                  </a:lnTo>
                  <a:lnTo>
                    <a:pt x="1396" y="3374"/>
                  </a:lnTo>
                  <a:lnTo>
                    <a:pt x="1402" y="3392"/>
                  </a:lnTo>
                  <a:lnTo>
                    <a:pt x="1410" y="3414"/>
                  </a:lnTo>
                  <a:lnTo>
                    <a:pt x="1424" y="3436"/>
                  </a:lnTo>
                  <a:lnTo>
                    <a:pt x="1436" y="3458"/>
                  </a:lnTo>
                  <a:lnTo>
                    <a:pt x="1444" y="3474"/>
                  </a:lnTo>
                  <a:lnTo>
                    <a:pt x="1446" y="3490"/>
                  </a:lnTo>
                  <a:lnTo>
                    <a:pt x="1446" y="3502"/>
                  </a:lnTo>
                  <a:lnTo>
                    <a:pt x="1442" y="3510"/>
                  </a:lnTo>
                  <a:lnTo>
                    <a:pt x="1438" y="3516"/>
                  </a:lnTo>
                  <a:lnTo>
                    <a:pt x="1434" y="3518"/>
                  </a:lnTo>
                  <a:lnTo>
                    <a:pt x="1432" y="3518"/>
                  </a:lnTo>
                  <a:lnTo>
                    <a:pt x="1430" y="3516"/>
                  </a:lnTo>
                  <a:lnTo>
                    <a:pt x="1426" y="3518"/>
                  </a:lnTo>
                  <a:lnTo>
                    <a:pt x="1424" y="3518"/>
                  </a:lnTo>
                  <a:lnTo>
                    <a:pt x="1424" y="3522"/>
                  </a:lnTo>
                  <a:lnTo>
                    <a:pt x="1424" y="3526"/>
                  </a:lnTo>
                  <a:lnTo>
                    <a:pt x="1424" y="3532"/>
                  </a:lnTo>
                  <a:lnTo>
                    <a:pt x="1428" y="3538"/>
                  </a:lnTo>
                  <a:lnTo>
                    <a:pt x="1432" y="3546"/>
                  </a:lnTo>
                  <a:lnTo>
                    <a:pt x="1442" y="3558"/>
                  </a:lnTo>
                  <a:lnTo>
                    <a:pt x="1446" y="3568"/>
                  </a:lnTo>
                  <a:lnTo>
                    <a:pt x="1448" y="3574"/>
                  </a:lnTo>
                  <a:lnTo>
                    <a:pt x="1444" y="3580"/>
                  </a:lnTo>
                  <a:lnTo>
                    <a:pt x="1442" y="3582"/>
                  </a:lnTo>
                  <a:lnTo>
                    <a:pt x="1442" y="3588"/>
                  </a:lnTo>
                  <a:lnTo>
                    <a:pt x="1442" y="3596"/>
                  </a:lnTo>
                  <a:lnTo>
                    <a:pt x="1446" y="3602"/>
                  </a:lnTo>
                  <a:lnTo>
                    <a:pt x="1448" y="3602"/>
                  </a:lnTo>
                  <a:lnTo>
                    <a:pt x="1448" y="3598"/>
                  </a:lnTo>
                  <a:lnTo>
                    <a:pt x="1450" y="3594"/>
                  </a:lnTo>
                  <a:lnTo>
                    <a:pt x="1452" y="3590"/>
                  </a:lnTo>
                  <a:lnTo>
                    <a:pt x="1454" y="3588"/>
                  </a:lnTo>
                  <a:lnTo>
                    <a:pt x="1458" y="3588"/>
                  </a:lnTo>
                  <a:lnTo>
                    <a:pt x="1460" y="3588"/>
                  </a:lnTo>
                  <a:lnTo>
                    <a:pt x="1462" y="3590"/>
                  </a:lnTo>
                  <a:lnTo>
                    <a:pt x="1464" y="3592"/>
                  </a:lnTo>
                  <a:lnTo>
                    <a:pt x="1464" y="3596"/>
                  </a:lnTo>
                  <a:lnTo>
                    <a:pt x="1464" y="3602"/>
                  </a:lnTo>
                  <a:lnTo>
                    <a:pt x="1466" y="3604"/>
                  </a:lnTo>
                  <a:lnTo>
                    <a:pt x="1470" y="3606"/>
                  </a:lnTo>
                  <a:lnTo>
                    <a:pt x="1472" y="3606"/>
                  </a:lnTo>
                  <a:lnTo>
                    <a:pt x="1478" y="3606"/>
                  </a:lnTo>
                  <a:lnTo>
                    <a:pt x="1480" y="3608"/>
                  </a:lnTo>
                  <a:lnTo>
                    <a:pt x="1482" y="3612"/>
                  </a:lnTo>
                  <a:lnTo>
                    <a:pt x="1484" y="3618"/>
                  </a:lnTo>
                  <a:lnTo>
                    <a:pt x="1486" y="3620"/>
                  </a:lnTo>
                  <a:lnTo>
                    <a:pt x="1490" y="3620"/>
                  </a:lnTo>
                  <a:lnTo>
                    <a:pt x="1494" y="3624"/>
                  </a:lnTo>
                  <a:lnTo>
                    <a:pt x="1496" y="3628"/>
                  </a:lnTo>
                  <a:lnTo>
                    <a:pt x="1500" y="3626"/>
                  </a:lnTo>
                  <a:lnTo>
                    <a:pt x="1506" y="3626"/>
                  </a:lnTo>
                  <a:lnTo>
                    <a:pt x="1510" y="3626"/>
                  </a:lnTo>
                  <a:lnTo>
                    <a:pt x="1514" y="3628"/>
                  </a:lnTo>
                  <a:lnTo>
                    <a:pt x="1516" y="3626"/>
                  </a:lnTo>
                  <a:lnTo>
                    <a:pt x="1520" y="3620"/>
                  </a:lnTo>
                  <a:lnTo>
                    <a:pt x="1526" y="3612"/>
                  </a:lnTo>
                  <a:lnTo>
                    <a:pt x="1532" y="3610"/>
                  </a:lnTo>
                  <a:lnTo>
                    <a:pt x="1540" y="3608"/>
                  </a:lnTo>
                  <a:lnTo>
                    <a:pt x="1552" y="3606"/>
                  </a:lnTo>
                  <a:lnTo>
                    <a:pt x="1558" y="3608"/>
                  </a:lnTo>
                  <a:lnTo>
                    <a:pt x="1564" y="3608"/>
                  </a:lnTo>
                  <a:lnTo>
                    <a:pt x="1576" y="3604"/>
                  </a:lnTo>
                  <a:lnTo>
                    <a:pt x="1584" y="3602"/>
                  </a:lnTo>
                  <a:lnTo>
                    <a:pt x="1590" y="3598"/>
                  </a:lnTo>
                  <a:lnTo>
                    <a:pt x="1594" y="3592"/>
                  </a:lnTo>
                  <a:lnTo>
                    <a:pt x="1600" y="3586"/>
                  </a:lnTo>
                  <a:lnTo>
                    <a:pt x="1602" y="3586"/>
                  </a:lnTo>
                  <a:lnTo>
                    <a:pt x="1608" y="3584"/>
                  </a:lnTo>
                  <a:lnTo>
                    <a:pt x="1620" y="3584"/>
                  </a:lnTo>
                  <a:lnTo>
                    <a:pt x="1632" y="3588"/>
                  </a:lnTo>
                  <a:lnTo>
                    <a:pt x="1642" y="3590"/>
                  </a:lnTo>
                  <a:lnTo>
                    <a:pt x="1648" y="3590"/>
                  </a:lnTo>
                  <a:lnTo>
                    <a:pt x="1652" y="3586"/>
                  </a:lnTo>
                  <a:lnTo>
                    <a:pt x="1656" y="3586"/>
                  </a:lnTo>
                  <a:lnTo>
                    <a:pt x="1664" y="3586"/>
                  </a:lnTo>
                  <a:lnTo>
                    <a:pt x="1678" y="3592"/>
                  </a:lnTo>
                  <a:lnTo>
                    <a:pt x="1686" y="3594"/>
                  </a:lnTo>
                  <a:lnTo>
                    <a:pt x="1694" y="3594"/>
                  </a:lnTo>
                  <a:lnTo>
                    <a:pt x="1702" y="3594"/>
                  </a:lnTo>
                  <a:lnTo>
                    <a:pt x="1706" y="3590"/>
                  </a:lnTo>
                  <a:lnTo>
                    <a:pt x="1712" y="3584"/>
                  </a:lnTo>
                  <a:lnTo>
                    <a:pt x="1718" y="3582"/>
                  </a:lnTo>
                  <a:lnTo>
                    <a:pt x="1724" y="3584"/>
                  </a:lnTo>
                  <a:lnTo>
                    <a:pt x="1730" y="3584"/>
                  </a:lnTo>
                  <a:lnTo>
                    <a:pt x="1738" y="3586"/>
                  </a:lnTo>
                  <a:lnTo>
                    <a:pt x="1740" y="3584"/>
                  </a:lnTo>
                  <a:lnTo>
                    <a:pt x="1740" y="3580"/>
                  </a:lnTo>
                  <a:lnTo>
                    <a:pt x="1740" y="3574"/>
                  </a:lnTo>
                  <a:lnTo>
                    <a:pt x="1742" y="3572"/>
                  </a:lnTo>
                  <a:lnTo>
                    <a:pt x="1748" y="3572"/>
                  </a:lnTo>
                  <a:lnTo>
                    <a:pt x="1756" y="3572"/>
                  </a:lnTo>
                  <a:lnTo>
                    <a:pt x="1764" y="3572"/>
                  </a:lnTo>
                  <a:lnTo>
                    <a:pt x="1774" y="3570"/>
                  </a:lnTo>
                  <a:lnTo>
                    <a:pt x="1782" y="3568"/>
                  </a:lnTo>
                  <a:lnTo>
                    <a:pt x="1792" y="3562"/>
                  </a:lnTo>
                  <a:lnTo>
                    <a:pt x="1810" y="3550"/>
                  </a:lnTo>
                  <a:lnTo>
                    <a:pt x="1832" y="3532"/>
                  </a:lnTo>
                  <a:lnTo>
                    <a:pt x="1858" y="3506"/>
                  </a:lnTo>
                  <a:lnTo>
                    <a:pt x="1870" y="3490"/>
                  </a:lnTo>
                  <a:lnTo>
                    <a:pt x="1884" y="3472"/>
                  </a:lnTo>
                  <a:lnTo>
                    <a:pt x="1892" y="3462"/>
                  </a:lnTo>
                  <a:lnTo>
                    <a:pt x="1898" y="3456"/>
                  </a:lnTo>
                  <a:lnTo>
                    <a:pt x="1912" y="3442"/>
                  </a:lnTo>
                  <a:lnTo>
                    <a:pt x="1920" y="3432"/>
                  </a:lnTo>
                  <a:lnTo>
                    <a:pt x="1930" y="3418"/>
                  </a:lnTo>
                  <a:lnTo>
                    <a:pt x="1940" y="3398"/>
                  </a:lnTo>
                  <a:lnTo>
                    <a:pt x="1952" y="3372"/>
                  </a:lnTo>
                  <a:lnTo>
                    <a:pt x="1968" y="3344"/>
                  </a:lnTo>
                  <a:lnTo>
                    <a:pt x="1980" y="3324"/>
                  </a:lnTo>
                  <a:lnTo>
                    <a:pt x="1992" y="3314"/>
                  </a:lnTo>
                  <a:lnTo>
                    <a:pt x="2002" y="3304"/>
                  </a:lnTo>
                  <a:lnTo>
                    <a:pt x="2010" y="3294"/>
                  </a:lnTo>
                  <a:lnTo>
                    <a:pt x="2018" y="3276"/>
                  </a:lnTo>
                  <a:lnTo>
                    <a:pt x="2026" y="3250"/>
                  </a:lnTo>
                  <a:lnTo>
                    <a:pt x="2030" y="3210"/>
                  </a:lnTo>
                  <a:lnTo>
                    <a:pt x="2034" y="3182"/>
                  </a:lnTo>
                  <a:lnTo>
                    <a:pt x="2032" y="3176"/>
                  </a:lnTo>
                  <a:lnTo>
                    <a:pt x="2030" y="3176"/>
                  </a:lnTo>
                  <a:lnTo>
                    <a:pt x="2026" y="3176"/>
                  </a:lnTo>
                  <a:lnTo>
                    <a:pt x="2024" y="3176"/>
                  </a:lnTo>
                  <a:lnTo>
                    <a:pt x="2022" y="3170"/>
                  </a:lnTo>
                  <a:lnTo>
                    <a:pt x="2020" y="3164"/>
                  </a:lnTo>
                  <a:lnTo>
                    <a:pt x="2024" y="3156"/>
                  </a:lnTo>
                  <a:lnTo>
                    <a:pt x="2028" y="3148"/>
                  </a:lnTo>
                  <a:lnTo>
                    <a:pt x="2036" y="3140"/>
                  </a:lnTo>
                  <a:lnTo>
                    <a:pt x="2046" y="3132"/>
                  </a:lnTo>
                  <a:lnTo>
                    <a:pt x="2056" y="3126"/>
                  </a:lnTo>
                  <a:lnTo>
                    <a:pt x="2070" y="3118"/>
                  </a:lnTo>
                  <a:lnTo>
                    <a:pt x="2084" y="3114"/>
                  </a:lnTo>
                  <a:lnTo>
                    <a:pt x="2096" y="3108"/>
                  </a:lnTo>
                  <a:lnTo>
                    <a:pt x="2108" y="3100"/>
                  </a:lnTo>
                  <a:lnTo>
                    <a:pt x="2118" y="3094"/>
                  </a:lnTo>
                  <a:lnTo>
                    <a:pt x="2126" y="3086"/>
                  </a:lnTo>
                  <a:lnTo>
                    <a:pt x="2132" y="3078"/>
                  </a:lnTo>
                  <a:lnTo>
                    <a:pt x="2136" y="3070"/>
                  </a:lnTo>
                  <a:lnTo>
                    <a:pt x="2136" y="3062"/>
                  </a:lnTo>
                  <a:lnTo>
                    <a:pt x="2134" y="3056"/>
                  </a:lnTo>
                  <a:lnTo>
                    <a:pt x="2130" y="3050"/>
                  </a:lnTo>
                  <a:lnTo>
                    <a:pt x="2130" y="3044"/>
                  </a:lnTo>
                  <a:lnTo>
                    <a:pt x="2132" y="3034"/>
                  </a:lnTo>
                  <a:lnTo>
                    <a:pt x="2136" y="3016"/>
                  </a:lnTo>
                  <a:lnTo>
                    <a:pt x="2138" y="3006"/>
                  </a:lnTo>
                  <a:lnTo>
                    <a:pt x="2138" y="2990"/>
                  </a:lnTo>
                  <a:lnTo>
                    <a:pt x="2136" y="2972"/>
                  </a:lnTo>
                  <a:lnTo>
                    <a:pt x="2136" y="2970"/>
                  </a:lnTo>
                  <a:lnTo>
                    <a:pt x="2134" y="2972"/>
                  </a:lnTo>
                  <a:lnTo>
                    <a:pt x="2132" y="2974"/>
                  </a:lnTo>
                  <a:lnTo>
                    <a:pt x="2130" y="2974"/>
                  </a:lnTo>
                  <a:lnTo>
                    <a:pt x="2128" y="2972"/>
                  </a:lnTo>
                  <a:lnTo>
                    <a:pt x="2126" y="2962"/>
                  </a:lnTo>
                  <a:lnTo>
                    <a:pt x="2120" y="2934"/>
                  </a:lnTo>
                  <a:lnTo>
                    <a:pt x="2120" y="2920"/>
                  </a:lnTo>
                  <a:lnTo>
                    <a:pt x="2118" y="2910"/>
                  </a:lnTo>
                  <a:lnTo>
                    <a:pt x="2108" y="2896"/>
                  </a:lnTo>
                  <a:lnTo>
                    <a:pt x="2104" y="2890"/>
                  </a:lnTo>
                  <a:lnTo>
                    <a:pt x="2102" y="2886"/>
                  </a:lnTo>
                  <a:lnTo>
                    <a:pt x="2102" y="2878"/>
                  </a:lnTo>
                  <a:lnTo>
                    <a:pt x="2104" y="2870"/>
                  </a:lnTo>
                  <a:lnTo>
                    <a:pt x="2104" y="2860"/>
                  </a:lnTo>
                  <a:lnTo>
                    <a:pt x="2104" y="2854"/>
                  </a:lnTo>
                  <a:lnTo>
                    <a:pt x="2108" y="2854"/>
                  </a:lnTo>
                  <a:lnTo>
                    <a:pt x="2114" y="2852"/>
                  </a:lnTo>
                  <a:lnTo>
                    <a:pt x="2120" y="2848"/>
                  </a:lnTo>
                  <a:lnTo>
                    <a:pt x="2126" y="2842"/>
                  </a:lnTo>
                  <a:lnTo>
                    <a:pt x="2136" y="2832"/>
                  </a:lnTo>
                  <a:lnTo>
                    <a:pt x="2144" y="2822"/>
                  </a:lnTo>
                  <a:lnTo>
                    <a:pt x="2150" y="2816"/>
                  </a:lnTo>
                  <a:lnTo>
                    <a:pt x="2160" y="2812"/>
                  </a:lnTo>
                  <a:lnTo>
                    <a:pt x="2166" y="2808"/>
                  </a:lnTo>
                  <a:lnTo>
                    <a:pt x="2170" y="2804"/>
                  </a:lnTo>
                  <a:lnTo>
                    <a:pt x="2178" y="2794"/>
                  </a:lnTo>
                  <a:lnTo>
                    <a:pt x="2186" y="2780"/>
                  </a:lnTo>
                  <a:lnTo>
                    <a:pt x="2196" y="2764"/>
                  </a:lnTo>
                  <a:lnTo>
                    <a:pt x="2206" y="2750"/>
                  </a:lnTo>
                  <a:lnTo>
                    <a:pt x="2216" y="2740"/>
                  </a:lnTo>
                  <a:lnTo>
                    <a:pt x="2226" y="2734"/>
                  </a:lnTo>
                  <a:lnTo>
                    <a:pt x="2236" y="2728"/>
                  </a:lnTo>
                  <a:lnTo>
                    <a:pt x="2246" y="2724"/>
                  </a:lnTo>
                  <a:lnTo>
                    <a:pt x="2266" y="2718"/>
                  </a:lnTo>
                  <a:lnTo>
                    <a:pt x="2276" y="2714"/>
                  </a:lnTo>
                  <a:lnTo>
                    <a:pt x="2284" y="2708"/>
                  </a:lnTo>
                  <a:lnTo>
                    <a:pt x="2294" y="2700"/>
                  </a:lnTo>
                  <a:lnTo>
                    <a:pt x="2302" y="2690"/>
                  </a:lnTo>
                  <a:lnTo>
                    <a:pt x="2320" y="2666"/>
                  </a:lnTo>
                  <a:lnTo>
                    <a:pt x="2336" y="2636"/>
                  </a:lnTo>
                  <a:lnTo>
                    <a:pt x="2344" y="2622"/>
                  </a:lnTo>
                  <a:lnTo>
                    <a:pt x="2344" y="2620"/>
                  </a:lnTo>
                  <a:lnTo>
                    <a:pt x="2344" y="2616"/>
                  </a:lnTo>
                  <a:lnTo>
                    <a:pt x="2348" y="2606"/>
                  </a:lnTo>
                  <a:lnTo>
                    <a:pt x="2350" y="2598"/>
                  </a:lnTo>
                  <a:lnTo>
                    <a:pt x="2352" y="2594"/>
                  </a:lnTo>
                  <a:lnTo>
                    <a:pt x="2350" y="2590"/>
                  </a:lnTo>
                  <a:lnTo>
                    <a:pt x="2348" y="2586"/>
                  </a:lnTo>
                  <a:lnTo>
                    <a:pt x="2344" y="2582"/>
                  </a:lnTo>
                  <a:lnTo>
                    <a:pt x="2340" y="2576"/>
                  </a:lnTo>
                  <a:lnTo>
                    <a:pt x="2338" y="2566"/>
                  </a:lnTo>
                  <a:lnTo>
                    <a:pt x="2338" y="2552"/>
                  </a:lnTo>
                  <a:lnTo>
                    <a:pt x="2338" y="2500"/>
                  </a:lnTo>
                  <a:lnTo>
                    <a:pt x="2338" y="2478"/>
                  </a:lnTo>
                  <a:lnTo>
                    <a:pt x="2334" y="2454"/>
                  </a:lnTo>
                  <a:lnTo>
                    <a:pt x="2334" y="2440"/>
                  </a:lnTo>
                  <a:lnTo>
                    <a:pt x="2334" y="2432"/>
                  </a:lnTo>
                  <a:lnTo>
                    <a:pt x="2338" y="2426"/>
                  </a:lnTo>
                  <a:lnTo>
                    <a:pt x="2342" y="2424"/>
                  </a:lnTo>
                  <a:lnTo>
                    <a:pt x="2344" y="2420"/>
                  </a:lnTo>
                  <a:lnTo>
                    <a:pt x="2344" y="2414"/>
                  </a:lnTo>
                  <a:lnTo>
                    <a:pt x="2340" y="2406"/>
                  </a:lnTo>
                  <a:lnTo>
                    <a:pt x="2334" y="2394"/>
                  </a:lnTo>
                  <a:lnTo>
                    <a:pt x="2324" y="2384"/>
                  </a:lnTo>
                  <a:lnTo>
                    <a:pt x="2318" y="2380"/>
                  </a:lnTo>
                  <a:lnTo>
                    <a:pt x="2312" y="2376"/>
                  </a:lnTo>
                  <a:lnTo>
                    <a:pt x="2308" y="2368"/>
                  </a:lnTo>
                  <a:lnTo>
                    <a:pt x="2304" y="2358"/>
                  </a:lnTo>
                  <a:lnTo>
                    <a:pt x="2302" y="2348"/>
                  </a:lnTo>
                  <a:lnTo>
                    <a:pt x="2300" y="2334"/>
                  </a:lnTo>
                  <a:lnTo>
                    <a:pt x="2292" y="2310"/>
                  </a:lnTo>
                  <a:lnTo>
                    <a:pt x="2288" y="2298"/>
                  </a:lnTo>
                  <a:lnTo>
                    <a:pt x="2288" y="2290"/>
                  </a:lnTo>
                  <a:lnTo>
                    <a:pt x="2288" y="2286"/>
                  </a:lnTo>
                  <a:lnTo>
                    <a:pt x="2290" y="2280"/>
                  </a:lnTo>
                  <a:lnTo>
                    <a:pt x="2292" y="2278"/>
                  </a:lnTo>
                  <a:lnTo>
                    <a:pt x="2294" y="2274"/>
                  </a:lnTo>
                  <a:lnTo>
                    <a:pt x="2294" y="2268"/>
                  </a:lnTo>
                  <a:lnTo>
                    <a:pt x="2292" y="2258"/>
                  </a:lnTo>
                  <a:lnTo>
                    <a:pt x="2288" y="2248"/>
                  </a:lnTo>
                  <a:lnTo>
                    <a:pt x="2288" y="2240"/>
                  </a:lnTo>
                  <a:lnTo>
                    <a:pt x="2290" y="2236"/>
                  </a:lnTo>
                  <a:lnTo>
                    <a:pt x="2292" y="2232"/>
                  </a:lnTo>
                  <a:lnTo>
                    <a:pt x="2294" y="2230"/>
                  </a:lnTo>
                  <a:lnTo>
                    <a:pt x="2296" y="2228"/>
                  </a:lnTo>
                  <a:lnTo>
                    <a:pt x="2296" y="2226"/>
                  </a:lnTo>
                  <a:lnTo>
                    <a:pt x="2294" y="2220"/>
                  </a:lnTo>
                  <a:lnTo>
                    <a:pt x="2282" y="2206"/>
                  </a:lnTo>
                  <a:lnTo>
                    <a:pt x="2272" y="2192"/>
                  </a:lnTo>
                  <a:lnTo>
                    <a:pt x="2268" y="2184"/>
                  </a:lnTo>
                  <a:lnTo>
                    <a:pt x="2266" y="2174"/>
                  </a:lnTo>
                  <a:lnTo>
                    <a:pt x="2268" y="2164"/>
                  </a:lnTo>
                  <a:lnTo>
                    <a:pt x="2272" y="2150"/>
                  </a:lnTo>
                  <a:lnTo>
                    <a:pt x="2276" y="2138"/>
                  </a:lnTo>
                  <a:lnTo>
                    <a:pt x="2278" y="2130"/>
                  </a:lnTo>
                  <a:lnTo>
                    <a:pt x="2282" y="2122"/>
                  </a:lnTo>
                  <a:lnTo>
                    <a:pt x="2288" y="2108"/>
                  </a:lnTo>
                  <a:lnTo>
                    <a:pt x="2304" y="2084"/>
                  </a:lnTo>
                  <a:lnTo>
                    <a:pt x="2308" y="2074"/>
                  </a:lnTo>
                  <a:lnTo>
                    <a:pt x="2310" y="2058"/>
                  </a:lnTo>
                  <a:lnTo>
                    <a:pt x="2312" y="2052"/>
                  </a:lnTo>
                  <a:lnTo>
                    <a:pt x="2314" y="2048"/>
                  </a:lnTo>
                  <a:lnTo>
                    <a:pt x="2320" y="2046"/>
                  </a:lnTo>
                  <a:lnTo>
                    <a:pt x="2322" y="2044"/>
                  </a:lnTo>
                  <a:lnTo>
                    <a:pt x="2324" y="2042"/>
                  </a:lnTo>
                  <a:lnTo>
                    <a:pt x="2324" y="2036"/>
                  </a:lnTo>
                  <a:lnTo>
                    <a:pt x="2322" y="2026"/>
                  </a:lnTo>
                  <a:lnTo>
                    <a:pt x="2324" y="2016"/>
                  </a:lnTo>
                  <a:lnTo>
                    <a:pt x="2326" y="2008"/>
                  </a:lnTo>
                  <a:lnTo>
                    <a:pt x="2332" y="2004"/>
                  </a:lnTo>
                  <a:lnTo>
                    <a:pt x="2338" y="2002"/>
                  </a:lnTo>
                  <a:lnTo>
                    <a:pt x="2350" y="1998"/>
                  </a:lnTo>
                  <a:lnTo>
                    <a:pt x="2354" y="1994"/>
                  </a:lnTo>
                  <a:lnTo>
                    <a:pt x="2354" y="1988"/>
                  </a:lnTo>
                  <a:lnTo>
                    <a:pt x="2352" y="1980"/>
                  </a:lnTo>
                  <a:lnTo>
                    <a:pt x="2356" y="1980"/>
                  </a:lnTo>
                  <a:lnTo>
                    <a:pt x="2360" y="1980"/>
                  </a:lnTo>
                  <a:lnTo>
                    <a:pt x="2366" y="1978"/>
                  </a:lnTo>
                  <a:lnTo>
                    <a:pt x="2372" y="1972"/>
                  </a:lnTo>
                  <a:lnTo>
                    <a:pt x="2380" y="1962"/>
                  </a:lnTo>
                  <a:lnTo>
                    <a:pt x="2388" y="1950"/>
                  </a:lnTo>
                  <a:lnTo>
                    <a:pt x="2390" y="1944"/>
                  </a:lnTo>
                  <a:lnTo>
                    <a:pt x="2394" y="1932"/>
                  </a:lnTo>
                  <a:lnTo>
                    <a:pt x="2396" y="1926"/>
                  </a:lnTo>
                  <a:lnTo>
                    <a:pt x="2400" y="1918"/>
                  </a:lnTo>
                  <a:lnTo>
                    <a:pt x="2408" y="1908"/>
                  </a:lnTo>
                  <a:lnTo>
                    <a:pt x="2422" y="1892"/>
                  </a:lnTo>
                  <a:lnTo>
                    <a:pt x="2450" y="1860"/>
                  </a:lnTo>
                  <a:lnTo>
                    <a:pt x="2470" y="1836"/>
                  </a:lnTo>
                  <a:lnTo>
                    <a:pt x="2494" y="1812"/>
                  </a:lnTo>
                  <a:lnTo>
                    <a:pt x="2532" y="1780"/>
                  </a:lnTo>
                  <a:lnTo>
                    <a:pt x="2556" y="1760"/>
                  </a:lnTo>
                  <a:lnTo>
                    <a:pt x="2580" y="1736"/>
                  </a:lnTo>
                  <a:lnTo>
                    <a:pt x="2604" y="1710"/>
                  </a:lnTo>
                  <a:lnTo>
                    <a:pt x="2626" y="1680"/>
                  </a:lnTo>
                  <a:lnTo>
                    <a:pt x="2646" y="1646"/>
                  </a:lnTo>
                  <a:lnTo>
                    <a:pt x="2666" y="1610"/>
                  </a:lnTo>
                  <a:lnTo>
                    <a:pt x="2686" y="1570"/>
                  </a:lnTo>
                  <a:lnTo>
                    <a:pt x="2702" y="1526"/>
                  </a:lnTo>
                  <a:lnTo>
                    <a:pt x="2712" y="1502"/>
                  </a:lnTo>
                  <a:lnTo>
                    <a:pt x="2722" y="1482"/>
                  </a:lnTo>
                  <a:lnTo>
                    <a:pt x="2738" y="1452"/>
                  </a:lnTo>
                  <a:lnTo>
                    <a:pt x="2750" y="1426"/>
                  </a:lnTo>
                  <a:lnTo>
                    <a:pt x="2752" y="1416"/>
                  </a:lnTo>
                  <a:lnTo>
                    <a:pt x="2754" y="1404"/>
                  </a:lnTo>
                  <a:lnTo>
                    <a:pt x="2758" y="1388"/>
                  </a:lnTo>
                  <a:lnTo>
                    <a:pt x="2762" y="1378"/>
                  </a:lnTo>
                  <a:lnTo>
                    <a:pt x="2768" y="1376"/>
                  </a:lnTo>
                  <a:lnTo>
                    <a:pt x="2772" y="1376"/>
                  </a:lnTo>
                  <a:lnTo>
                    <a:pt x="2776" y="1376"/>
                  </a:lnTo>
                  <a:lnTo>
                    <a:pt x="2770" y="1364"/>
                  </a:lnTo>
                  <a:close/>
                </a:path>
              </a:pathLst>
            </a:custGeom>
            <a:grpFill/>
            <a:ln w="6350">
              <a:noFill/>
              <a:round/>
              <a:headEnd/>
              <a:tailEnd/>
            </a:ln>
          </p:spPr>
          <p:txBody>
            <a:bodyPr/>
            <a:lstStyle/>
            <a:p>
              <a:endParaRPr lang="en-US" b="1" dirty="0"/>
            </a:p>
          </p:txBody>
        </p:sp>
        <p:sp>
          <p:nvSpPr>
            <p:cNvPr id="6" name="Freeform 6155">
              <a:extLst>
                <a:ext uri="{FF2B5EF4-FFF2-40B4-BE49-F238E27FC236}">
                  <a16:creationId xmlns:a16="http://schemas.microsoft.com/office/drawing/2014/main" id="{01AE34C1-084E-4B0C-AAFF-F5432A8D2471}"/>
                </a:ext>
              </a:extLst>
            </p:cNvPr>
            <p:cNvSpPr>
              <a:spLocks noEditPoints="1"/>
            </p:cNvSpPr>
            <p:nvPr/>
          </p:nvSpPr>
          <p:spPr bwMode="auto">
            <a:xfrm>
              <a:off x="4040675" y="2527450"/>
              <a:ext cx="1264689" cy="1655655"/>
            </a:xfrm>
            <a:custGeom>
              <a:avLst/>
              <a:gdLst>
                <a:gd name="T0" fmla="*/ 794599 w 2834"/>
                <a:gd name="T1" fmla="*/ 115556 h 4108"/>
                <a:gd name="T2" fmla="*/ 750173 w 2834"/>
                <a:gd name="T3" fmla="*/ 64762 h 4108"/>
                <a:gd name="T4" fmla="*/ 742557 w 2834"/>
                <a:gd name="T5" fmla="*/ 528256 h 4108"/>
                <a:gd name="T6" fmla="*/ 842833 w 2834"/>
                <a:gd name="T7" fmla="*/ 165080 h 4108"/>
                <a:gd name="T8" fmla="*/ 708285 w 2834"/>
                <a:gd name="T9" fmla="*/ 563811 h 4108"/>
                <a:gd name="T10" fmla="*/ 635933 w 2834"/>
                <a:gd name="T11" fmla="*/ 595557 h 4108"/>
                <a:gd name="T12" fmla="*/ 684167 w 2834"/>
                <a:gd name="T13" fmla="*/ 565081 h 4108"/>
                <a:gd name="T14" fmla="*/ 836487 w 2834"/>
                <a:gd name="T15" fmla="*/ 25397 h 4108"/>
                <a:gd name="T16" fmla="*/ 91392 w 2834"/>
                <a:gd name="T17" fmla="*/ 1043813 h 4108"/>
                <a:gd name="T18" fmla="*/ 44426 w 2834"/>
                <a:gd name="T19" fmla="*/ 1184766 h 4108"/>
                <a:gd name="T20" fmla="*/ 107893 w 2834"/>
                <a:gd name="T21" fmla="*/ 1048892 h 4108"/>
                <a:gd name="T22" fmla="*/ 119317 w 2834"/>
                <a:gd name="T23" fmla="*/ 1116194 h 4108"/>
                <a:gd name="T24" fmla="*/ 171359 w 2834"/>
                <a:gd name="T25" fmla="*/ 1036194 h 4108"/>
                <a:gd name="T26" fmla="*/ 129471 w 2834"/>
                <a:gd name="T27" fmla="*/ 1116194 h 4108"/>
                <a:gd name="T28" fmla="*/ 148511 w 2834"/>
                <a:gd name="T29" fmla="*/ 1240639 h 4108"/>
                <a:gd name="T30" fmla="*/ 200554 w 2834"/>
                <a:gd name="T31" fmla="*/ 1323179 h 4108"/>
                <a:gd name="T32" fmla="*/ 397299 w 2834"/>
                <a:gd name="T33" fmla="*/ 877463 h 4108"/>
                <a:gd name="T34" fmla="*/ 224671 w 2834"/>
                <a:gd name="T35" fmla="*/ 943495 h 4108"/>
                <a:gd name="T36" fmla="*/ 331294 w 2834"/>
                <a:gd name="T37" fmla="*/ 721272 h 4108"/>
                <a:gd name="T38" fmla="*/ 114239 w 2834"/>
                <a:gd name="T39" fmla="*/ 665399 h 4108"/>
                <a:gd name="T40" fmla="*/ 151050 w 2834"/>
                <a:gd name="T41" fmla="*/ 1219051 h 4108"/>
                <a:gd name="T42" fmla="*/ 576275 w 2834"/>
                <a:gd name="T43" fmla="*/ 1158099 h 4108"/>
                <a:gd name="T44" fmla="*/ 580083 w 2834"/>
                <a:gd name="T45" fmla="*/ 1159369 h 4108"/>
                <a:gd name="T46" fmla="*/ 694322 w 2834"/>
                <a:gd name="T47" fmla="*/ 1079368 h 4108"/>
                <a:gd name="T48" fmla="*/ 401107 w 2834"/>
                <a:gd name="T49" fmla="*/ 961273 h 4108"/>
                <a:gd name="T50" fmla="*/ 840295 w 2834"/>
                <a:gd name="T51" fmla="*/ 1010797 h 4108"/>
                <a:gd name="T52" fmla="*/ 605469 w 2834"/>
                <a:gd name="T53" fmla="*/ 1771434 h 4108"/>
                <a:gd name="T54" fmla="*/ 799676 w 2834"/>
                <a:gd name="T55" fmla="*/ 1789212 h 4108"/>
                <a:gd name="T56" fmla="*/ 858065 w 2834"/>
                <a:gd name="T57" fmla="*/ 1842545 h 4108"/>
                <a:gd name="T58" fmla="*/ 1586659 w 2834"/>
                <a:gd name="T59" fmla="*/ 2201912 h 4108"/>
                <a:gd name="T60" fmla="*/ 1488921 w 2834"/>
                <a:gd name="T61" fmla="*/ 2069848 h 4108"/>
                <a:gd name="T62" fmla="*/ 1391183 w 2834"/>
                <a:gd name="T63" fmla="*/ 620954 h 4108"/>
                <a:gd name="T64" fmla="*/ 1212208 w 2834"/>
                <a:gd name="T65" fmla="*/ 568891 h 4108"/>
                <a:gd name="T66" fmla="*/ 974843 w 2834"/>
                <a:gd name="T67" fmla="*/ 468573 h 4108"/>
                <a:gd name="T68" fmla="*/ 856796 w 2834"/>
                <a:gd name="T69" fmla="*/ 514287 h 4108"/>
                <a:gd name="T70" fmla="*/ 732402 w 2834"/>
                <a:gd name="T71" fmla="*/ 544764 h 4108"/>
                <a:gd name="T72" fmla="*/ 657512 w 2834"/>
                <a:gd name="T73" fmla="*/ 642542 h 4108"/>
                <a:gd name="T74" fmla="*/ 562312 w 2834"/>
                <a:gd name="T75" fmla="*/ 758098 h 4108"/>
                <a:gd name="T76" fmla="*/ 446803 w 2834"/>
                <a:gd name="T77" fmla="*/ 830479 h 4108"/>
                <a:gd name="T78" fmla="*/ 396030 w 2834"/>
                <a:gd name="T79" fmla="*/ 911749 h 4108"/>
                <a:gd name="T80" fmla="*/ 482344 w 2834"/>
                <a:gd name="T81" fmla="*/ 1027305 h 4108"/>
                <a:gd name="T82" fmla="*/ 679090 w 2834"/>
                <a:gd name="T83" fmla="*/ 1102226 h 4108"/>
                <a:gd name="T84" fmla="*/ 728594 w 2834"/>
                <a:gd name="T85" fmla="*/ 845717 h 4108"/>
                <a:gd name="T86" fmla="*/ 818716 w 2834"/>
                <a:gd name="T87" fmla="*/ 825399 h 4108"/>
                <a:gd name="T88" fmla="*/ 984998 w 2834"/>
                <a:gd name="T89" fmla="*/ 975241 h 4108"/>
                <a:gd name="T90" fmla="*/ 748903 w 2834"/>
                <a:gd name="T91" fmla="*/ 1168258 h 4108"/>
                <a:gd name="T92" fmla="*/ 514078 w 2834"/>
                <a:gd name="T93" fmla="*/ 1158099 h 4108"/>
                <a:gd name="T94" fmla="*/ 486152 w 2834"/>
                <a:gd name="T95" fmla="*/ 1146670 h 4108"/>
                <a:gd name="T96" fmla="*/ 392222 w 2834"/>
                <a:gd name="T97" fmla="*/ 1235559 h 4108"/>
                <a:gd name="T98" fmla="*/ 185322 w 2834"/>
                <a:gd name="T99" fmla="*/ 1389211 h 4108"/>
                <a:gd name="T100" fmla="*/ 171359 w 2834"/>
                <a:gd name="T101" fmla="*/ 1584767 h 4108"/>
                <a:gd name="T102" fmla="*/ 180244 w 2834"/>
                <a:gd name="T103" fmla="*/ 1823498 h 4108"/>
                <a:gd name="T104" fmla="*/ 542003 w 2834"/>
                <a:gd name="T105" fmla="*/ 1610164 h 4108"/>
                <a:gd name="T106" fmla="*/ 628317 w 2834"/>
                <a:gd name="T107" fmla="*/ 1615243 h 4108"/>
                <a:gd name="T108" fmla="*/ 786983 w 2834"/>
                <a:gd name="T109" fmla="*/ 1730799 h 4108"/>
                <a:gd name="T110" fmla="*/ 884721 w 2834"/>
                <a:gd name="T111" fmla="*/ 1789212 h 4108"/>
                <a:gd name="T112" fmla="*/ 972305 w 2834"/>
                <a:gd name="T113" fmla="*/ 1674926 h 4108"/>
                <a:gd name="T114" fmla="*/ 1124624 w 2834"/>
                <a:gd name="T115" fmla="*/ 1530163 h 4108"/>
                <a:gd name="T116" fmla="*/ 1213477 w 2834"/>
                <a:gd name="T117" fmla="*/ 1530163 h 4108"/>
                <a:gd name="T118" fmla="*/ 976113 w 2834"/>
                <a:gd name="T119" fmla="*/ 1692704 h 4108"/>
                <a:gd name="T120" fmla="*/ 1042118 w 2834"/>
                <a:gd name="T121" fmla="*/ 1838736 h 4108"/>
                <a:gd name="T122" fmla="*/ 1153819 w 2834"/>
                <a:gd name="T123" fmla="*/ 2114292 h 4108"/>
                <a:gd name="T124" fmla="*/ 1426724 w 2834"/>
                <a:gd name="T125" fmla="*/ 2595564 h 410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834"/>
                <a:gd name="T190" fmla="*/ 0 h 4108"/>
                <a:gd name="T191" fmla="*/ 2834 w 2834"/>
                <a:gd name="T192" fmla="*/ 4108 h 410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834" h="4108">
                  <a:moveTo>
                    <a:pt x="1216" y="808"/>
                  </a:moveTo>
                  <a:lnTo>
                    <a:pt x="1216" y="808"/>
                  </a:lnTo>
                  <a:lnTo>
                    <a:pt x="1216" y="806"/>
                  </a:lnTo>
                  <a:lnTo>
                    <a:pt x="1212" y="804"/>
                  </a:lnTo>
                  <a:lnTo>
                    <a:pt x="1208" y="804"/>
                  </a:lnTo>
                  <a:lnTo>
                    <a:pt x="1206" y="804"/>
                  </a:lnTo>
                  <a:lnTo>
                    <a:pt x="1206" y="806"/>
                  </a:lnTo>
                  <a:lnTo>
                    <a:pt x="1210" y="808"/>
                  </a:lnTo>
                  <a:lnTo>
                    <a:pt x="1214" y="808"/>
                  </a:lnTo>
                  <a:lnTo>
                    <a:pt x="1216" y="808"/>
                  </a:lnTo>
                  <a:close/>
                  <a:moveTo>
                    <a:pt x="1202" y="798"/>
                  </a:moveTo>
                  <a:lnTo>
                    <a:pt x="1202" y="798"/>
                  </a:lnTo>
                  <a:lnTo>
                    <a:pt x="1198" y="798"/>
                  </a:lnTo>
                  <a:lnTo>
                    <a:pt x="1194" y="802"/>
                  </a:lnTo>
                  <a:lnTo>
                    <a:pt x="1194" y="806"/>
                  </a:lnTo>
                  <a:lnTo>
                    <a:pt x="1196" y="806"/>
                  </a:lnTo>
                  <a:lnTo>
                    <a:pt x="1200" y="806"/>
                  </a:lnTo>
                  <a:lnTo>
                    <a:pt x="1202" y="802"/>
                  </a:lnTo>
                  <a:lnTo>
                    <a:pt x="1202" y="800"/>
                  </a:lnTo>
                  <a:lnTo>
                    <a:pt x="1202" y="798"/>
                  </a:lnTo>
                  <a:close/>
                  <a:moveTo>
                    <a:pt x="1082" y="898"/>
                  </a:moveTo>
                  <a:lnTo>
                    <a:pt x="1082" y="898"/>
                  </a:lnTo>
                  <a:lnTo>
                    <a:pt x="1078" y="896"/>
                  </a:lnTo>
                  <a:lnTo>
                    <a:pt x="1074" y="900"/>
                  </a:lnTo>
                  <a:lnTo>
                    <a:pt x="1072" y="902"/>
                  </a:lnTo>
                  <a:lnTo>
                    <a:pt x="1072" y="906"/>
                  </a:lnTo>
                  <a:lnTo>
                    <a:pt x="1072" y="910"/>
                  </a:lnTo>
                  <a:lnTo>
                    <a:pt x="1066" y="914"/>
                  </a:lnTo>
                  <a:lnTo>
                    <a:pt x="1062" y="916"/>
                  </a:lnTo>
                  <a:lnTo>
                    <a:pt x="1064" y="914"/>
                  </a:lnTo>
                  <a:lnTo>
                    <a:pt x="1066" y="910"/>
                  </a:lnTo>
                  <a:lnTo>
                    <a:pt x="1064" y="908"/>
                  </a:lnTo>
                  <a:lnTo>
                    <a:pt x="1062" y="908"/>
                  </a:lnTo>
                  <a:lnTo>
                    <a:pt x="1060" y="908"/>
                  </a:lnTo>
                  <a:lnTo>
                    <a:pt x="1060" y="906"/>
                  </a:lnTo>
                  <a:lnTo>
                    <a:pt x="1062" y="902"/>
                  </a:lnTo>
                  <a:lnTo>
                    <a:pt x="1066" y="896"/>
                  </a:lnTo>
                  <a:lnTo>
                    <a:pt x="1066" y="894"/>
                  </a:lnTo>
                  <a:lnTo>
                    <a:pt x="1064" y="892"/>
                  </a:lnTo>
                  <a:lnTo>
                    <a:pt x="1058" y="892"/>
                  </a:lnTo>
                  <a:lnTo>
                    <a:pt x="1054" y="896"/>
                  </a:lnTo>
                  <a:lnTo>
                    <a:pt x="1048" y="900"/>
                  </a:lnTo>
                  <a:lnTo>
                    <a:pt x="1046" y="906"/>
                  </a:lnTo>
                  <a:lnTo>
                    <a:pt x="1046" y="912"/>
                  </a:lnTo>
                  <a:lnTo>
                    <a:pt x="1046" y="916"/>
                  </a:lnTo>
                  <a:lnTo>
                    <a:pt x="1046" y="918"/>
                  </a:lnTo>
                  <a:lnTo>
                    <a:pt x="1042" y="920"/>
                  </a:lnTo>
                  <a:lnTo>
                    <a:pt x="1036" y="922"/>
                  </a:lnTo>
                  <a:lnTo>
                    <a:pt x="1036" y="924"/>
                  </a:lnTo>
                  <a:lnTo>
                    <a:pt x="1036" y="928"/>
                  </a:lnTo>
                  <a:lnTo>
                    <a:pt x="1032" y="938"/>
                  </a:lnTo>
                  <a:lnTo>
                    <a:pt x="1030" y="942"/>
                  </a:lnTo>
                  <a:lnTo>
                    <a:pt x="1034" y="940"/>
                  </a:lnTo>
                  <a:lnTo>
                    <a:pt x="1040" y="938"/>
                  </a:lnTo>
                  <a:lnTo>
                    <a:pt x="1044" y="938"/>
                  </a:lnTo>
                  <a:lnTo>
                    <a:pt x="1048" y="940"/>
                  </a:lnTo>
                  <a:lnTo>
                    <a:pt x="1050" y="940"/>
                  </a:lnTo>
                  <a:lnTo>
                    <a:pt x="1052" y="940"/>
                  </a:lnTo>
                  <a:lnTo>
                    <a:pt x="1054" y="936"/>
                  </a:lnTo>
                  <a:lnTo>
                    <a:pt x="1056" y="934"/>
                  </a:lnTo>
                  <a:lnTo>
                    <a:pt x="1058" y="932"/>
                  </a:lnTo>
                  <a:lnTo>
                    <a:pt x="1060" y="934"/>
                  </a:lnTo>
                  <a:lnTo>
                    <a:pt x="1062" y="936"/>
                  </a:lnTo>
                  <a:lnTo>
                    <a:pt x="1064" y="936"/>
                  </a:lnTo>
                  <a:lnTo>
                    <a:pt x="1068" y="930"/>
                  </a:lnTo>
                  <a:lnTo>
                    <a:pt x="1070" y="926"/>
                  </a:lnTo>
                  <a:lnTo>
                    <a:pt x="1072" y="924"/>
                  </a:lnTo>
                  <a:lnTo>
                    <a:pt x="1076" y="920"/>
                  </a:lnTo>
                  <a:lnTo>
                    <a:pt x="1084" y="920"/>
                  </a:lnTo>
                  <a:lnTo>
                    <a:pt x="1088" y="918"/>
                  </a:lnTo>
                  <a:lnTo>
                    <a:pt x="1090" y="916"/>
                  </a:lnTo>
                  <a:lnTo>
                    <a:pt x="1090" y="914"/>
                  </a:lnTo>
                  <a:lnTo>
                    <a:pt x="1090" y="910"/>
                  </a:lnTo>
                  <a:lnTo>
                    <a:pt x="1086" y="904"/>
                  </a:lnTo>
                  <a:lnTo>
                    <a:pt x="1082" y="898"/>
                  </a:lnTo>
                  <a:close/>
                  <a:moveTo>
                    <a:pt x="1190" y="808"/>
                  </a:moveTo>
                  <a:lnTo>
                    <a:pt x="1190" y="808"/>
                  </a:lnTo>
                  <a:lnTo>
                    <a:pt x="1188" y="808"/>
                  </a:lnTo>
                  <a:lnTo>
                    <a:pt x="1186" y="808"/>
                  </a:lnTo>
                  <a:lnTo>
                    <a:pt x="1184" y="808"/>
                  </a:lnTo>
                  <a:lnTo>
                    <a:pt x="1182" y="808"/>
                  </a:lnTo>
                  <a:lnTo>
                    <a:pt x="1180" y="808"/>
                  </a:lnTo>
                  <a:lnTo>
                    <a:pt x="1178" y="810"/>
                  </a:lnTo>
                  <a:lnTo>
                    <a:pt x="1176" y="814"/>
                  </a:lnTo>
                  <a:lnTo>
                    <a:pt x="1178" y="814"/>
                  </a:lnTo>
                  <a:lnTo>
                    <a:pt x="1178" y="816"/>
                  </a:lnTo>
                  <a:lnTo>
                    <a:pt x="1184" y="814"/>
                  </a:lnTo>
                  <a:lnTo>
                    <a:pt x="1188" y="810"/>
                  </a:lnTo>
                  <a:lnTo>
                    <a:pt x="1190" y="808"/>
                  </a:lnTo>
                  <a:close/>
                  <a:moveTo>
                    <a:pt x="1400" y="746"/>
                  </a:moveTo>
                  <a:lnTo>
                    <a:pt x="1400" y="746"/>
                  </a:lnTo>
                  <a:lnTo>
                    <a:pt x="1394" y="744"/>
                  </a:lnTo>
                  <a:lnTo>
                    <a:pt x="1390" y="744"/>
                  </a:lnTo>
                  <a:lnTo>
                    <a:pt x="1388" y="744"/>
                  </a:lnTo>
                  <a:lnTo>
                    <a:pt x="1390" y="748"/>
                  </a:lnTo>
                  <a:lnTo>
                    <a:pt x="1394" y="750"/>
                  </a:lnTo>
                  <a:lnTo>
                    <a:pt x="1398" y="750"/>
                  </a:lnTo>
                  <a:lnTo>
                    <a:pt x="1400" y="748"/>
                  </a:lnTo>
                  <a:lnTo>
                    <a:pt x="1400" y="746"/>
                  </a:lnTo>
                  <a:close/>
                  <a:moveTo>
                    <a:pt x="1252" y="182"/>
                  </a:moveTo>
                  <a:lnTo>
                    <a:pt x="1252" y="182"/>
                  </a:lnTo>
                  <a:lnTo>
                    <a:pt x="1256" y="186"/>
                  </a:lnTo>
                  <a:lnTo>
                    <a:pt x="1256" y="188"/>
                  </a:lnTo>
                  <a:lnTo>
                    <a:pt x="1258" y="190"/>
                  </a:lnTo>
                  <a:lnTo>
                    <a:pt x="1258" y="192"/>
                  </a:lnTo>
                  <a:lnTo>
                    <a:pt x="1262" y="192"/>
                  </a:lnTo>
                  <a:lnTo>
                    <a:pt x="1272" y="190"/>
                  </a:lnTo>
                  <a:lnTo>
                    <a:pt x="1290" y="186"/>
                  </a:lnTo>
                  <a:lnTo>
                    <a:pt x="1306" y="186"/>
                  </a:lnTo>
                  <a:lnTo>
                    <a:pt x="1312" y="184"/>
                  </a:lnTo>
                  <a:lnTo>
                    <a:pt x="1316" y="182"/>
                  </a:lnTo>
                  <a:lnTo>
                    <a:pt x="1318" y="178"/>
                  </a:lnTo>
                  <a:lnTo>
                    <a:pt x="1318" y="172"/>
                  </a:lnTo>
                  <a:lnTo>
                    <a:pt x="1316" y="166"/>
                  </a:lnTo>
                  <a:lnTo>
                    <a:pt x="1312" y="162"/>
                  </a:lnTo>
                  <a:lnTo>
                    <a:pt x="1306" y="160"/>
                  </a:lnTo>
                  <a:lnTo>
                    <a:pt x="1300" y="158"/>
                  </a:lnTo>
                  <a:lnTo>
                    <a:pt x="1284" y="158"/>
                  </a:lnTo>
                  <a:lnTo>
                    <a:pt x="1266" y="162"/>
                  </a:lnTo>
                  <a:lnTo>
                    <a:pt x="1250" y="166"/>
                  </a:lnTo>
                  <a:lnTo>
                    <a:pt x="1238" y="168"/>
                  </a:lnTo>
                  <a:lnTo>
                    <a:pt x="1238" y="170"/>
                  </a:lnTo>
                  <a:lnTo>
                    <a:pt x="1238" y="174"/>
                  </a:lnTo>
                  <a:lnTo>
                    <a:pt x="1252" y="182"/>
                  </a:lnTo>
                  <a:close/>
                  <a:moveTo>
                    <a:pt x="1236" y="808"/>
                  </a:moveTo>
                  <a:lnTo>
                    <a:pt x="1236" y="808"/>
                  </a:lnTo>
                  <a:lnTo>
                    <a:pt x="1238" y="806"/>
                  </a:lnTo>
                  <a:lnTo>
                    <a:pt x="1236" y="804"/>
                  </a:lnTo>
                  <a:lnTo>
                    <a:pt x="1228" y="802"/>
                  </a:lnTo>
                  <a:lnTo>
                    <a:pt x="1224" y="798"/>
                  </a:lnTo>
                  <a:lnTo>
                    <a:pt x="1220" y="796"/>
                  </a:lnTo>
                  <a:lnTo>
                    <a:pt x="1216" y="794"/>
                  </a:lnTo>
                  <a:lnTo>
                    <a:pt x="1216" y="798"/>
                  </a:lnTo>
                  <a:lnTo>
                    <a:pt x="1216" y="802"/>
                  </a:lnTo>
                  <a:lnTo>
                    <a:pt x="1220" y="806"/>
                  </a:lnTo>
                  <a:lnTo>
                    <a:pt x="1228" y="810"/>
                  </a:lnTo>
                  <a:lnTo>
                    <a:pt x="1236" y="808"/>
                  </a:lnTo>
                  <a:close/>
                  <a:moveTo>
                    <a:pt x="902" y="108"/>
                  </a:moveTo>
                  <a:lnTo>
                    <a:pt x="902" y="108"/>
                  </a:lnTo>
                  <a:lnTo>
                    <a:pt x="902" y="114"/>
                  </a:lnTo>
                  <a:lnTo>
                    <a:pt x="904" y="120"/>
                  </a:lnTo>
                  <a:lnTo>
                    <a:pt x="906" y="124"/>
                  </a:lnTo>
                  <a:lnTo>
                    <a:pt x="910" y="126"/>
                  </a:lnTo>
                  <a:lnTo>
                    <a:pt x="912" y="128"/>
                  </a:lnTo>
                  <a:lnTo>
                    <a:pt x="910" y="128"/>
                  </a:lnTo>
                  <a:lnTo>
                    <a:pt x="900" y="130"/>
                  </a:lnTo>
                  <a:lnTo>
                    <a:pt x="886" y="130"/>
                  </a:lnTo>
                  <a:lnTo>
                    <a:pt x="884" y="132"/>
                  </a:lnTo>
                  <a:lnTo>
                    <a:pt x="886" y="136"/>
                  </a:lnTo>
                  <a:lnTo>
                    <a:pt x="898" y="148"/>
                  </a:lnTo>
                  <a:lnTo>
                    <a:pt x="922" y="172"/>
                  </a:lnTo>
                  <a:lnTo>
                    <a:pt x="936" y="184"/>
                  </a:lnTo>
                  <a:lnTo>
                    <a:pt x="948" y="192"/>
                  </a:lnTo>
                  <a:lnTo>
                    <a:pt x="960" y="194"/>
                  </a:lnTo>
                  <a:lnTo>
                    <a:pt x="970" y="192"/>
                  </a:lnTo>
                  <a:lnTo>
                    <a:pt x="980" y="188"/>
                  </a:lnTo>
                  <a:lnTo>
                    <a:pt x="990" y="182"/>
                  </a:lnTo>
                  <a:lnTo>
                    <a:pt x="1018" y="164"/>
                  </a:lnTo>
                  <a:lnTo>
                    <a:pt x="1038" y="152"/>
                  </a:lnTo>
                  <a:lnTo>
                    <a:pt x="1040" y="152"/>
                  </a:lnTo>
                  <a:lnTo>
                    <a:pt x="1042" y="154"/>
                  </a:lnTo>
                  <a:lnTo>
                    <a:pt x="1042" y="158"/>
                  </a:lnTo>
                  <a:lnTo>
                    <a:pt x="1048" y="160"/>
                  </a:lnTo>
                  <a:lnTo>
                    <a:pt x="1056" y="164"/>
                  </a:lnTo>
                  <a:lnTo>
                    <a:pt x="1072" y="166"/>
                  </a:lnTo>
                  <a:lnTo>
                    <a:pt x="1088" y="168"/>
                  </a:lnTo>
                  <a:lnTo>
                    <a:pt x="1096" y="170"/>
                  </a:lnTo>
                  <a:lnTo>
                    <a:pt x="1094" y="172"/>
                  </a:lnTo>
                  <a:lnTo>
                    <a:pt x="1088" y="176"/>
                  </a:lnTo>
                  <a:lnTo>
                    <a:pt x="1058" y="186"/>
                  </a:lnTo>
                  <a:lnTo>
                    <a:pt x="1014" y="198"/>
                  </a:lnTo>
                  <a:lnTo>
                    <a:pt x="994" y="206"/>
                  </a:lnTo>
                  <a:lnTo>
                    <a:pt x="980" y="210"/>
                  </a:lnTo>
                  <a:lnTo>
                    <a:pt x="972" y="216"/>
                  </a:lnTo>
                  <a:lnTo>
                    <a:pt x="970" y="218"/>
                  </a:lnTo>
                  <a:lnTo>
                    <a:pt x="970" y="220"/>
                  </a:lnTo>
                  <a:lnTo>
                    <a:pt x="976" y="222"/>
                  </a:lnTo>
                  <a:lnTo>
                    <a:pt x="988" y="224"/>
                  </a:lnTo>
                  <a:lnTo>
                    <a:pt x="1008" y="224"/>
                  </a:lnTo>
                  <a:lnTo>
                    <a:pt x="1034" y="222"/>
                  </a:lnTo>
                  <a:lnTo>
                    <a:pt x="1058" y="220"/>
                  </a:lnTo>
                  <a:lnTo>
                    <a:pt x="1072" y="220"/>
                  </a:lnTo>
                  <a:lnTo>
                    <a:pt x="1074" y="222"/>
                  </a:lnTo>
                  <a:lnTo>
                    <a:pt x="1076" y="222"/>
                  </a:lnTo>
                  <a:lnTo>
                    <a:pt x="1072" y="226"/>
                  </a:lnTo>
                  <a:lnTo>
                    <a:pt x="1064" y="232"/>
                  </a:lnTo>
                  <a:lnTo>
                    <a:pt x="1050" y="236"/>
                  </a:lnTo>
                  <a:lnTo>
                    <a:pt x="1036" y="242"/>
                  </a:lnTo>
                  <a:lnTo>
                    <a:pt x="1018" y="244"/>
                  </a:lnTo>
                  <a:lnTo>
                    <a:pt x="994" y="250"/>
                  </a:lnTo>
                  <a:lnTo>
                    <a:pt x="988" y="252"/>
                  </a:lnTo>
                  <a:lnTo>
                    <a:pt x="984" y="256"/>
                  </a:lnTo>
                  <a:lnTo>
                    <a:pt x="986" y="260"/>
                  </a:lnTo>
                  <a:lnTo>
                    <a:pt x="990" y="264"/>
                  </a:lnTo>
                  <a:lnTo>
                    <a:pt x="1014" y="274"/>
                  </a:lnTo>
                  <a:lnTo>
                    <a:pt x="1028" y="280"/>
                  </a:lnTo>
                  <a:lnTo>
                    <a:pt x="1036" y="286"/>
                  </a:lnTo>
                  <a:lnTo>
                    <a:pt x="1048" y="296"/>
                  </a:lnTo>
                  <a:lnTo>
                    <a:pt x="1052" y="302"/>
                  </a:lnTo>
                  <a:lnTo>
                    <a:pt x="1060" y="308"/>
                  </a:lnTo>
                  <a:lnTo>
                    <a:pt x="1072" y="312"/>
                  </a:lnTo>
                  <a:lnTo>
                    <a:pt x="1090" y="318"/>
                  </a:lnTo>
                  <a:lnTo>
                    <a:pt x="1098" y="320"/>
                  </a:lnTo>
                  <a:lnTo>
                    <a:pt x="1104" y="320"/>
                  </a:lnTo>
                  <a:lnTo>
                    <a:pt x="1110" y="318"/>
                  </a:lnTo>
                  <a:lnTo>
                    <a:pt x="1114" y="316"/>
                  </a:lnTo>
                  <a:lnTo>
                    <a:pt x="1116" y="312"/>
                  </a:lnTo>
                  <a:lnTo>
                    <a:pt x="1116" y="306"/>
                  </a:lnTo>
                  <a:lnTo>
                    <a:pt x="1118" y="294"/>
                  </a:lnTo>
                  <a:lnTo>
                    <a:pt x="1120" y="282"/>
                  </a:lnTo>
                  <a:lnTo>
                    <a:pt x="1124" y="268"/>
                  </a:lnTo>
                  <a:lnTo>
                    <a:pt x="1128" y="262"/>
                  </a:lnTo>
                  <a:lnTo>
                    <a:pt x="1132" y="256"/>
                  </a:lnTo>
                  <a:lnTo>
                    <a:pt x="1138" y="252"/>
                  </a:lnTo>
                  <a:lnTo>
                    <a:pt x="1146" y="248"/>
                  </a:lnTo>
                  <a:lnTo>
                    <a:pt x="1160" y="242"/>
                  </a:lnTo>
                  <a:lnTo>
                    <a:pt x="1166" y="236"/>
                  </a:lnTo>
                  <a:lnTo>
                    <a:pt x="1166" y="230"/>
                  </a:lnTo>
                  <a:lnTo>
                    <a:pt x="1164" y="224"/>
                  </a:lnTo>
                  <a:lnTo>
                    <a:pt x="1162" y="218"/>
                  </a:lnTo>
                  <a:lnTo>
                    <a:pt x="1162" y="214"/>
                  </a:lnTo>
                  <a:lnTo>
                    <a:pt x="1162" y="212"/>
                  </a:lnTo>
                  <a:lnTo>
                    <a:pt x="1166" y="208"/>
                  </a:lnTo>
                  <a:lnTo>
                    <a:pt x="1176" y="204"/>
                  </a:lnTo>
                  <a:lnTo>
                    <a:pt x="1182" y="202"/>
                  </a:lnTo>
                  <a:lnTo>
                    <a:pt x="1188" y="200"/>
                  </a:lnTo>
                  <a:lnTo>
                    <a:pt x="1190" y="196"/>
                  </a:lnTo>
                  <a:lnTo>
                    <a:pt x="1192" y="192"/>
                  </a:lnTo>
                  <a:lnTo>
                    <a:pt x="1194" y="186"/>
                  </a:lnTo>
                  <a:lnTo>
                    <a:pt x="1194" y="178"/>
                  </a:lnTo>
                  <a:lnTo>
                    <a:pt x="1196" y="170"/>
                  </a:lnTo>
                  <a:lnTo>
                    <a:pt x="1198" y="166"/>
                  </a:lnTo>
                  <a:lnTo>
                    <a:pt x="1202" y="164"/>
                  </a:lnTo>
                  <a:lnTo>
                    <a:pt x="1206" y="160"/>
                  </a:lnTo>
                  <a:lnTo>
                    <a:pt x="1212" y="158"/>
                  </a:lnTo>
                  <a:lnTo>
                    <a:pt x="1234" y="156"/>
                  </a:lnTo>
                  <a:lnTo>
                    <a:pt x="1272" y="152"/>
                  </a:lnTo>
                  <a:lnTo>
                    <a:pt x="1284" y="148"/>
                  </a:lnTo>
                  <a:lnTo>
                    <a:pt x="1290" y="146"/>
                  </a:lnTo>
                  <a:lnTo>
                    <a:pt x="1290" y="144"/>
                  </a:lnTo>
                  <a:lnTo>
                    <a:pt x="1290" y="142"/>
                  </a:lnTo>
                  <a:lnTo>
                    <a:pt x="1284" y="138"/>
                  </a:lnTo>
                  <a:lnTo>
                    <a:pt x="1274" y="136"/>
                  </a:lnTo>
                  <a:lnTo>
                    <a:pt x="1260" y="130"/>
                  </a:lnTo>
                  <a:lnTo>
                    <a:pt x="1244" y="126"/>
                  </a:lnTo>
                  <a:lnTo>
                    <a:pt x="1236" y="124"/>
                  </a:lnTo>
                  <a:lnTo>
                    <a:pt x="1226" y="118"/>
                  </a:lnTo>
                  <a:lnTo>
                    <a:pt x="1224" y="116"/>
                  </a:lnTo>
                  <a:lnTo>
                    <a:pt x="1220" y="114"/>
                  </a:lnTo>
                  <a:lnTo>
                    <a:pt x="1202" y="114"/>
                  </a:lnTo>
                  <a:lnTo>
                    <a:pt x="1190" y="112"/>
                  </a:lnTo>
                  <a:lnTo>
                    <a:pt x="1186" y="110"/>
                  </a:lnTo>
                  <a:lnTo>
                    <a:pt x="1184" y="106"/>
                  </a:lnTo>
                  <a:lnTo>
                    <a:pt x="1182" y="102"/>
                  </a:lnTo>
                  <a:lnTo>
                    <a:pt x="1182" y="96"/>
                  </a:lnTo>
                  <a:lnTo>
                    <a:pt x="1182" y="90"/>
                  </a:lnTo>
                  <a:lnTo>
                    <a:pt x="1178" y="84"/>
                  </a:lnTo>
                  <a:lnTo>
                    <a:pt x="1170" y="78"/>
                  </a:lnTo>
                  <a:lnTo>
                    <a:pt x="1162" y="74"/>
                  </a:lnTo>
                  <a:lnTo>
                    <a:pt x="1156" y="76"/>
                  </a:lnTo>
                  <a:lnTo>
                    <a:pt x="1152" y="82"/>
                  </a:lnTo>
                  <a:lnTo>
                    <a:pt x="1148" y="88"/>
                  </a:lnTo>
                  <a:lnTo>
                    <a:pt x="1144" y="96"/>
                  </a:lnTo>
                  <a:lnTo>
                    <a:pt x="1144" y="98"/>
                  </a:lnTo>
                  <a:lnTo>
                    <a:pt x="1142" y="94"/>
                  </a:lnTo>
                  <a:lnTo>
                    <a:pt x="1140" y="84"/>
                  </a:lnTo>
                  <a:lnTo>
                    <a:pt x="1140" y="78"/>
                  </a:lnTo>
                  <a:lnTo>
                    <a:pt x="1142" y="74"/>
                  </a:lnTo>
                  <a:lnTo>
                    <a:pt x="1144" y="70"/>
                  </a:lnTo>
                  <a:lnTo>
                    <a:pt x="1150" y="66"/>
                  </a:lnTo>
                  <a:lnTo>
                    <a:pt x="1152" y="64"/>
                  </a:lnTo>
                  <a:lnTo>
                    <a:pt x="1132" y="54"/>
                  </a:lnTo>
                  <a:lnTo>
                    <a:pt x="1124" y="50"/>
                  </a:lnTo>
                  <a:lnTo>
                    <a:pt x="1108" y="50"/>
                  </a:lnTo>
                  <a:lnTo>
                    <a:pt x="1100" y="50"/>
                  </a:lnTo>
                  <a:lnTo>
                    <a:pt x="1092" y="48"/>
                  </a:lnTo>
                  <a:lnTo>
                    <a:pt x="1084" y="42"/>
                  </a:lnTo>
                  <a:lnTo>
                    <a:pt x="1080" y="40"/>
                  </a:lnTo>
                  <a:lnTo>
                    <a:pt x="1076" y="40"/>
                  </a:lnTo>
                  <a:lnTo>
                    <a:pt x="1070" y="40"/>
                  </a:lnTo>
                  <a:lnTo>
                    <a:pt x="1062" y="44"/>
                  </a:lnTo>
                  <a:lnTo>
                    <a:pt x="1058" y="48"/>
                  </a:lnTo>
                  <a:lnTo>
                    <a:pt x="1056" y="54"/>
                  </a:lnTo>
                  <a:lnTo>
                    <a:pt x="1054" y="58"/>
                  </a:lnTo>
                  <a:lnTo>
                    <a:pt x="1056" y="66"/>
                  </a:lnTo>
                  <a:lnTo>
                    <a:pt x="1060" y="80"/>
                  </a:lnTo>
                  <a:lnTo>
                    <a:pt x="1068" y="94"/>
                  </a:lnTo>
                  <a:lnTo>
                    <a:pt x="1084" y="120"/>
                  </a:lnTo>
                  <a:lnTo>
                    <a:pt x="1086" y="130"/>
                  </a:lnTo>
                  <a:lnTo>
                    <a:pt x="1086" y="132"/>
                  </a:lnTo>
                  <a:lnTo>
                    <a:pt x="1084" y="132"/>
                  </a:lnTo>
                  <a:lnTo>
                    <a:pt x="1080" y="132"/>
                  </a:lnTo>
                  <a:lnTo>
                    <a:pt x="1076" y="130"/>
                  </a:lnTo>
                  <a:lnTo>
                    <a:pt x="1068" y="122"/>
                  </a:lnTo>
                  <a:lnTo>
                    <a:pt x="1048" y="96"/>
                  </a:lnTo>
                  <a:lnTo>
                    <a:pt x="1036" y="82"/>
                  </a:lnTo>
                  <a:lnTo>
                    <a:pt x="1026" y="72"/>
                  </a:lnTo>
                  <a:lnTo>
                    <a:pt x="1020" y="68"/>
                  </a:lnTo>
                  <a:lnTo>
                    <a:pt x="1014" y="66"/>
                  </a:lnTo>
                  <a:lnTo>
                    <a:pt x="1008" y="64"/>
                  </a:lnTo>
                  <a:lnTo>
                    <a:pt x="1004" y="66"/>
                  </a:lnTo>
                  <a:lnTo>
                    <a:pt x="998" y="68"/>
                  </a:lnTo>
                  <a:lnTo>
                    <a:pt x="994" y="70"/>
                  </a:lnTo>
                  <a:lnTo>
                    <a:pt x="990" y="78"/>
                  </a:lnTo>
                  <a:lnTo>
                    <a:pt x="988" y="88"/>
                  </a:lnTo>
                  <a:lnTo>
                    <a:pt x="986" y="96"/>
                  </a:lnTo>
                  <a:lnTo>
                    <a:pt x="986" y="108"/>
                  </a:lnTo>
                  <a:lnTo>
                    <a:pt x="984" y="106"/>
                  </a:lnTo>
                  <a:lnTo>
                    <a:pt x="980" y="100"/>
                  </a:lnTo>
                  <a:lnTo>
                    <a:pt x="974" y="90"/>
                  </a:lnTo>
                  <a:lnTo>
                    <a:pt x="968" y="84"/>
                  </a:lnTo>
                  <a:lnTo>
                    <a:pt x="960" y="80"/>
                  </a:lnTo>
                  <a:lnTo>
                    <a:pt x="954" y="78"/>
                  </a:lnTo>
                  <a:lnTo>
                    <a:pt x="950" y="76"/>
                  </a:lnTo>
                  <a:lnTo>
                    <a:pt x="948" y="76"/>
                  </a:lnTo>
                  <a:lnTo>
                    <a:pt x="960" y="72"/>
                  </a:lnTo>
                  <a:lnTo>
                    <a:pt x="972" y="70"/>
                  </a:lnTo>
                  <a:lnTo>
                    <a:pt x="978" y="66"/>
                  </a:lnTo>
                  <a:lnTo>
                    <a:pt x="984" y="62"/>
                  </a:lnTo>
                  <a:lnTo>
                    <a:pt x="984" y="60"/>
                  </a:lnTo>
                  <a:lnTo>
                    <a:pt x="982" y="56"/>
                  </a:lnTo>
                  <a:lnTo>
                    <a:pt x="978" y="56"/>
                  </a:lnTo>
                  <a:lnTo>
                    <a:pt x="970" y="56"/>
                  </a:lnTo>
                  <a:lnTo>
                    <a:pt x="958" y="60"/>
                  </a:lnTo>
                  <a:lnTo>
                    <a:pt x="946" y="62"/>
                  </a:lnTo>
                  <a:lnTo>
                    <a:pt x="938" y="62"/>
                  </a:lnTo>
                  <a:lnTo>
                    <a:pt x="934" y="62"/>
                  </a:lnTo>
                  <a:lnTo>
                    <a:pt x="930" y="58"/>
                  </a:lnTo>
                  <a:lnTo>
                    <a:pt x="928" y="56"/>
                  </a:lnTo>
                  <a:lnTo>
                    <a:pt x="926" y="56"/>
                  </a:lnTo>
                  <a:lnTo>
                    <a:pt x="922" y="58"/>
                  </a:lnTo>
                  <a:lnTo>
                    <a:pt x="916" y="60"/>
                  </a:lnTo>
                  <a:lnTo>
                    <a:pt x="908" y="64"/>
                  </a:lnTo>
                  <a:lnTo>
                    <a:pt x="904" y="64"/>
                  </a:lnTo>
                  <a:lnTo>
                    <a:pt x="902" y="64"/>
                  </a:lnTo>
                  <a:lnTo>
                    <a:pt x="900" y="60"/>
                  </a:lnTo>
                  <a:lnTo>
                    <a:pt x="896" y="58"/>
                  </a:lnTo>
                  <a:lnTo>
                    <a:pt x="892" y="58"/>
                  </a:lnTo>
                  <a:lnTo>
                    <a:pt x="884" y="60"/>
                  </a:lnTo>
                  <a:lnTo>
                    <a:pt x="874" y="64"/>
                  </a:lnTo>
                  <a:lnTo>
                    <a:pt x="862" y="72"/>
                  </a:lnTo>
                  <a:lnTo>
                    <a:pt x="856" y="78"/>
                  </a:lnTo>
                  <a:lnTo>
                    <a:pt x="854" y="82"/>
                  </a:lnTo>
                  <a:lnTo>
                    <a:pt x="854" y="88"/>
                  </a:lnTo>
                  <a:lnTo>
                    <a:pt x="858" y="92"/>
                  </a:lnTo>
                  <a:lnTo>
                    <a:pt x="862" y="98"/>
                  </a:lnTo>
                  <a:lnTo>
                    <a:pt x="872" y="112"/>
                  </a:lnTo>
                  <a:lnTo>
                    <a:pt x="878" y="116"/>
                  </a:lnTo>
                  <a:lnTo>
                    <a:pt x="884" y="118"/>
                  </a:lnTo>
                  <a:lnTo>
                    <a:pt x="890" y="114"/>
                  </a:lnTo>
                  <a:lnTo>
                    <a:pt x="894" y="110"/>
                  </a:lnTo>
                  <a:lnTo>
                    <a:pt x="902" y="104"/>
                  </a:lnTo>
                  <a:lnTo>
                    <a:pt x="902" y="108"/>
                  </a:lnTo>
                  <a:close/>
                  <a:moveTo>
                    <a:pt x="1272" y="818"/>
                  </a:moveTo>
                  <a:lnTo>
                    <a:pt x="1272" y="818"/>
                  </a:lnTo>
                  <a:lnTo>
                    <a:pt x="1272" y="816"/>
                  </a:lnTo>
                  <a:lnTo>
                    <a:pt x="1270" y="814"/>
                  </a:lnTo>
                  <a:lnTo>
                    <a:pt x="1266" y="812"/>
                  </a:lnTo>
                  <a:lnTo>
                    <a:pt x="1264" y="814"/>
                  </a:lnTo>
                  <a:lnTo>
                    <a:pt x="1264" y="818"/>
                  </a:lnTo>
                  <a:lnTo>
                    <a:pt x="1264" y="820"/>
                  </a:lnTo>
                  <a:lnTo>
                    <a:pt x="1272" y="818"/>
                  </a:lnTo>
                  <a:close/>
                  <a:moveTo>
                    <a:pt x="1168" y="848"/>
                  </a:moveTo>
                  <a:lnTo>
                    <a:pt x="1168" y="848"/>
                  </a:lnTo>
                  <a:lnTo>
                    <a:pt x="1176" y="848"/>
                  </a:lnTo>
                  <a:lnTo>
                    <a:pt x="1180" y="848"/>
                  </a:lnTo>
                  <a:lnTo>
                    <a:pt x="1182" y="844"/>
                  </a:lnTo>
                  <a:lnTo>
                    <a:pt x="1184" y="840"/>
                  </a:lnTo>
                  <a:lnTo>
                    <a:pt x="1190" y="836"/>
                  </a:lnTo>
                  <a:lnTo>
                    <a:pt x="1192" y="834"/>
                  </a:lnTo>
                  <a:lnTo>
                    <a:pt x="1192" y="832"/>
                  </a:lnTo>
                  <a:lnTo>
                    <a:pt x="1192" y="830"/>
                  </a:lnTo>
                  <a:lnTo>
                    <a:pt x="1188" y="828"/>
                  </a:lnTo>
                  <a:lnTo>
                    <a:pt x="1182" y="826"/>
                  </a:lnTo>
                  <a:lnTo>
                    <a:pt x="1180" y="826"/>
                  </a:lnTo>
                  <a:lnTo>
                    <a:pt x="1180" y="828"/>
                  </a:lnTo>
                  <a:lnTo>
                    <a:pt x="1176" y="830"/>
                  </a:lnTo>
                  <a:lnTo>
                    <a:pt x="1174" y="830"/>
                  </a:lnTo>
                  <a:lnTo>
                    <a:pt x="1172" y="832"/>
                  </a:lnTo>
                  <a:lnTo>
                    <a:pt x="1170" y="832"/>
                  </a:lnTo>
                  <a:lnTo>
                    <a:pt x="1166" y="832"/>
                  </a:lnTo>
                  <a:lnTo>
                    <a:pt x="1164" y="832"/>
                  </a:lnTo>
                  <a:lnTo>
                    <a:pt x="1162" y="834"/>
                  </a:lnTo>
                  <a:lnTo>
                    <a:pt x="1162" y="838"/>
                  </a:lnTo>
                  <a:lnTo>
                    <a:pt x="1160" y="842"/>
                  </a:lnTo>
                  <a:lnTo>
                    <a:pt x="1156" y="842"/>
                  </a:lnTo>
                  <a:lnTo>
                    <a:pt x="1154" y="842"/>
                  </a:lnTo>
                  <a:lnTo>
                    <a:pt x="1152" y="844"/>
                  </a:lnTo>
                  <a:lnTo>
                    <a:pt x="1152" y="846"/>
                  </a:lnTo>
                  <a:lnTo>
                    <a:pt x="1154" y="848"/>
                  </a:lnTo>
                  <a:lnTo>
                    <a:pt x="1168" y="848"/>
                  </a:lnTo>
                  <a:close/>
                  <a:moveTo>
                    <a:pt x="1214" y="822"/>
                  </a:moveTo>
                  <a:lnTo>
                    <a:pt x="1214" y="822"/>
                  </a:lnTo>
                  <a:lnTo>
                    <a:pt x="1218" y="816"/>
                  </a:lnTo>
                  <a:lnTo>
                    <a:pt x="1218" y="814"/>
                  </a:lnTo>
                  <a:lnTo>
                    <a:pt x="1216" y="814"/>
                  </a:lnTo>
                  <a:lnTo>
                    <a:pt x="1212" y="812"/>
                  </a:lnTo>
                  <a:lnTo>
                    <a:pt x="1208" y="814"/>
                  </a:lnTo>
                  <a:lnTo>
                    <a:pt x="1206" y="814"/>
                  </a:lnTo>
                  <a:lnTo>
                    <a:pt x="1202" y="812"/>
                  </a:lnTo>
                  <a:lnTo>
                    <a:pt x="1198" y="810"/>
                  </a:lnTo>
                  <a:lnTo>
                    <a:pt x="1196" y="812"/>
                  </a:lnTo>
                  <a:lnTo>
                    <a:pt x="1192" y="814"/>
                  </a:lnTo>
                  <a:lnTo>
                    <a:pt x="1190" y="814"/>
                  </a:lnTo>
                  <a:lnTo>
                    <a:pt x="1188" y="814"/>
                  </a:lnTo>
                  <a:lnTo>
                    <a:pt x="1188" y="816"/>
                  </a:lnTo>
                  <a:lnTo>
                    <a:pt x="1184" y="820"/>
                  </a:lnTo>
                  <a:lnTo>
                    <a:pt x="1182" y="822"/>
                  </a:lnTo>
                  <a:lnTo>
                    <a:pt x="1184" y="824"/>
                  </a:lnTo>
                  <a:lnTo>
                    <a:pt x="1190" y="824"/>
                  </a:lnTo>
                  <a:lnTo>
                    <a:pt x="1196" y="828"/>
                  </a:lnTo>
                  <a:lnTo>
                    <a:pt x="1200" y="830"/>
                  </a:lnTo>
                  <a:lnTo>
                    <a:pt x="1204" y="830"/>
                  </a:lnTo>
                  <a:lnTo>
                    <a:pt x="1214" y="822"/>
                  </a:lnTo>
                  <a:close/>
                  <a:moveTo>
                    <a:pt x="1352" y="792"/>
                  </a:moveTo>
                  <a:lnTo>
                    <a:pt x="1352" y="792"/>
                  </a:lnTo>
                  <a:lnTo>
                    <a:pt x="1348" y="790"/>
                  </a:lnTo>
                  <a:lnTo>
                    <a:pt x="1344" y="788"/>
                  </a:lnTo>
                  <a:lnTo>
                    <a:pt x="1338" y="788"/>
                  </a:lnTo>
                  <a:lnTo>
                    <a:pt x="1330" y="790"/>
                  </a:lnTo>
                  <a:lnTo>
                    <a:pt x="1328" y="792"/>
                  </a:lnTo>
                  <a:lnTo>
                    <a:pt x="1330" y="794"/>
                  </a:lnTo>
                  <a:lnTo>
                    <a:pt x="1340" y="798"/>
                  </a:lnTo>
                  <a:lnTo>
                    <a:pt x="1350" y="796"/>
                  </a:lnTo>
                  <a:lnTo>
                    <a:pt x="1352" y="796"/>
                  </a:lnTo>
                  <a:lnTo>
                    <a:pt x="1352" y="792"/>
                  </a:lnTo>
                  <a:close/>
                  <a:moveTo>
                    <a:pt x="1326" y="780"/>
                  </a:moveTo>
                  <a:lnTo>
                    <a:pt x="1326" y="780"/>
                  </a:lnTo>
                  <a:lnTo>
                    <a:pt x="1330" y="778"/>
                  </a:lnTo>
                  <a:lnTo>
                    <a:pt x="1334" y="776"/>
                  </a:lnTo>
                  <a:lnTo>
                    <a:pt x="1338" y="776"/>
                  </a:lnTo>
                  <a:lnTo>
                    <a:pt x="1342" y="776"/>
                  </a:lnTo>
                  <a:lnTo>
                    <a:pt x="1346" y="778"/>
                  </a:lnTo>
                  <a:lnTo>
                    <a:pt x="1350" y="776"/>
                  </a:lnTo>
                  <a:lnTo>
                    <a:pt x="1364" y="766"/>
                  </a:lnTo>
                  <a:lnTo>
                    <a:pt x="1372" y="760"/>
                  </a:lnTo>
                  <a:lnTo>
                    <a:pt x="1372" y="758"/>
                  </a:lnTo>
                  <a:lnTo>
                    <a:pt x="1372" y="756"/>
                  </a:lnTo>
                  <a:lnTo>
                    <a:pt x="1368" y="756"/>
                  </a:lnTo>
                  <a:lnTo>
                    <a:pt x="1362" y="756"/>
                  </a:lnTo>
                  <a:lnTo>
                    <a:pt x="1356" y="758"/>
                  </a:lnTo>
                  <a:lnTo>
                    <a:pt x="1358" y="760"/>
                  </a:lnTo>
                  <a:lnTo>
                    <a:pt x="1358" y="762"/>
                  </a:lnTo>
                  <a:lnTo>
                    <a:pt x="1356" y="764"/>
                  </a:lnTo>
                  <a:lnTo>
                    <a:pt x="1350" y="762"/>
                  </a:lnTo>
                  <a:lnTo>
                    <a:pt x="1348" y="762"/>
                  </a:lnTo>
                  <a:lnTo>
                    <a:pt x="1346" y="762"/>
                  </a:lnTo>
                  <a:lnTo>
                    <a:pt x="1342" y="766"/>
                  </a:lnTo>
                  <a:lnTo>
                    <a:pt x="1342" y="770"/>
                  </a:lnTo>
                  <a:lnTo>
                    <a:pt x="1340" y="768"/>
                  </a:lnTo>
                  <a:lnTo>
                    <a:pt x="1338" y="766"/>
                  </a:lnTo>
                  <a:lnTo>
                    <a:pt x="1332" y="766"/>
                  </a:lnTo>
                  <a:lnTo>
                    <a:pt x="1318" y="770"/>
                  </a:lnTo>
                  <a:lnTo>
                    <a:pt x="1314" y="774"/>
                  </a:lnTo>
                  <a:lnTo>
                    <a:pt x="1318" y="776"/>
                  </a:lnTo>
                  <a:lnTo>
                    <a:pt x="1320" y="776"/>
                  </a:lnTo>
                  <a:lnTo>
                    <a:pt x="1322" y="778"/>
                  </a:lnTo>
                  <a:lnTo>
                    <a:pt x="1320" y="780"/>
                  </a:lnTo>
                  <a:lnTo>
                    <a:pt x="1326" y="780"/>
                  </a:lnTo>
                  <a:close/>
                  <a:moveTo>
                    <a:pt x="1414" y="220"/>
                  </a:moveTo>
                  <a:lnTo>
                    <a:pt x="1414" y="220"/>
                  </a:lnTo>
                  <a:lnTo>
                    <a:pt x="1408" y="216"/>
                  </a:lnTo>
                  <a:lnTo>
                    <a:pt x="1402" y="216"/>
                  </a:lnTo>
                  <a:lnTo>
                    <a:pt x="1392" y="218"/>
                  </a:lnTo>
                  <a:lnTo>
                    <a:pt x="1388" y="220"/>
                  </a:lnTo>
                  <a:lnTo>
                    <a:pt x="1382" y="220"/>
                  </a:lnTo>
                  <a:lnTo>
                    <a:pt x="1374" y="218"/>
                  </a:lnTo>
                  <a:lnTo>
                    <a:pt x="1364" y="214"/>
                  </a:lnTo>
                  <a:lnTo>
                    <a:pt x="1356" y="208"/>
                  </a:lnTo>
                  <a:lnTo>
                    <a:pt x="1354" y="204"/>
                  </a:lnTo>
                  <a:lnTo>
                    <a:pt x="1356" y="200"/>
                  </a:lnTo>
                  <a:lnTo>
                    <a:pt x="1360" y="198"/>
                  </a:lnTo>
                  <a:lnTo>
                    <a:pt x="1370" y="194"/>
                  </a:lnTo>
                  <a:lnTo>
                    <a:pt x="1370" y="192"/>
                  </a:lnTo>
                  <a:lnTo>
                    <a:pt x="1366" y="190"/>
                  </a:lnTo>
                  <a:lnTo>
                    <a:pt x="1354" y="188"/>
                  </a:lnTo>
                  <a:lnTo>
                    <a:pt x="1336" y="188"/>
                  </a:lnTo>
                  <a:lnTo>
                    <a:pt x="1316" y="188"/>
                  </a:lnTo>
                  <a:lnTo>
                    <a:pt x="1296" y="190"/>
                  </a:lnTo>
                  <a:lnTo>
                    <a:pt x="1280" y="194"/>
                  </a:lnTo>
                  <a:lnTo>
                    <a:pt x="1274" y="196"/>
                  </a:lnTo>
                  <a:lnTo>
                    <a:pt x="1270" y="198"/>
                  </a:lnTo>
                  <a:lnTo>
                    <a:pt x="1270" y="202"/>
                  </a:lnTo>
                  <a:lnTo>
                    <a:pt x="1272" y="204"/>
                  </a:lnTo>
                  <a:lnTo>
                    <a:pt x="1276" y="208"/>
                  </a:lnTo>
                  <a:lnTo>
                    <a:pt x="1286" y="212"/>
                  </a:lnTo>
                  <a:lnTo>
                    <a:pt x="1292" y="214"/>
                  </a:lnTo>
                  <a:lnTo>
                    <a:pt x="1292" y="216"/>
                  </a:lnTo>
                  <a:lnTo>
                    <a:pt x="1292" y="218"/>
                  </a:lnTo>
                  <a:lnTo>
                    <a:pt x="1286" y="224"/>
                  </a:lnTo>
                  <a:lnTo>
                    <a:pt x="1272" y="236"/>
                  </a:lnTo>
                  <a:lnTo>
                    <a:pt x="1264" y="242"/>
                  </a:lnTo>
                  <a:lnTo>
                    <a:pt x="1262" y="246"/>
                  </a:lnTo>
                  <a:lnTo>
                    <a:pt x="1264" y="248"/>
                  </a:lnTo>
                  <a:lnTo>
                    <a:pt x="1270" y="250"/>
                  </a:lnTo>
                  <a:lnTo>
                    <a:pt x="1288" y="250"/>
                  </a:lnTo>
                  <a:lnTo>
                    <a:pt x="1314" y="246"/>
                  </a:lnTo>
                  <a:lnTo>
                    <a:pt x="1324" y="248"/>
                  </a:lnTo>
                  <a:lnTo>
                    <a:pt x="1328" y="248"/>
                  </a:lnTo>
                  <a:lnTo>
                    <a:pt x="1328" y="250"/>
                  </a:lnTo>
                  <a:lnTo>
                    <a:pt x="1328" y="256"/>
                  </a:lnTo>
                  <a:lnTo>
                    <a:pt x="1328" y="260"/>
                  </a:lnTo>
                  <a:lnTo>
                    <a:pt x="1326" y="264"/>
                  </a:lnTo>
                  <a:lnTo>
                    <a:pt x="1326" y="266"/>
                  </a:lnTo>
                  <a:lnTo>
                    <a:pt x="1328" y="266"/>
                  </a:lnTo>
                  <a:lnTo>
                    <a:pt x="1336" y="266"/>
                  </a:lnTo>
                  <a:lnTo>
                    <a:pt x="1350" y="260"/>
                  </a:lnTo>
                  <a:lnTo>
                    <a:pt x="1376" y="250"/>
                  </a:lnTo>
                  <a:lnTo>
                    <a:pt x="1402" y="238"/>
                  </a:lnTo>
                  <a:lnTo>
                    <a:pt x="1412" y="234"/>
                  </a:lnTo>
                  <a:lnTo>
                    <a:pt x="1418" y="228"/>
                  </a:lnTo>
                  <a:lnTo>
                    <a:pt x="1420" y="226"/>
                  </a:lnTo>
                  <a:lnTo>
                    <a:pt x="1420" y="224"/>
                  </a:lnTo>
                  <a:lnTo>
                    <a:pt x="1418" y="222"/>
                  </a:lnTo>
                  <a:lnTo>
                    <a:pt x="1414" y="220"/>
                  </a:lnTo>
                  <a:close/>
                  <a:moveTo>
                    <a:pt x="1370" y="792"/>
                  </a:moveTo>
                  <a:lnTo>
                    <a:pt x="1370" y="792"/>
                  </a:lnTo>
                  <a:lnTo>
                    <a:pt x="1378" y="782"/>
                  </a:lnTo>
                  <a:lnTo>
                    <a:pt x="1380" y="776"/>
                  </a:lnTo>
                  <a:lnTo>
                    <a:pt x="1378" y="774"/>
                  </a:lnTo>
                  <a:lnTo>
                    <a:pt x="1376" y="772"/>
                  </a:lnTo>
                  <a:lnTo>
                    <a:pt x="1372" y="770"/>
                  </a:lnTo>
                  <a:lnTo>
                    <a:pt x="1370" y="774"/>
                  </a:lnTo>
                  <a:lnTo>
                    <a:pt x="1362" y="776"/>
                  </a:lnTo>
                  <a:lnTo>
                    <a:pt x="1354" y="780"/>
                  </a:lnTo>
                  <a:lnTo>
                    <a:pt x="1350" y="784"/>
                  </a:lnTo>
                  <a:lnTo>
                    <a:pt x="1350" y="786"/>
                  </a:lnTo>
                  <a:lnTo>
                    <a:pt x="1350" y="788"/>
                  </a:lnTo>
                  <a:lnTo>
                    <a:pt x="1356" y="792"/>
                  </a:lnTo>
                  <a:lnTo>
                    <a:pt x="1364" y="794"/>
                  </a:lnTo>
                  <a:lnTo>
                    <a:pt x="1366" y="794"/>
                  </a:lnTo>
                  <a:lnTo>
                    <a:pt x="1370" y="792"/>
                  </a:lnTo>
                  <a:close/>
                  <a:moveTo>
                    <a:pt x="1388" y="762"/>
                  </a:moveTo>
                  <a:lnTo>
                    <a:pt x="1388" y="762"/>
                  </a:lnTo>
                  <a:lnTo>
                    <a:pt x="1384" y="762"/>
                  </a:lnTo>
                  <a:lnTo>
                    <a:pt x="1380" y="764"/>
                  </a:lnTo>
                  <a:lnTo>
                    <a:pt x="1380" y="766"/>
                  </a:lnTo>
                  <a:lnTo>
                    <a:pt x="1380" y="770"/>
                  </a:lnTo>
                  <a:lnTo>
                    <a:pt x="1384" y="776"/>
                  </a:lnTo>
                  <a:lnTo>
                    <a:pt x="1386" y="778"/>
                  </a:lnTo>
                  <a:lnTo>
                    <a:pt x="1388" y="778"/>
                  </a:lnTo>
                  <a:lnTo>
                    <a:pt x="1394" y="776"/>
                  </a:lnTo>
                  <a:lnTo>
                    <a:pt x="1396" y="772"/>
                  </a:lnTo>
                  <a:lnTo>
                    <a:pt x="1396" y="770"/>
                  </a:lnTo>
                  <a:lnTo>
                    <a:pt x="1396" y="766"/>
                  </a:lnTo>
                  <a:lnTo>
                    <a:pt x="1392" y="764"/>
                  </a:lnTo>
                  <a:lnTo>
                    <a:pt x="1388" y="762"/>
                  </a:lnTo>
                  <a:close/>
                  <a:moveTo>
                    <a:pt x="1264" y="804"/>
                  </a:moveTo>
                  <a:lnTo>
                    <a:pt x="1264" y="804"/>
                  </a:lnTo>
                  <a:lnTo>
                    <a:pt x="1264" y="800"/>
                  </a:lnTo>
                  <a:lnTo>
                    <a:pt x="1262" y="798"/>
                  </a:lnTo>
                  <a:lnTo>
                    <a:pt x="1258" y="798"/>
                  </a:lnTo>
                  <a:lnTo>
                    <a:pt x="1252" y="802"/>
                  </a:lnTo>
                  <a:lnTo>
                    <a:pt x="1248" y="804"/>
                  </a:lnTo>
                  <a:lnTo>
                    <a:pt x="1248" y="808"/>
                  </a:lnTo>
                  <a:lnTo>
                    <a:pt x="1250" y="810"/>
                  </a:lnTo>
                  <a:lnTo>
                    <a:pt x="1254" y="812"/>
                  </a:lnTo>
                  <a:lnTo>
                    <a:pt x="1260" y="814"/>
                  </a:lnTo>
                  <a:lnTo>
                    <a:pt x="1262" y="812"/>
                  </a:lnTo>
                  <a:lnTo>
                    <a:pt x="1264" y="804"/>
                  </a:lnTo>
                  <a:close/>
                  <a:moveTo>
                    <a:pt x="1102" y="904"/>
                  </a:moveTo>
                  <a:lnTo>
                    <a:pt x="1102" y="904"/>
                  </a:lnTo>
                  <a:lnTo>
                    <a:pt x="1102" y="908"/>
                  </a:lnTo>
                  <a:lnTo>
                    <a:pt x="1104" y="908"/>
                  </a:lnTo>
                  <a:lnTo>
                    <a:pt x="1112" y="908"/>
                  </a:lnTo>
                  <a:lnTo>
                    <a:pt x="1114" y="906"/>
                  </a:lnTo>
                  <a:lnTo>
                    <a:pt x="1112" y="902"/>
                  </a:lnTo>
                  <a:lnTo>
                    <a:pt x="1106" y="902"/>
                  </a:lnTo>
                  <a:lnTo>
                    <a:pt x="1104" y="902"/>
                  </a:lnTo>
                  <a:lnTo>
                    <a:pt x="1102" y="904"/>
                  </a:lnTo>
                  <a:close/>
                  <a:moveTo>
                    <a:pt x="1116" y="898"/>
                  </a:moveTo>
                  <a:lnTo>
                    <a:pt x="1116" y="898"/>
                  </a:lnTo>
                  <a:lnTo>
                    <a:pt x="1120" y="900"/>
                  </a:lnTo>
                  <a:lnTo>
                    <a:pt x="1122" y="898"/>
                  </a:lnTo>
                  <a:lnTo>
                    <a:pt x="1124" y="896"/>
                  </a:lnTo>
                  <a:lnTo>
                    <a:pt x="1124" y="894"/>
                  </a:lnTo>
                  <a:lnTo>
                    <a:pt x="1120" y="892"/>
                  </a:lnTo>
                  <a:lnTo>
                    <a:pt x="1116" y="894"/>
                  </a:lnTo>
                  <a:lnTo>
                    <a:pt x="1114" y="896"/>
                  </a:lnTo>
                  <a:lnTo>
                    <a:pt x="1116" y="898"/>
                  </a:lnTo>
                  <a:close/>
                  <a:moveTo>
                    <a:pt x="1150" y="850"/>
                  </a:moveTo>
                  <a:lnTo>
                    <a:pt x="1150" y="850"/>
                  </a:lnTo>
                  <a:lnTo>
                    <a:pt x="1148" y="850"/>
                  </a:lnTo>
                  <a:lnTo>
                    <a:pt x="1148" y="848"/>
                  </a:lnTo>
                  <a:lnTo>
                    <a:pt x="1146" y="846"/>
                  </a:lnTo>
                  <a:lnTo>
                    <a:pt x="1144" y="846"/>
                  </a:lnTo>
                  <a:lnTo>
                    <a:pt x="1142" y="848"/>
                  </a:lnTo>
                  <a:lnTo>
                    <a:pt x="1140" y="846"/>
                  </a:lnTo>
                  <a:lnTo>
                    <a:pt x="1138" y="844"/>
                  </a:lnTo>
                  <a:lnTo>
                    <a:pt x="1136" y="846"/>
                  </a:lnTo>
                  <a:lnTo>
                    <a:pt x="1136" y="848"/>
                  </a:lnTo>
                  <a:lnTo>
                    <a:pt x="1132" y="848"/>
                  </a:lnTo>
                  <a:lnTo>
                    <a:pt x="1130" y="846"/>
                  </a:lnTo>
                  <a:lnTo>
                    <a:pt x="1130" y="850"/>
                  </a:lnTo>
                  <a:lnTo>
                    <a:pt x="1130" y="852"/>
                  </a:lnTo>
                  <a:lnTo>
                    <a:pt x="1128" y="850"/>
                  </a:lnTo>
                  <a:lnTo>
                    <a:pt x="1124" y="850"/>
                  </a:lnTo>
                  <a:lnTo>
                    <a:pt x="1120" y="850"/>
                  </a:lnTo>
                  <a:lnTo>
                    <a:pt x="1118" y="854"/>
                  </a:lnTo>
                  <a:lnTo>
                    <a:pt x="1120" y="856"/>
                  </a:lnTo>
                  <a:lnTo>
                    <a:pt x="1124" y="856"/>
                  </a:lnTo>
                  <a:lnTo>
                    <a:pt x="1124" y="858"/>
                  </a:lnTo>
                  <a:lnTo>
                    <a:pt x="1120" y="860"/>
                  </a:lnTo>
                  <a:lnTo>
                    <a:pt x="1114" y="860"/>
                  </a:lnTo>
                  <a:lnTo>
                    <a:pt x="1108" y="860"/>
                  </a:lnTo>
                  <a:lnTo>
                    <a:pt x="1108" y="862"/>
                  </a:lnTo>
                  <a:lnTo>
                    <a:pt x="1110" y="862"/>
                  </a:lnTo>
                  <a:lnTo>
                    <a:pt x="1110" y="864"/>
                  </a:lnTo>
                  <a:lnTo>
                    <a:pt x="1108" y="866"/>
                  </a:lnTo>
                  <a:lnTo>
                    <a:pt x="1106" y="866"/>
                  </a:lnTo>
                  <a:lnTo>
                    <a:pt x="1108" y="868"/>
                  </a:lnTo>
                  <a:lnTo>
                    <a:pt x="1110" y="870"/>
                  </a:lnTo>
                  <a:lnTo>
                    <a:pt x="1108" y="870"/>
                  </a:lnTo>
                  <a:lnTo>
                    <a:pt x="1108" y="872"/>
                  </a:lnTo>
                  <a:lnTo>
                    <a:pt x="1108" y="874"/>
                  </a:lnTo>
                  <a:lnTo>
                    <a:pt x="1108" y="876"/>
                  </a:lnTo>
                  <a:lnTo>
                    <a:pt x="1108" y="878"/>
                  </a:lnTo>
                  <a:lnTo>
                    <a:pt x="1106" y="880"/>
                  </a:lnTo>
                  <a:lnTo>
                    <a:pt x="1104" y="882"/>
                  </a:lnTo>
                  <a:lnTo>
                    <a:pt x="1108" y="884"/>
                  </a:lnTo>
                  <a:lnTo>
                    <a:pt x="1114" y="884"/>
                  </a:lnTo>
                  <a:lnTo>
                    <a:pt x="1114" y="886"/>
                  </a:lnTo>
                  <a:lnTo>
                    <a:pt x="1114" y="888"/>
                  </a:lnTo>
                  <a:lnTo>
                    <a:pt x="1116" y="888"/>
                  </a:lnTo>
                  <a:lnTo>
                    <a:pt x="1120" y="884"/>
                  </a:lnTo>
                  <a:lnTo>
                    <a:pt x="1122" y="880"/>
                  </a:lnTo>
                  <a:lnTo>
                    <a:pt x="1126" y="876"/>
                  </a:lnTo>
                  <a:lnTo>
                    <a:pt x="1130" y="874"/>
                  </a:lnTo>
                  <a:lnTo>
                    <a:pt x="1132" y="876"/>
                  </a:lnTo>
                  <a:lnTo>
                    <a:pt x="1132" y="878"/>
                  </a:lnTo>
                  <a:lnTo>
                    <a:pt x="1134" y="878"/>
                  </a:lnTo>
                  <a:lnTo>
                    <a:pt x="1142" y="878"/>
                  </a:lnTo>
                  <a:lnTo>
                    <a:pt x="1146" y="876"/>
                  </a:lnTo>
                  <a:lnTo>
                    <a:pt x="1148" y="874"/>
                  </a:lnTo>
                  <a:lnTo>
                    <a:pt x="1146" y="870"/>
                  </a:lnTo>
                  <a:lnTo>
                    <a:pt x="1146" y="866"/>
                  </a:lnTo>
                  <a:lnTo>
                    <a:pt x="1148" y="864"/>
                  </a:lnTo>
                  <a:lnTo>
                    <a:pt x="1150" y="862"/>
                  </a:lnTo>
                  <a:lnTo>
                    <a:pt x="1150" y="860"/>
                  </a:lnTo>
                  <a:lnTo>
                    <a:pt x="1152" y="852"/>
                  </a:lnTo>
                  <a:lnTo>
                    <a:pt x="1152" y="850"/>
                  </a:lnTo>
                  <a:lnTo>
                    <a:pt x="1150" y="850"/>
                  </a:lnTo>
                  <a:close/>
                  <a:moveTo>
                    <a:pt x="1254" y="830"/>
                  </a:moveTo>
                  <a:lnTo>
                    <a:pt x="1254" y="830"/>
                  </a:lnTo>
                  <a:lnTo>
                    <a:pt x="1260" y="826"/>
                  </a:lnTo>
                  <a:lnTo>
                    <a:pt x="1262" y="824"/>
                  </a:lnTo>
                  <a:lnTo>
                    <a:pt x="1260" y="820"/>
                  </a:lnTo>
                  <a:lnTo>
                    <a:pt x="1258" y="822"/>
                  </a:lnTo>
                  <a:lnTo>
                    <a:pt x="1256" y="826"/>
                  </a:lnTo>
                  <a:lnTo>
                    <a:pt x="1254" y="830"/>
                  </a:lnTo>
                  <a:close/>
                  <a:moveTo>
                    <a:pt x="1226" y="818"/>
                  </a:moveTo>
                  <a:lnTo>
                    <a:pt x="1226" y="818"/>
                  </a:lnTo>
                  <a:lnTo>
                    <a:pt x="1222" y="818"/>
                  </a:lnTo>
                  <a:lnTo>
                    <a:pt x="1218" y="820"/>
                  </a:lnTo>
                  <a:lnTo>
                    <a:pt x="1214" y="826"/>
                  </a:lnTo>
                  <a:lnTo>
                    <a:pt x="1216" y="826"/>
                  </a:lnTo>
                  <a:lnTo>
                    <a:pt x="1220" y="824"/>
                  </a:lnTo>
                  <a:lnTo>
                    <a:pt x="1224" y="822"/>
                  </a:lnTo>
                  <a:lnTo>
                    <a:pt x="1226" y="818"/>
                  </a:lnTo>
                  <a:close/>
                  <a:moveTo>
                    <a:pt x="1074" y="928"/>
                  </a:moveTo>
                  <a:lnTo>
                    <a:pt x="1074" y="928"/>
                  </a:lnTo>
                  <a:lnTo>
                    <a:pt x="1074" y="930"/>
                  </a:lnTo>
                  <a:lnTo>
                    <a:pt x="1074" y="932"/>
                  </a:lnTo>
                  <a:lnTo>
                    <a:pt x="1078" y="932"/>
                  </a:lnTo>
                  <a:lnTo>
                    <a:pt x="1082" y="930"/>
                  </a:lnTo>
                  <a:lnTo>
                    <a:pt x="1084" y="926"/>
                  </a:lnTo>
                  <a:lnTo>
                    <a:pt x="1084" y="924"/>
                  </a:lnTo>
                  <a:lnTo>
                    <a:pt x="1080" y="924"/>
                  </a:lnTo>
                  <a:lnTo>
                    <a:pt x="1076" y="924"/>
                  </a:lnTo>
                  <a:lnTo>
                    <a:pt x="1074" y="928"/>
                  </a:lnTo>
                  <a:close/>
                  <a:moveTo>
                    <a:pt x="772" y="1274"/>
                  </a:moveTo>
                  <a:lnTo>
                    <a:pt x="772" y="1274"/>
                  </a:lnTo>
                  <a:lnTo>
                    <a:pt x="784" y="1270"/>
                  </a:lnTo>
                  <a:lnTo>
                    <a:pt x="788" y="1270"/>
                  </a:lnTo>
                  <a:lnTo>
                    <a:pt x="790" y="1268"/>
                  </a:lnTo>
                  <a:lnTo>
                    <a:pt x="790" y="1266"/>
                  </a:lnTo>
                  <a:lnTo>
                    <a:pt x="788" y="1264"/>
                  </a:lnTo>
                  <a:lnTo>
                    <a:pt x="786" y="1264"/>
                  </a:lnTo>
                  <a:lnTo>
                    <a:pt x="784" y="1262"/>
                  </a:lnTo>
                  <a:lnTo>
                    <a:pt x="784" y="1260"/>
                  </a:lnTo>
                  <a:lnTo>
                    <a:pt x="778" y="1262"/>
                  </a:lnTo>
                  <a:lnTo>
                    <a:pt x="768" y="1266"/>
                  </a:lnTo>
                  <a:lnTo>
                    <a:pt x="760" y="1268"/>
                  </a:lnTo>
                  <a:lnTo>
                    <a:pt x="758" y="1270"/>
                  </a:lnTo>
                  <a:lnTo>
                    <a:pt x="756" y="1274"/>
                  </a:lnTo>
                  <a:lnTo>
                    <a:pt x="758" y="1276"/>
                  </a:lnTo>
                  <a:lnTo>
                    <a:pt x="760" y="1276"/>
                  </a:lnTo>
                  <a:lnTo>
                    <a:pt x="772" y="1274"/>
                  </a:lnTo>
                  <a:close/>
                  <a:moveTo>
                    <a:pt x="776" y="1258"/>
                  </a:moveTo>
                  <a:lnTo>
                    <a:pt x="776" y="1258"/>
                  </a:lnTo>
                  <a:lnTo>
                    <a:pt x="780" y="1256"/>
                  </a:lnTo>
                  <a:lnTo>
                    <a:pt x="778" y="1252"/>
                  </a:lnTo>
                  <a:lnTo>
                    <a:pt x="776" y="1250"/>
                  </a:lnTo>
                  <a:lnTo>
                    <a:pt x="774" y="1252"/>
                  </a:lnTo>
                  <a:lnTo>
                    <a:pt x="772" y="1254"/>
                  </a:lnTo>
                  <a:lnTo>
                    <a:pt x="764" y="1256"/>
                  </a:lnTo>
                  <a:lnTo>
                    <a:pt x="760" y="1258"/>
                  </a:lnTo>
                  <a:lnTo>
                    <a:pt x="758" y="1258"/>
                  </a:lnTo>
                  <a:lnTo>
                    <a:pt x="758" y="1260"/>
                  </a:lnTo>
                  <a:lnTo>
                    <a:pt x="764" y="1260"/>
                  </a:lnTo>
                  <a:lnTo>
                    <a:pt x="776" y="1258"/>
                  </a:lnTo>
                  <a:close/>
                  <a:moveTo>
                    <a:pt x="892" y="180"/>
                  </a:moveTo>
                  <a:lnTo>
                    <a:pt x="892" y="180"/>
                  </a:lnTo>
                  <a:lnTo>
                    <a:pt x="904" y="186"/>
                  </a:lnTo>
                  <a:lnTo>
                    <a:pt x="912" y="188"/>
                  </a:lnTo>
                  <a:lnTo>
                    <a:pt x="912" y="186"/>
                  </a:lnTo>
                  <a:lnTo>
                    <a:pt x="910" y="182"/>
                  </a:lnTo>
                  <a:lnTo>
                    <a:pt x="906" y="176"/>
                  </a:lnTo>
                  <a:lnTo>
                    <a:pt x="900" y="170"/>
                  </a:lnTo>
                  <a:lnTo>
                    <a:pt x="894" y="164"/>
                  </a:lnTo>
                  <a:lnTo>
                    <a:pt x="888" y="164"/>
                  </a:lnTo>
                  <a:lnTo>
                    <a:pt x="882" y="162"/>
                  </a:lnTo>
                  <a:lnTo>
                    <a:pt x="878" y="158"/>
                  </a:lnTo>
                  <a:lnTo>
                    <a:pt x="870" y="144"/>
                  </a:lnTo>
                  <a:lnTo>
                    <a:pt x="866" y="138"/>
                  </a:lnTo>
                  <a:lnTo>
                    <a:pt x="860" y="134"/>
                  </a:lnTo>
                  <a:lnTo>
                    <a:pt x="856" y="132"/>
                  </a:lnTo>
                  <a:lnTo>
                    <a:pt x="850" y="132"/>
                  </a:lnTo>
                  <a:lnTo>
                    <a:pt x="846" y="136"/>
                  </a:lnTo>
                  <a:lnTo>
                    <a:pt x="846" y="142"/>
                  </a:lnTo>
                  <a:lnTo>
                    <a:pt x="860" y="164"/>
                  </a:lnTo>
                  <a:lnTo>
                    <a:pt x="866" y="174"/>
                  </a:lnTo>
                  <a:lnTo>
                    <a:pt x="868" y="174"/>
                  </a:lnTo>
                  <a:lnTo>
                    <a:pt x="870" y="174"/>
                  </a:lnTo>
                  <a:lnTo>
                    <a:pt x="872" y="172"/>
                  </a:lnTo>
                  <a:lnTo>
                    <a:pt x="876" y="172"/>
                  </a:lnTo>
                  <a:lnTo>
                    <a:pt x="884" y="174"/>
                  </a:lnTo>
                  <a:lnTo>
                    <a:pt x="892" y="180"/>
                  </a:lnTo>
                  <a:close/>
                  <a:moveTo>
                    <a:pt x="1006" y="948"/>
                  </a:moveTo>
                  <a:lnTo>
                    <a:pt x="1006" y="948"/>
                  </a:lnTo>
                  <a:lnTo>
                    <a:pt x="1016" y="944"/>
                  </a:lnTo>
                  <a:lnTo>
                    <a:pt x="1026" y="934"/>
                  </a:lnTo>
                  <a:lnTo>
                    <a:pt x="1030" y="932"/>
                  </a:lnTo>
                  <a:lnTo>
                    <a:pt x="1030" y="930"/>
                  </a:lnTo>
                  <a:lnTo>
                    <a:pt x="1026" y="930"/>
                  </a:lnTo>
                  <a:lnTo>
                    <a:pt x="1018" y="930"/>
                  </a:lnTo>
                  <a:lnTo>
                    <a:pt x="1008" y="932"/>
                  </a:lnTo>
                  <a:lnTo>
                    <a:pt x="1004" y="934"/>
                  </a:lnTo>
                  <a:lnTo>
                    <a:pt x="1006" y="936"/>
                  </a:lnTo>
                  <a:lnTo>
                    <a:pt x="1006" y="938"/>
                  </a:lnTo>
                  <a:lnTo>
                    <a:pt x="1002" y="938"/>
                  </a:lnTo>
                  <a:lnTo>
                    <a:pt x="998" y="938"/>
                  </a:lnTo>
                  <a:lnTo>
                    <a:pt x="998" y="940"/>
                  </a:lnTo>
                  <a:lnTo>
                    <a:pt x="1000" y="942"/>
                  </a:lnTo>
                  <a:lnTo>
                    <a:pt x="998" y="946"/>
                  </a:lnTo>
                  <a:lnTo>
                    <a:pt x="996" y="948"/>
                  </a:lnTo>
                  <a:lnTo>
                    <a:pt x="1000" y="948"/>
                  </a:lnTo>
                  <a:lnTo>
                    <a:pt x="1006" y="948"/>
                  </a:lnTo>
                  <a:close/>
                  <a:moveTo>
                    <a:pt x="1028" y="900"/>
                  </a:moveTo>
                  <a:lnTo>
                    <a:pt x="1028" y="900"/>
                  </a:lnTo>
                  <a:lnTo>
                    <a:pt x="1024" y="900"/>
                  </a:lnTo>
                  <a:lnTo>
                    <a:pt x="1022" y="902"/>
                  </a:lnTo>
                  <a:lnTo>
                    <a:pt x="1022" y="904"/>
                  </a:lnTo>
                  <a:lnTo>
                    <a:pt x="1018" y="906"/>
                  </a:lnTo>
                  <a:lnTo>
                    <a:pt x="1016" y="904"/>
                  </a:lnTo>
                  <a:lnTo>
                    <a:pt x="1014" y="902"/>
                  </a:lnTo>
                  <a:lnTo>
                    <a:pt x="1012" y="902"/>
                  </a:lnTo>
                  <a:lnTo>
                    <a:pt x="1010" y="904"/>
                  </a:lnTo>
                  <a:lnTo>
                    <a:pt x="1008" y="904"/>
                  </a:lnTo>
                  <a:lnTo>
                    <a:pt x="1006" y="904"/>
                  </a:lnTo>
                  <a:lnTo>
                    <a:pt x="1004" y="906"/>
                  </a:lnTo>
                  <a:lnTo>
                    <a:pt x="1004" y="910"/>
                  </a:lnTo>
                  <a:lnTo>
                    <a:pt x="1002" y="912"/>
                  </a:lnTo>
                  <a:lnTo>
                    <a:pt x="1002" y="914"/>
                  </a:lnTo>
                  <a:lnTo>
                    <a:pt x="1004" y="916"/>
                  </a:lnTo>
                  <a:lnTo>
                    <a:pt x="1008" y="918"/>
                  </a:lnTo>
                  <a:lnTo>
                    <a:pt x="1012" y="916"/>
                  </a:lnTo>
                  <a:lnTo>
                    <a:pt x="1016" y="914"/>
                  </a:lnTo>
                  <a:lnTo>
                    <a:pt x="1026" y="910"/>
                  </a:lnTo>
                  <a:lnTo>
                    <a:pt x="1030" y="910"/>
                  </a:lnTo>
                  <a:lnTo>
                    <a:pt x="1026" y="914"/>
                  </a:lnTo>
                  <a:lnTo>
                    <a:pt x="1020" y="918"/>
                  </a:lnTo>
                  <a:lnTo>
                    <a:pt x="1020" y="920"/>
                  </a:lnTo>
                  <a:lnTo>
                    <a:pt x="1030" y="918"/>
                  </a:lnTo>
                  <a:lnTo>
                    <a:pt x="1040" y="916"/>
                  </a:lnTo>
                  <a:lnTo>
                    <a:pt x="1042" y="914"/>
                  </a:lnTo>
                  <a:lnTo>
                    <a:pt x="1042" y="912"/>
                  </a:lnTo>
                  <a:lnTo>
                    <a:pt x="1042" y="910"/>
                  </a:lnTo>
                  <a:lnTo>
                    <a:pt x="1040" y="906"/>
                  </a:lnTo>
                  <a:lnTo>
                    <a:pt x="1040" y="904"/>
                  </a:lnTo>
                  <a:lnTo>
                    <a:pt x="1042" y="902"/>
                  </a:lnTo>
                  <a:lnTo>
                    <a:pt x="1042" y="900"/>
                  </a:lnTo>
                  <a:lnTo>
                    <a:pt x="1038" y="896"/>
                  </a:lnTo>
                  <a:lnTo>
                    <a:pt x="1034" y="890"/>
                  </a:lnTo>
                  <a:lnTo>
                    <a:pt x="1032" y="890"/>
                  </a:lnTo>
                  <a:lnTo>
                    <a:pt x="1030" y="890"/>
                  </a:lnTo>
                  <a:lnTo>
                    <a:pt x="1028" y="890"/>
                  </a:lnTo>
                  <a:lnTo>
                    <a:pt x="1028" y="892"/>
                  </a:lnTo>
                  <a:lnTo>
                    <a:pt x="1030" y="896"/>
                  </a:lnTo>
                  <a:lnTo>
                    <a:pt x="1032" y="900"/>
                  </a:lnTo>
                  <a:lnTo>
                    <a:pt x="1028" y="900"/>
                  </a:lnTo>
                  <a:close/>
                  <a:moveTo>
                    <a:pt x="996" y="942"/>
                  </a:moveTo>
                  <a:lnTo>
                    <a:pt x="996" y="942"/>
                  </a:lnTo>
                  <a:lnTo>
                    <a:pt x="996" y="940"/>
                  </a:lnTo>
                  <a:lnTo>
                    <a:pt x="994" y="938"/>
                  </a:lnTo>
                  <a:lnTo>
                    <a:pt x="990" y="938"/>
                  </a:lnTo>
                  <a:lnTo>
                    <a:pt x="988" y="938"/>
                  </a:lnTo>
                  <a:lnTo>
                    <a:pt x="990" y="940"/>
                  </a:lnTo>
                  <a:lnTo>
                    <a:pt x="992" y="942"/>
                  </a:lnTo>
                  <a:lnTo>
                    <a:pt x="994" y="942"/>
                  </a:lnTo>
                  <a:lnTo>
                    <a:pt x="996" y="942"/>
                  </a:lnTo>
                  <a:close/>
                  <a:moveTo>
                    <a:pt x="942" y="966"/>
                  </a:moveTo>
                  <a:lnTo>
                    <a:pt x="942" y="966"/>
                  </a:lnTo>
                  <a:lnTo>
                    <a:pt x="940" y="974"/>
                  </a:lnTo>
                  <a:lnTo>
                    <a:pt x="946" y="970"/>
                  </a:lnTo>
                  <a:lnTo>
                    <a:pt x="948" y="968"/>
                  </a:lnTo>
                  <a:lnTo>
                    <a:pt x="950" y="964"/>
                  </a:lnTo>
                  <a:lnTo>
                    <a:pt x="950" y="958"/>
                  </a:lnTo>
                  <a:lnTo>
                    <a:pt x="950" y="956"/>
                  </a:lnTo>
                  <a:lnTo>
                    <a:pt x="948" y="956"/>
                  </a:lnTo>
                  <a:lnTo>
                    <a:pt x="942" y="966"/>
                  </a:lnTo>
                  <a:close/>
                  <a:moveTo>
                    <a:pt x="970" y="956"/>
                  </a:moveTo>
                  <a:lnTo>
                    <a:pt x="970" y="956"/>
                  </a:lnTo>
                  <a:lnTo>
                    <a:pt x="972" y="956"/>
                  </a:lnTo>
                  <a:lnTo>
                    <a:pt x="974" y="956"/>
                  </a:lnTo>
                  <a:lnTo>
                    <a:pt x="976" y="956"/>
                  </a:lnTo>
                  <a:lnTo>
                    <a:pt x="978" y="954"/>
                  </a:lnTo>
                  <a:lnTo>
                    <a:pt x="982" y="952"/>
                  </a:lnTo>
                  <a:lnTo>
                    <a:pt x="984" y="950"/>
                  </a:lnTo>
                  <a:lnTo>
                    <a:pt x="988" y="946"/>
                  </a:lnTo>
                  <a:lnTo>
                    <a:pt x="992" y="946"/>
                  </a:lnTo>
                  <a:lnTo>
                    <a:pt x="990" y="944"/>
                  </a:lnTo>
                  <a:lnTo>
                    <a:pt x="980" y="942"/>
                  </a:lnTo>
                  <a:lnTo>
                    <a:pt x="976" y="940"/>
                  </a:lnTo>
                  <a:lnTo>
                    <a:pt x="972" y="942"/>
                  </a:lnTo>
                  <a:lnTo>
                    <a:pt x="970" y="944"/>
                  </a:lnTo>
                  <a:lnTo>
                    <a:pt x="966" y="948"/>
                  </a:lnTo>
                  <a:lnTo>
                    <a:pt x="966" y="952"/>
                  </a:lnTo>
                  <a:lnTo>
                    <a:pt x="966" y="954"/>
                  </a:lnTo>
                  <a:lnTo>
                    <a:pt x="964" y="956"/>
                  </a:lnTo>
                  <a:lnTo>
                    <a:pt x="966" y="958"/>
                  </a:lnTo>
                  <a:lnTo>
                    <a:pt x="968" y="958"/>
                  </a:lnTo>
                  <a:lnTo>
                    <a:pt x="970" y="956"/>
                  </a:lnTo>
                  <a:close/>
                  <a:moveTo>
                    <a:pt x="958" y="954"/>
                  </a:moveTo>
                  <a:lnTo>
                    <a:pt x="958" y="954"/>
                  </a:lnTo>
                  <a:lnTo>
                    <a:pt x="958" y="956"/>
                  </a:lnTo>
                  <a:lnTo>
                    <a:pt x="956" y="956"/>
                  </a:lnTo>
                  <a:lnTo>
                    <a:pt x="954" y="956"/>
                  </a:lnTo>
                  <a:lnTo>
                    <a:pt x="954" y="960"/>
                  </a:lnTo>
                  <a:lnTo>
                    <a:pt x="956" y="962"/>
                  </a:lnTo>
                  <a:lnTo>
                    <a:pt x="962" y="958"/>
                  </a:lnTo>
                  <a:lnTo>
                    <a:pt x="964" y="954"/>
                  </a:lnTo>
                  <a:lnTo>
                    <a:pt x="962" y="950"/>
                  </a:lnTo>
                  <a:lnTo>
                    <a:pt x="960" y="950"/>
                  </a:lnTo>
                  <a:lnTo>
                    <a:pt x="958" y="954"/>
                  </a:lnTo>
                  <a:close/>
                  <a:moveTo>
                    <a:pt x="1028" y="966"/>
                  </a:moveTo>
                  <a:lnTo>
                    <a:pt x="1028" y="966"/>
                  </a:lnTo>
                  <a:lnTo>
                    <a:pt x="1032" y="966"/>
                  </a:lnTo>
                  <a:lnTo>
                    <a:pt x="1034" y="964"/>
                  </a:lnTo>
                  <a:lnTo>
                    <a:pt x="1030" y="962"/>
                  </a:lnTo>
                  <a:lnTo>
                    <a:pt x="1028" y="962"/>
                  </a:lnTo>
                  <a:lnTo>
                    <a:pt x="1026" y="964"/>
                  </a:lnTo>
                  <a:lnTo>
                    <a:pt x="1026" y="966"/>
                  </a:lnTo>
                  <a:lnTo>
                    <a:pt x="1028" y="966"/>
                  </a:lnTo>
                  <a:close/>
                  <a:moveTo>
                    <a:pt x="1078" y="890"/>
                  </a:moveTo>
                  <a:lnTo>
                    <a:pt x="1078" y="890"/>
                  </a:lnTo>
                  <a:lnTo>
                    <a:pt x="1080" y="892"/>
                  </a:lnTo>
                  <a:lnTo>
                    <a:pt x="1082" y="894"/>
                  </a:lnTo>
                  <a:lnTo>
                    <a:pt x="1088" y="896"/>
                  </a:lnTo>
                  <a:lnTo>
                    <a:pt x="1092" y="896"/>
                  </a:lnTo>
                  <a:lnTo>
                    <a:pt x="1092" y="894"/>
                  </a:lnTo>
                  <a:lnTo>
                    <a:pt x="1088" y="892"/>
                  </a:lnTo>
                  <a:lnTo>
                    <a:pt x="1082" y="890"/>
                  </a:lnTo>
                  <a:lnTo>
                    <a:pt x="1078" y="890"/>
                  </a:lnTo>
                  <a:close/>
                  <a:moveTo>
                    <a:pt x="1054" y="890"/>
                  </a:moveTo>
                  <a:lnTo>
                    <a:pt x="1054" y="890"/>
                  </a:lnTo>
                  <a:lnTo>
                    <a:pt x="1060" y="890"/>
                  </a:lnTo>
                  <a:lnTo>
                    <a:pt x="1062" y="888"/>
                  </a:lnTo>
                  <a:lnTo>
                    <a:pt x="1068" y="878"/>
                  </a:lnTo>
                  <a:lnTo>
                    <a:pt x="1072" y="872"/>
                  </a:lnTo>
                  <a:lnTo>
                    <a:pt x="1074" y="868"/>
                  </a:lnTo>
                  <a:lnTo>
                    <a:pt x="1072" y="868"/>
                  </a:lnTo>
                  <a:lnTo>
                    <a:pt x="1066" y="870"/>
                  </a:lnTo>
                  <a:lnTo>
                    <a:pt x="1054" y="878"/>
                  </a:lnTo>
                  <a:lnTo>
                    <a:pt x="1050" y="882"/>
                  </a:lnTo>
                  <a:lnTo>
                    <a:pt x="1046" y="890"/>
                  </a:lnTo>
                  <a:lnTo>
                    <a:pt x="1044" y="894"/>
                  </a:lnTo>
                  <a:lnTo>
                    <a:pt x="1044" y="896"/>
                  </a:lnTo>
                  <a:lnTo>
                    <a:pt x="1046" y="898"/>
                  </a:lnTo>
                  <a:lnTo>
                    <a:pt x="1048" y="898"/>
                  </a:lnTo>
                  <a:lnTo>
                    <a:pt x="1048" y="894"/>
                  </a:lnTo>
                  <a:lnTo>
                    <a:pt x="1050" y="892"/>
                  </a:lnTo>
                  <a:lnTo>
                    <a:pt x="1054" y="890"/>
                  </a:lnTo>
                  <a:close/>
                  <a:moveTo>
                    <a:pt x="752" y="1276"/>
                  </a:moveTo>
                  <a:lnTo>
                    <a:pt x="752" y="1276"/>
                  </a:lnTo>
                  <a:lnTo>
                    <a:pt x="750" y="1274"/>
                  </a:lnTo>
                  <a:lnTo>
                    <a:pt x="742" y="1274"/>
                  </a:lnTo>
                  <a:lnTo>
                    <a:pt x="738" y="1276"/>
                  </a:lnTo>
                  <a:lnTo>
                    <a:pt x="736" y="1278"/>
                  </a:lnTo>
                  <a:lnTo>
                    <a:pt x="742" y="1282"/>
                  </a:lnTo>
                  <a:lnTo>
                    <a:pt x="748" y="1282"/>
                  </a:lnTo>
                  <a:lnTo>
                    <a:pt x="750" y="1278"/>
                  </a:lnTo>
                  <a:lnTo>
                    <a:pt x="752" y="1276"/>
                  </a:lnTo>
                  <a:close/>
                  <a:moveTo>
                    <a:pt x="1156" y="42"/>
                  </a:moveTo>
                  <a:lnTo>
                    <a:pt x="1156" y="42"/>
                  </a:lnTo>
                  <a:lnTo>
                    <a:pt x="1164" y="44"/>
                  </a:lnTo>
                  <a:lnTo>
                    <a:pt x="1166" y="46"/>
                  </a:lnTo>
                  <a:lnTo>
                    <a:pt x="1164" y="48"/>
                  </a:lnTo>
                  <a:lnTo>
                    <a:pt x="1162" y="48"/>
                  </a:lnTo>
                  <a:lnTo>
                    <a:pt x="1160" y="50"/>
                  </a:lnTo>
                  <a:lnTo>
                    <a:pt x="1162" y="52"/>
                  </a:lnTo>
                  <a:lnTo>
                    <a:pt x="1166" y="56"/>
                  </a:lnTo>
                  <a:lnTo>
                    <a:pt x="1176" y="62"/>
                  </a:lnTo>
                  <a:lnTo>
                    <a:pt x="1186" y="66"/>
                  </a:lnTo>
                  <a:lnTo>
                    <a:pt x="1194" y="68"/>
                  </a:lnTo>
                  <a:lnTo>
                    <a:pt x="1204" y="68"/>
                  </a:lnTo>
                  <a:lnTo>
                    <a:pt x="1214" y="66"/>
                  </a:lnTo>
                  <a:lnTo>
                    <a:pt x="1238" y="62"/>
                  </a:lnTo>
                  <a:lnTo>
                    <a:pt x="1252" y="60"/>
                  </a:lnTo>
                  <a:lnTo>
                    <a:pt x="1270" y="58"/>
                  </a:lnTo>
                  <a:lnTo>
                    <a:pt x="1296" y="58"/>
                  </a:lnTo>
                  <a:lnTo>
                    <a:pt x="1298" y="60"/>
                  </a:lnTo>
                  <a:lnTo>
                    <a:pt x="1294" y="62"/>
                  </a:lnTo>
                  <a:lnTo>
                    <a:pt x="1274" y="66"/>
                  </a:lnTo>
                  <a:lnTo>
                    <a:pt x="1236" y="74"/>
                  </a:lnTo>
                  <a:lnTo>
                    <a:pt x="1220" y="78"/>
                  </a:lnTo>
                  <a:lnTo>
                    <a:pt x="1216" y="80"/>
                  </a:lnTo>
                  <a:lnTo>
                    <a:pt x="1216" y="82"/>
                  </a:lnTo>
                  <a:lnTo>
                    <a:pt x="1216" y="84"/>
                  </a:lnTo>
                  <a:lnTo>
                    <a:pt x="1220" y="86"/>
                  </a:lnTo>
                  <a:lnTo>
                    <a:pt x="1232" y="88"/>
                  </a:lnTo>
                  <a:lnTo>
                    <a:pt x="1270" y="92"/>
                  </a:lnTo>
                  <a:lnTo>
                    <a:pt x="1308" y="94"/>
                  </a:lnTo>
                  <a:lnTo>
                    <a:pt x="1324" y="96"/>
                  </a:lnTo>
                  <a:lnTo>
                    <a:pt x="1336" y="100"/>
                  </a:lnTo>
                  <a:lnTo>
                    <a:pt x="1360" y="110"/>
                  </a:lnTo>
                  <a:lnTo>
                    <a:pt x="1370" y="114"/>
                  </a:lnTo>
                  <a:lnTo>
                    <a:pt x="1380" y="114"/>
                  </a:lnTo>
                  <a:lnTo>
                    <a:pt x="1390" y="112"/>
                  </a:lnTo>
                  <a:lnTo>
                    <a:pt x="1402" y="106"/>
                  </a:lnTo>
                  <a:lnTo>
                    <a:pt x="1412" y="98"/>
                  </a:lnTo>
                  <a:lnTo>
                    <a:pt x="1420" y="96"/>
                  </a:lnTo>
                  <a:lnTo>
                    <a:pt x="1424" y="94"/>
                  </a:lnTo>
                  <a:lnTo>
                    <a:pt x="1430" y="96"/>
                  </a:lnTo>
                  <a:lnTo>
                    <a:pt x="1438" y="98"/>
                  </a:lnTo>
                  <a:lnTo>
                    <a:pt x="1446" y="98"/>
                  </a:lnTo>
                  <a:lnTo>
                    <a:pt x="1456" y="96"/>
                  </a:lnTo>
                  <a:lnTo>
                    <a:pt x="1464" y="92"/>
                  </a:lnTo>
                  <a:lnTo>
                    <a:pt x="1468" y="88"/>
                  </a:lnTo>
                  <a:lnTo>
                    <a:pt x="1468" y="84"/>
                  </a:lnTo>
                  <a:lnTo>
                    <a:pt x="1468" y="80"/>
                  </a:lnTo>
                  <a:lnTo>
                    <a:pt x="1470" y="76"/>
                  </a:lnTo>
                  <a:lnTo>
                    <a:pt x="1476" y="72"/>
                  </a:lnTo>
                  <a:lnTo>
                    <a:pt x="1488" y="66"/>
                  </a:lnTo>
                  <a:lnTo>
                    <a:pt x="1506" y="58"/>
                  </a:lnTo>
                  <a:lnTo>
                    <a:pt x="1516" y="54"/>
                  </a:lnTo>
                  <a:lnTo>
                    <a:pt x="1522" y="48"/>
                  </a:lnTo>
                  <a:lnTo>
                    <a:pt x="1520" y="42"/>
                  </a:lnTo>
                  <a:lnTo>
                    <a:pt x="1516" y="38"/>
                  </a:lnTo>
                  <a:lnTo>
                    <a:pt x="1510" y="34"/>
                  </a:lnTo>
                  <a:lnTo>
                    <a:pt x="1502" y="30"/>
                  </a:lnTo>
                  <a:lnTo>
                    <a:pt x="1492" y="28"/>
                  </a:lnTo>
                  <a:lnTo>
                    <a:pt x="1484" y="28"/>
                  </a:lnTo>
                  <a:lnTo>
                    <a:pt x="1468" y="28"/>
                  </a:lnTo>
                  <a:lnTo>
                    <a:pt x="1450" y="24"/>
                  </a:lnTo>
                  <a:lnTo>
                    <a:pt x="1430" y="18"/>
                  </a:lnTo>
                  <a:lnTo>
                    <a:pt x="1406" y="14"/>
                  </a:lnTo>
                  <a:lnTo>
                    <a:pt x="1394" y="12"/>
                  </a:lnTo>
                  <a:lnTo>
                    <a:pt x="1388" y="14"/>
                  </a:lnTo>
                  <a:lnTo>
                    <a:pt x="1384" y="16"/>
                  </a:lnTo>
                  <a:lnTo>
                    <a:pt x="1382" y="20"/>
                  </a:lnTo>
                  <a:lnTo>
                    <a:pt x="1378" y="28"/>
                  </a:lnTo>
                  <a:lnTo>
                    <a:pt x="1374" y="30"/>
                  </a:lnTo>
                  <a:lnTo>
                    <a:pt x="1366" y="30"/>
                  </a:lnTo>
                  <a:lnTo>
                    <a:pt x="1360" y="28"/>
                  </a:lnTo>
                  <a:lnTo>
                    <a:pt x="1358" y="24"/>
                  </a:lnTo>
                  <a:lnTo>
                    <a:pt x="1358" y="20"/>
                  </a:lnTo>
                  <a:lnTo>
                    <a:pt x="1360" y="16"/>
                  </a:lnTo>
                  <a:lnTo>
                    <a:pt x="1362" y="10"/>
                  </a:lnTo>
                  <a:lnTo>
                    <a:pt x="1362" y="6"/>
                  </a:lnTo>
                  <a:lnTo>
                    <a:pt x="1360" y="4"/>
                  </a:lnTo>
                  <a:lnTo>
                    <a:pt x="1350" y="0"/>
                  </a:lnTo>
                  <a:lnTo>
                    <a:pt x="1344" y="0"/>
                  </a:lnTo>
                  <a:lnTo>
                    <a:pt x="1340" y="2"/>
                  </a:lnTo>
                  <a:lnTo>
                    <a:pt x="1334" y="4"/>
                  </a:lnTo>
                  <a:lnTo>
                    <a:pt x="1332" y="8"/>
                  </a:lnTo>
                  <a:lnTo>
                    <a:pt x="1328" y="14"/>
                  </a:lnTo>
                  <a:lnTo>
                    <a:pt x="1326" y="22"/>
                  </a:lnTo>
                  <a:lnTo>
                    <a:pt x="1324" y="36"/>
                  </a:lnTo>
                  <a:lnTo>
                    <a:pt x="1322" y="40"/>
                  </a:lnTo>
                  <a:lnTo>
                    <a:pt x="1320" y="40"/>
                  </a:lnTo>
                  <a:lnTo>
                    <a:pt x="1318" y="40"/>
                  </a:lnTo>
                  <a:lnTo>
                    <a:pt x="1314" y="36"/>
                  </a:lnTo>
                  <a:lnTo>
                    <a:pt x="1306" y="24"/>
                  </a:lnTo>
                  <a:lnTo>
                    <a:pt x="1300" y="20"/>
                  </a:lnTo>
                  <a:lnTo>
                    <a:pt x="1296" y="18"/>
                  </a:lnTo>
                  <a:lnTo>
                    <a:pt x="1292" y="18"/>
                  </a:lnTo>
                  <a:lnTo>
                    <a:pt x="1286" y="18"/>
                  </a:lnTo>
                  <a:lnTo>
                    <a:pt x="1278" y="20"/>
                  </a:lnTo>
                  <a:lnTo>
                    <a:pt x="1268" y="18"/>
                  </a:lnTo>
                  <a:lnTo>
                    <a:pt x="1252" y="16"/>
                  </a:lnTo>
                  <a:lnTo>
                    <a:pt x="1232" y="8"/>
                  </a:lnTo>
                  <a:lnTo>
                    <a:pt x="1216" y="2"/>
                  </a:lnTo>
                  <a:lnTo>
                    <a:pt x="1208" y="2"/>
                  </a:lnTo>
                  <a:lnTo>
                    <a:pt x="1208" y="4"/>
                  </a:lnTo>
                  <a:lnTo>
                    <a:pt x="1212" y="10"/>
                  </a:lnTo>
                  <a:lnTo>
                    <a:pt x="1216" y="16"/>
                  </a:lnTo>
                  <a:lnTo>
                    <a:pt x="1216" y="20"/>
                  </a:lnTo>
                  <a:lnTo>
                    <a:pt x="1216" y="22"/>
                  </a:lnTo>
                  <a:lnTo>
                    <a:pt x="1212" y="22"/>
                  </a:lnTo>
                  <a:lnTo>
                    <a:pt x="1200" y="16"/>
                  </a:lnTo>
                  <a:lnTo>
                    <a:pt x="1188" y="12"/>
                  </a:lnTo>
                  <a:lnTo>
                    <a:pt x="1182" y="12"/>
                  </a:lnTo>
                  <a:lnTo>
                    <a:pt x="1184" y="14"/>
                  </a:lnTo>
                  <a:lnTo>
                    <a:pt x="1188" y="18"/>
                  </a:lnTo>
                  <a:lnTo>
                    <a:pt x="1192" y="24"/>
                  </a:lnTo>
                  <a:lnTo>
                    <a:pt x="1194" y="28"/>
                  </a:lnTo>
                  <a:lnTo>
                    <a:pt x="1194" y="30"/>
                  </a:lnTo>
                  <a:lnTo>
                    <a:pt x="1190" y="30"/>
                  </a:lnTo>
                  <a:lnTo>
                    <a:pt x="1180" y="28"/>
                  </a:lnTo>
                  <a:lnTo>
                    <a:pt x="1166" y="26"/>
                  </a:lnTo>
                  <a:lnTo>
                    <a:pt x="1154" y="24"/>
                  </a:lnTo>
                  <a:lnTo>
                    <a:pt x="1148" y="24"/>
                  </a:lnTo>
                  <a:lnTo>
                    <a:pt x="1142" y="26"/>
                  </a:lnTo>
                  <a:lnTo>
                    <a:pt x="1142" y="30"/>
                  </a:lnTo>
                  <a:lnTo>
                    <a:pt x="1144" y="34"/>
                  </a:lnTo>
                  <a:lnTo>
                    <a:pt x="1148" y="38"/>
                  </a:lnTo>
                  <a:lnTo>
                    <a:pt x="1156" y="42"/>
                  </a:lnTo>
                  <a:close/>
                  <a:moveTo>
                    <a:pt x="388" y="1446"/>
                  </a:moveTo>
                  <a:lnTo>
                    <a:pt x="388" y="1446"/>
                  </a:lnTo>
                  <a:lnTo>
                    <a:pt x="384" y="1448"/>
                  </a:lnTo>
                  <a:lnTo>
                    <a:pt x="384" y="1450"/>
                  </a:lnTo>
                  <a:lnTo>
                    <a:pt x="384" y="1452"/>
                  </a:lnTo>
                  <a:lnTo>
                    <a:pt x="386" y="1456"/>
                  </a:lnTo>
                  <a:lnTo>
                    <a:pt x="388" y="1454"/>
                  </a:lnTo>
                  <a:lnTo>
                    <a:pt x="390" y="1452"/>
                  </a:lnTo>
                  <a:lnTo>
                    <a:pt x="390" y="1448"/>
                  </a:lnTo>
                  <a:lnTo>
                    <a:pt x="388" y="1446"/>
                  </a:lnTo>
                  <a:close/>
                  <a:moveTo>
                    <a:pt x="164" y="1358"/>
                  </a:moveTo>
                  <a:lnTo>
                    <a:pt x="164" y="1358"/>
                  </a:lnTo>
                  <a:lnTo>
                    <a:pt x="166" y="1356"/>
                  </a:lnTo>
                  <a:lnTo>
                    <a:pt x="168" y="1358"/>
                  </a:lnTo>
                  <a:lnTo>
                    <a:pt x="170" y="1356"/>
                  </a:lnTo>
                  <a:lnTo>
                    <a:pt x="172" y="1354"/>
                  </a:lnTo>
                  <a:lnTo>
                    <a:pt x="170" y="1354"/>
                  </a:lnTo>
                  <a:lnTo>
                    <a:pt x="168" y="1350"/>
                  </a:lnTo>
                  <a:lnTo>
                    <a:pt x="164" y="1346"/>
                  </a:lnTo>
                  <a:lnTo>
                    <a:pt x="164" y="1348"/>
                  </a:lnTo>
                  <a:lnTo>
                    <a:pt x="164" y="1350"/>
                  </a:lnTo>
                  <a:lnTo>
                    <a:pt x="164" y="1352"/>
                  </a:lnTo>
                  <a:lnTo>
                    <a:pt x="164" y="1354"/>
                  </a:lnTo>
                  <a:lnTo>
                    <a:pt x="164" y="1358"/>
                  </a:lnTo>
                  <a:close/>
                  <a:moveTo>
                    <a:pt x="148" y="1644"/>
                  </a:moveTo>
                  <a:lnTo>
                    <a:pt x="148" y="1644"/>
                  </a:lnTo>
                  <a:lnTo>
                    <a:pt x="150" y="1642"/>
                  </a:lnTo>
                  <a:lnTo>
                    <a:pt x="150" y="1640"/>
                  </a:lnTo>
                  <a:lnTo>
                    <a:pt x="152" y="1636"/>
                  </a:lnTo>
                  <a:lnTo>
                    <a:pt x="156" y="1634"/>
                  </a:lnTo>
                  <a:lnTo>
                    <a:pt x="160" y="1634"/>
                  </a:lnTo>
                  <a:lnTo>
                    <a:pt x="162" y="1634"/>
                  </a:lnTo>
                  <a:lnTo>
                    <a:pt x="162" y="1632"/>
                  </a:lnTo>
                  <a:lnTo>
                    <a:pt x="162" y="1630"/>
                  </a:lnTo>
                  <a:lnTo>
                    <a:pt x="164" y="1630"/>
                  </a:lnTo>
                  <a:lnTo>
                    <a:pt x="166" y="1628"/>
                  </a:lnTo>
                  <a:lnTo>
                    <a:pt x="166" y="1626"/>
                  </a:lnTo>
                  <a:lnTo>
                    <a:pt x="164" y="1624"/>
                  </a:lnTo>
                  <a:lnTo>
                    <a:pt x="166" y="1622"/>
                  </a:lnTo>
                  <a:lnTo>
                    <a:pt x="164" y="1620"/>
                  </a:lnTo>
                  <a:lnTo>
                    <a:pt x="166" y="1618"/>
                  </a:lnTo>
                  <a:lnTo>
                    <a:pt x="168" y="1618"/>
                  </a:lnTo>
                  <a:lnTo>
                    <a:pt x="170" y="1618"/>
                  </a:lnTo>
                  <a:lnTo>
                    <a:pt x="174" y="1616"/>
                  </a:lnTo>
                  <a:lnTo>
                    <a:pt x="176" y="1614"/>
                  </a:lnTo>
                  <a:lnTo>
                    <a:pt x="172" y="1614"/>
                  </a:lnTo>
                  <a:lnTo>
                    <a:pt x="168" y="1614"/>
                  </a:lnTo>
                  <a:lnTo>
                    <a:pt x="172" y="1610"/>
                  </a:lnTo>
                  <a:lnTo>
                    <a:pt x="174" y="1606"/>
                  </a:lnTo>
                  <a:lnTo>
                    <a:pt x="174" y="1600"/>
                  </a:lnTo>
                  <a:lnTo>
                    <a:pt x="172" y="1598"/>
                  </a:lnTo>
                  <a:lnTo>
                    <a:pt x="170" y="1598"/>
                  </a:lnTo>
                  <a:lnTo>
                    <a:pt x="164" y="1602"/>
                  </a:lnTo>
                  <a:lnTo>
                    <a:pt x="158" y="1606"/>
                  </a:lnTo>
                  <a:lnTo>
                    <a:pt x="150" y="1610"/>
                  </a:lnTo>
                  <a:lnTo>
                    <a:pt x="148" y="1612"/>
                  </a:lnTo>
                  <a:lnTo>
                    <a:pt x="148" y="1614"/>
                  </a:lnTo>
                  <a:lnTo>
                    <a:pt x="148" y="1616"/>
                  </a:lnTo>
                  <a:lnTo>
                    <a:pt x="148" y="1620"/>
                  </a:lnTo>
                  <a:lnTo>
                    <a:pt x="146" y="1620"/>
                  </a:lnTo>
                  <a:lnTo>
                    <a:pt x="144" y="1618"/>
                  </a:lnTo>
                  <a:lnTo>
                    <a:pt x="142" y="1616"/>
                  </a:lnTo>
                  <a:lnTo>
                    <a:pt x="140" y="1616"/>
                  </a:lnTo>
                  <a:lnTo>
                    <a:pt x="136" y="1622"/>
                  </a:lnTo>
                  <a:lnTo>
                    <a:pt x="136" y="1624"/>
                  </a:lnTo>
                  <a:lnTo>
                    <a:pt x="138" y="1628"/>
                  </a:lnTo>
                  <a:lnTo>
                    <a:pt x="140" y="1630"/>
                  </a:lnTo>
                  <a:lnTo>
                    <a:pt x="138" y="1632"/>
                  </a:lnTo>
                  <a:lnTo>
                    <a:pt x="144" y="1636"/>
                  </a:lnTo>
                  <a:lnTo>
                    <a:pt x="146" y="1636"/>
                  </a:lnTo>
                  <a:lnTo>
                    <a:pt x="142" y="1638"/>
                  </a:lnTo>
                  <a:lnTo>
                    <a:pt x="138" y="1642"/>
                  </a:lnTo>
                  <a:lnTo>
                    <a:pt x="136" y="1644"/>
                  </a:lnTo>
                  <a:lnTo>
                    <a:pt x="138" y="1646"/>
                  </a:lnTo>
                  <a:lnTo>
                    <a:pt x="140" y="1648"/>
                  </a:lnTo>
                  <a:lnTo>
                    <a:pt x="142" y="1648"/>
                  </a:lnTo>
                  <a:lnTo>
                    <a:pt x="144" y="1644"/>
                  </a:lnTo>
                  <a:lnTo>
                    <a:pt x="148" y="1644"/>
                  </a:lnTo>
                  <a:close/>
                  <a:moveTo>
                    <a:pt x="84" y="2020"/>
                  </a:moveTo>
                  <a:lnTo>
                    <a:pt x="84" y="2020"/>
                  </a:lnTo>
                  <a:lnTo>
                    <a:pt x="88" y="2008"/>
                  </a:lnTo>
                  <a:lnTo>
                    <a:pt x="90" y="2008"/>
                  </a:lnTo>
                  <a:lnTo>
                    <a:pt x="92" y="2012"/>
                  </a:lnTo>
                  <a:lnTo>
                    <a:pt x="94" y="2014"/>
                  </a:lnTo>
                  <a:lnTo>
                    <a:pt x="96" y="2014"/>
                  </a:lnTo>
                  <a:lnTo>
                    <a:pt x="106" y="2008"/>
                  </a:lnTo>
                  <a:lnTo>
                    <a:pt x="120" y="2000"/>
                  </a:lnTo>
                  <a:lnTo>
                    <a:pt x="126" y="1996"/>
                  </a:lnTo>
                  <a:lnTo>
                    <a:pt x="132" y="1994"/>
                  </a:lnTo>
                  <a:lnTo>
                    <a:pt x="142" y="1992"/>
                  </a:lnTo>
                  <a:lnTo>
                    <a:pt x="148" y="1990"/>
                  </a:lnTo>
                  <a:lnTo>
                    <a:pt x="152" y="1990"/>
                  </a:lnTo>
                  <a:lnTo>
                    <a:pt x="160" y="1990"/>
                  </a:lnTo>
                  <a:lnTo>
                    <a:pt x="166" y="1992"/>
                  </a:lnTo>
                  <a:lnTo>
                    <a:pt x="168" y="1988"/>
                  </a:lnTo>
                  <a:lnTo>
                    <a:pt x="168" y="1980"/>
                  </a:lnTo>
                  <a:lnTo>
                    <a:pt x="168" y="1974"/>
                  </a:lnTo>
                  <a:lnTo>
                    <a:pt x="172" y="1966"/>
                  </a:lnTo>
                  <a:lnTo>
                    <a:pt x="176" y="1958"/>
                  </a:lnTo>
                  <a:lnTo>
                    <a:pt x="178" y="1950"/>
                  </a:lnTo>
                  <a:lnTo>
                    <a:pt x="180" y="1934"/>
                  </a:lnTo>
                  <a:lnTo>
                    <a:pt x="178" y="1920"/>
                  </a:lnTo>
                  <a:lnTo>
                    <a:pt x="174" y="1906"/>
                  </a:lnTo>
                  <a:lnTo>
                    <a:pt x="168" y="1888"/>
                  </a:lnTo>
                  <a:lnTo>
                    <a:pt x="166" y="1884"/>
                  </a:lnTo>
                  <a:lnTo>
                    <a:pt x="170" y="1884"/>
                  </a:lnTo>
                  <a:lnTo>
                    <a:pt x="172" y="1882"/>
                  </a:lnTo>
                  <a:lnTo>
                    <a:pt x="172" y="1880"/>
                  </a:lnTo>
                  <a:lnTo>
                    <a:pt x="168" y="1874"/>
                  </a:lnTo>
                  <a:lnTo>
                    <a:pt x="172" y="1874"/>
                  </a:lnTo>
                  <a:lnTo>
                    <a:pt x="176" y="1876"/>
                  </a:lnTo>
                  <a:lnTo>
                    <a:pt x="178" y="1878"/>
                  </a:lnTo>
                  <a:lnTo>
                    <a:pt x="180" y="1878"/>
                  </a:lnTo>
                  <a:lnTo>
                    <a:pt x="186" y="1870"/>
                  </a:lnTo>
                  <a:lnTo>
                    <a:pt x="190" y="1866"/>
                  </a:lnTo>
                  <a:lnTo>
                    <a:pt x="194" y="1866"/>
                  </a:lnTo>
                  <a:lnTo>
                    <a:pt x="196" y="1864"/>
                  </a:lnTo>
                  <a:lnTo>
                    <a:pt x="198" y="1862"/>
                  </a:lnTo>
                  <a:lnTo>
                    <a:pt x="196" y="1858"/>
                  </a:lnTo>
                  <a:lnTo>
                    <a:pt x="194" y="1858"/>
                  </a:lnTo>
                  <a:lnTo>
                    <a:pt x="192" y="1858"/>
                  </a:lnTo>
                  <a:lnTo>
                    <a:pt x="194" y="1854"/>
                  </a:lnTo>
                  <a:lnTo>
                    <a:pt x="196" y="1850"/>
                  </a:lnTo>
                  <a:lnTo>
                    <a:pt x="196" y="1848"/>
                  </a:lnTo>
                  <a:lnTo>
                    <a:pt x="196" y="1850"/>
                  </a:lnTo>
                  <a:lnTo>
                    <a:pt x="200" y="1858"/>
                  </a:lnTo>
                  <a:lnTo>
                    <a:pt x="202" y="1858"/>
                  </a:lnTo>
                  <a:lnTo>
                    <a:pt x="204" y="1856"/>
                  </a:lnTo>
                  <a:lnTo>
                    <a:pt x="204" y="1850"/>
                  </a:lnTo>
                  <a:lnTo>
                    <a:pt x="202" y="1844"/>
                  </a:lnTo>
                  <a:lnTo>
                    <a:pt x="198" y="1840"/>
                  </a:lnTo>
                  <a:lnTo>
                    <a:pt x="196" y="1838"/>
                  </a:lnTo>
                  <a:lnTo>
                    <a:pt x="194" y="1838"/>
                  </a:lnTo>
                  <a:lnTo>
                    <a:pt x="186" y="1840"/>
                  </a:lnTo>
                  <a:lnTo>
                    <a:pt x="184" y="1840"/>
                  </a:lnTo>
                  <a:lnTo>
                    <a:pt x="186" y="1838"/>
                  </a:lnTo>
                  <a:lnTo>
                    <a:pt x="192" y="1834"/>
                  </a:lnTo>
                  <a:lnTo>
                    <a:pt x="194" y="1832"/>
                  </a:lnTo>
                  <a:lnTo>
                    <a:pt x="192" y="1828"/>
                  </a:lnTo>
                  <a:lnTo>
                    <a:pt x="190" y="1828"/>
                  </a:lnTo>
                  <a:lnTo>
                    <a:pt x="186" y="1826"/>
                  </a:lnTo>
                  <a:lnTo>
                    <a:pt x="182" y="1820"/>
                  </a:lnTo>
                  <a:lnTo>
                    <a:pt x="176" y="1808"/>
                  </a:lnTo>
                  <a:lnTo>
                    <a:pt x="174" y="1806"/>
                  </a:lnTo>
                  <a:lnTo>
                    <a:pt x="172" y="1804"/>
                  </a:lnTo>
                  <a:lnTo>
                    <a:pt x="164" y="1806"/>
                  </a:lnTo>
                  <a:lnTo>
                    <a:pt x="156" y="1808"/>
                  </a:lnTo>
                  <a:lnTo>
                    <a:pt x="148" y="1808"/>
                  </a:lnTo>
                  <a:lnTo>
                    <a:pt x="142" y="1810"/>
                  </a:lnTo>
                  <a:lnTo>
                    <a:pt x="140" y="1812"/>
                  </a:lnTo>
                  <a:lnTo>
                    <a:pt x="138" y="1814"/>
                  </a:lnTo>
                  <a:lnTo>
                    <a:pt x="130" y="1816"/>
                  </a:lnTo>
                  <a:lnTo>
                    <a:pt x="126" y="1818"/>
                  </a:lnTo>
                  <a:lnTo>
                    <a:pt x="124" y="1822"/>
                  </a:lnTo>
                  <a:lnTo>
                    <a:pt x="122" y="1828"/>
                  </a:lnTo>
                  <a:lnTo>
                    <a:pt x="120" y="1834"/>
                  </a:lnTo>
                  <a:lnTo>
                    <a:pt x="116" y="1836"/>
                  </a:lnTo>
                  <a:lnTo>
                    <a:pt x="112" y="1836"/>
                  </a:lnTo>
                  <a:lnTo>
                    <a:pt x="116" y="1836"/>
                  </a:lnTo>
                  <a:lnTo>
                    <a:pt x="120" y="1832"/>
                  </a:lnTo>
                  <a:lnTo>
                    <a:pt x="122" y="1826"/>
                  </a:lnTo>
                  <a:lnTo>
                    <a:pt x="124" y="1818"/>
                  </a:lnTo>
                  <a:lnTo>
                    <a:pt x="128" y="1816"/>
                  </a:lnTo>
                  <a:lnTo>
                    <a:pt x="132" y="1814"/>
                  </a:lnTo>
                  <a:lnTo>
                    <a:pt x="132" y="1810"/>
                  </a:lnTo>
                  <a:lnTo>
                    <a:pt x="134" y="1808"/>
                  </a:lnTo>
                  <a:lnTo>
                    <a:pt x="138" y="1806"/>
                  </a:lnTo>
                  <a:lnTo>
                    <a:pt x="140" y="1804"/>
                  </a:lnTo>
                  <a:lnTo>
                    <a:pt x="134" y="1798"/>
                  </a:lnTo>
                  <a:lnTo>
                    <a:pt x="130" y="1796"/>
                  </a:lnTo>
                  <a:lnTo>
                    <a:pt x="126" y="1796"/>
                  </a:lnTo>
                  <a:lnTo>
                    <a:pt x="124" y="1798"/>
                  </a:lnTo>
                  <a:lnTo>
                    <a:pt x="122" y="1800"/>
                  </a:lnTo>
                  <a:lnTo>
                    <a:pt x="118" y="1804"/>
                  </a:lnTo>
                  <a:lnTo>
                    <a:pt x="116" y="1804"/>
                  </a:lnTo>
                  <a:lnTo>
                    <a:pt x="112" y="1804"/>
                  </a:lnTo>
                  <a:lnTo>
                    <a:pt x="104" y="1806"/>
                  </a:lnTo>
                  <a:lnTo>
                    <a:pt x="94" y="1810"/>
                  </a:lnTo>
                  <a:lnTo>
                    <a:pt x="86" y="1816"/>
                  </a:lnTo>
                  <a:lnTo>
                    <a:pt x="84" y="1820"/>
                  </a:lnTo>
                  <a:lnTo>
                    <a:pt x="84" y="1824"/>
                  </a:lnTo>
                  <a:lnTo>
                    <a:pt x="84" y="1828"/>
                  </a:lnTo>
                  <a:lnTo>
                    <a:pt x="82" y="1830"/>
                  </a:lnTo>
                  <a:lnTo>
                    <a:pt x="76" y="1834"/>
                  </a:lnTo>
                  <a:lnTo>
                    <a:pt x="70" y="1836"/>
                  </a:lnTo>
                  <a:lnTo>
                    <a:pt x="68" y="1838"/>
                  </a:lnTo>
                  <a:lnTo>
                    <a:pt x="68" y="1840"/>
                  </a:lnTo>
                  <a:lnTo>
                    <a:pt x="70" y="1842"/>
                  </a:lnTo>
                  <a:lnTo>
                    <a:pt x="76" y="1842"/>
                  </a:lnTo>
                  <a:lnTo>
                    <a:pt x="86" y="1842"/>
                  </a:lnTo>
                  <a:lnTo>
                    <a:pt x="94" y="1844"/>
                  </a:lnTo>
                  <a:lnTo>
                    <a:pt x="94" y="1846"/>
                  </a:lnTo>
                  <a:lnTo>
                    <a:pt x="90" y="1848"/>
                  </a:lnTo>
                  <a:lnTo>
                    <a:pt x="82" y="1856"/>
                  </a:lnTo>
                  <a:lnTo>
                    <a:pt x="78" y="1862"/>
                  </a:lnTo>
                  <a:lnTo>
                    <a:pt x="74" y="1866"/>
                  </a:lnTo>
                  <a:lnTo>
                    <a:pt x="70" y="1866"/>
                  </a:lnTo>
                  <a:lnTo>
                    <a:pt x="62" y="1864"/>
                  </a:lnTo>
                  <a:lnTo>
                    <a:pt x="58" y="1866"/>
                  </a:lnTo>
                  <a:lnTo>
                    <a:pt x="54" y="1866"/>
                  </a:lnTo>
                  <a:lnTo>
                    <a:pt x="48" y="1864"/>
                  </a:lnTo>
                  <a:lnTo>
                    <a:pt x="40" y="1860"/>
                  </a:lnTo>
                  <a:lnTo>
                    <a:pt x="30" y="1860"/>
                  </a:lnTo>
                  <a:lnTo>
                    <a:pt x="22" y="1862"/>
                  </a:lnTo>
                  <a:lnTo>
                    <a:pt x="14" y="1868"/>
                  </a:lnTo>
                  <a:lnTo>
                    <a:pt x="14" y="1870"/>
                  </a:lnTo>
                  <a:lnTo>
                    <a:pt x="18" y="1870"/>
                  </a:lnTo>
                  <a:lnTo>
                    <a:pt x="20" y="1870"/>
                  </a:lnTo>
                  <a:lnTo>
                    <a:pt x="20" y="1872"/>
                  </a:lnTo>
                  <a:lnTo>
                    <a:pt x="20" y="1874"/>
                  </a:lnTo>
                  <a:lnTo>
                    <a:pt x="18" y="1878"/>
                  </a:lnTo>
                  <a:lnTo>
                    <a:pt x="16" y="1884"/>
                  </a:lnTo>
                  <a:lnTo>
                    <a:pt x="18" y="1886"/>
                  </a:lnTo>
                  <a:lnTo>
                    <a:pt x="22" y="1888"/>
                  </a:lnTo>
                  <a:lnTo>
                    <a:pt x="28" y="1888"/>
                  </a:lnTo>
                  <a:lnTo>
                    <a:pt x="38" y="1888"/>
                  </a:lnTo>
                  <a:lnTo>
                    <a:pt x="38" y="1890"/>
                  </a:lnTo>
                  <a:lnTo>
                    <a:pt x="34" y="1892"/>
                  </a:lnTo>
                  <a:lnTo>
                    <a:pt x="24" y="1898"/>
                  </a:lnTo>
                  <a:lnTo>
                    <a:pt x="22" y="1900"/>
                  </a:lnTo>
                  <a:lnTo>
                    <a:pt x="20" y="1904"/>
                  </a:lnTo>
                  <a:lnTo>
                    <a:pt x="16" y="1908"/>
                  </a:lnTo>
                  <a:lnTo>
                    <a:pt x="14" y="1912"/>
                  </a:lnTo>
                  <a:lnTo>
                    <a:pt x="16" y="1914"/>
                  </a:lnTo>
                  <a:lnTo>
                    <a:pt x="24" y="1922"/>
                  </a:lnTo>
                  <a:lnTo>
                    <a:pt x="36" y="1928"/>
                  </a:lnTo>
                  <a:lnTo>
                    <a:pt x="40" y="1928"/>
                  </a:lnTo>
                  <a:lnTo>
                    <a:pt x="44" y="1928"/>
                  </a:lnTo>
                  <a:lnTo>
                    <a:pt x="52" y="1926"/>
                  </a:lnTo>
                  <a:lnTo>
                    <a:pt x="58" y="1928"/>
                  </a:lnTo>
                  <a:lnTo>
                    <a:pt x="60" y="1928"/>
                  </a:lnTo>
                  <a:lnTo>
                    <a:pt x="60" y="1930"/>
                  </a:lnTo>
                  <a:lnTo>
                    <a:pt x="50" y="1934"/>
                  </a:lnTo>
                  <a:lnTo>
                    <a:pt x="44" y="1936"/>
                  </a:lnTo>
                  <a:lnTo>
                    <a:pt x="42" y="1938"/>
                  </a:lnTo>
                  <a:lnTo>
                    <a:pt x="42" y="1940"/>
                  </a:lnTo>
                  <a:lnTo>
                    <a:pt x="42" y="1944"/>
                  </a:lnTo>
                  <a:lnTo>
                    <a:pt x="42" y="1948"/>
                  </a:lnTo>
                  <a:lnTo>
                    <a:pt x="40" y="1952"/>
                  </a:lnTo>
                  <a:lnTo>
                    <a:pt x="36" y="1956"/>
                  </a:lnTo>
                  <a:lnTo>
                    <a:pt x="28" y="1962"/>
                  </a:lnTo>
                  <a:lnTo>
                    <a:pt x="22" y="1966"/>
                  </a:lnTo>
                  <a:lnTo>
                    <a:pt x="22" y="1968"/>
                  </a:lnTo>
                  <a:lnTo>
                    <a:pt x="26" y="1968"/>
                  </a:lnTo>
                  <a:lnTo>
                    <a:pt x="30" y="1968"/>
                  </a:lnTo>
                  <a:lnTo>
                    <a:pt x="58" y="1960"/>
                  </a:lnTo>
                  <a:lnTo>
                    <a:pt x="64" y="1960"/>
                  </a:lnTo>
                  <a:lnTo>
                    <a:pt x="66" y="1960"/>
                  </a:lnTo>
                  <a:lnTo>
                    <a:pt x="66" y="1962"/>
                  </a:lnTo>
                  <a:lnTo>
                    <a:pt x="66" y="1964"/>
                  </a:lnTo>
                  <a:lnTo>
                    <a:pt x="62" y="1966"/>
                  </a:lnTo>
                  <a:lnTo>
                    <a:pt x="50" y="1968"/>
                  </a:lnTo>
                  <a:lnTo>
                    <a:pt x="36" y="1970"/>
                  </a:lnTo>
                  <a:lnTo>
                    <a:pt x="28" y="1974"/>
                  </a:lnTo>
                  <a:lnTo>
                    <a:pt x="24" y="1978"/>
                  </a:lnTo>
                  <a:lnTo>
                    <a:pt x="26" y="1982"/>
                  </a:lnTo>
                  <a:lnTo>
                    <a:pt x="28" y="1984"/>
                  </a:lnTo>
                  <a:lnTo>
                    <a:pt x="26" y="1986"/>
                  </a:lnTo>
                  <a:lnTo>
                    <a:pt x="22" y="1984"/>
                  </a:lnTo>
                  <a:lnTo>
                    <a:pt x="14" y="1984"/>
                  </a:lnTo>
                  <a:lnTo>
                    <a:pt x="10" y="1986"/>
                  </a:lnTo>
                  <a:lnTo>
                    <a:pt x="4" y="1988"/>
                  </a:lnTo>
                  <a:lnTo>
                    <a:pt x="0" y="1994"/>
                  </a:lnTo>
                  <a:lnTo>
                    <a:pt x="0" y="1996"/>
                  </a:lnTo>
                  <a:lnTo>
                    <a:pt x="2" y="1996"/>
                  </a:lnTo>
                  <a:lnTo>
                    <a:pt x="6" y="1996"/>
                  </a:lnTo>
                  <a:lnTo>
                    <a:pt x="10" y="1996"/>
                  </a:lnTo>
                  <a:lnTo>
                    <a:pt x="14" y="1996"/>
                  </a:lnTo>
                  <a:lnTo>
                    <a:pt x="14" y="2000"/>
                  </a:lnTo>
                  <a:lnTo>
                    <a:pt x="10" y="2004"/>
                  </a:lnTo>
                  <a:lnTo>
                    <a:pt x="6" y="2010"/>
                  </a:lnTo>
                  <a:lnTo>
                    <a:pt x="4" y="2012"/>
                  </a:lnTo>
                  <a:lnTo>
                    <a:pt x="8" y="2014"/>
                  </a:lnTo>
                  <a:lnTo>
                    <a:pt x="12" y="2016"/>
                  </a:lnTo>
                  <a:lnTo>
                    <a:pt x="18" y="2018"/>
                  </a:lnTo>
                  <a:lnTo>
                    <a:pt x="20" y="2020"/>
                  </a:lnTo>
                  <a:lnTo>
                    <a:pt x="16" y="2024"/>
                  </a:lnTo>
                  <a:lnTo>
                    <a:pt x="14" y="2026"/>
                  </a:lnTo>
                  <a:lnTo>
                    <a:pt x="16" y="2026"/>
                  </a:lnTo>
                  <a:lnTo>
                    <a:pt x="28" y="2022"/>
                  </a:lnTo>
                  <a:lnTo>
                    <a:pt x="36" y="2020"/>
                  </a:lnTo>
                  <a:lnTo>
                    <a:pt x="36" y="2022"/>
                  </a:lnTo>
                  <a:lnTo>
                    <a:pt x="30" y="2026"/>
                  </a:lnTo>
                  <a:lnTo>
                    <a:pt x="28" y="2030"/>
                  </a:lnTo>
                  <a:lnTo>
                    <a:pt x="28" y="2032"/>
                  </a:lnTo>
                  <a:lnTo>
                    <a:pt x="30" y="2034"/>
                  </a:lnTo>
                  <a:lnTo>
                    <a:pt x="38" y="2034"/>
                  </a:lnTo>
                  <a:lnTo>
                    <a:pt x="48" y="2032"/>
                  </a:lnTo>
                  <a:lnTo>
                    <a:pt x="70" y="2028"/>
                  </a:lnTo>
                  <a:lnTo>
                    <a:pt x="78" y="2024"/>
                  </a:lnTo>
                  <a:lnTo>
                    <a:pt x="84" y="2020"/>
                  </a:lnTo>
                  <a:close/>
                  <a:moveTo>
                    <a:pt x="154" y="1672"/>
                  </a:moveTo>
                  <a:lnTo>
                    <a:pt x="154" y="1672"/>
                  </a:lnTo>
                  <a:lnTo>
                    <a:pt x="156" y="1672"/>
                  </a:lnTo>
                  <a:lnTo>
                    <a:pt x="158" y="1670"/>
                  </a:lnTo>
                  <a:lnTo>
                    <a:pt x="162" y="1672"/>
                  </a:lnTo>
                  <a:lnTo>
                    <a:pt x="162" y="1674"/>
                  </a:lnTo>
                  <a:lnTo>
                    <a:pt x="162" y="1676"/>
                  </a:lnTo>
                  <a:lnTo>
                    <a:pt x="162" y="1678"/>
                  </a:lnTo>
                  <a:lnTo>
                    <a:pt x="164" y="1682"/>
                  </a:lnTo>
                  <a:lnTo>
                    <a:pt x="168" y="1684"/>
                  </a:lnTo>
                  <a:lnTo>
                    <a:pt x="170" y="1684"/>
                  </a:lnTo>
                  <a:lnTo>
                    <a:pt x="174" y="1682"/>
                  </a:lnTo>
                  <a:lnTo>
                    <a:pt x="180" y="1682"/>
                  </a:lnTo>
                  <a:lnTo>
                    <a:pt x="182" y="1684"/>
                  </a:lnTo>
                  <a:lnTo>
                    <a:pt x="182" y="1688"/>
                  </a:lnTo>
                  <a:lnTo>
                    <a:pt x="180" y="1692"/>
                  </a:lnTo>
                  <a:lnTo>
                    <a:pt x="180" y="1694"/>
                  </a:lnTo>
                  <a:lnTo>
                    <a:pt x="182" y="1692"/>
                  </a:lnTo>
                  <a:lnTo>
                    <a:pt x="186" y="1688"/>
                  </a:lnTo>
                  <a:lnTo>
                    <a:pt x="192" y="1678"/>
                  </a:lnTo>
                  <a:lnTo>
                    <a:pt x="192" y="1676"/>
                  </a:lnTo>
                  <a:lnTo>
                    <a:pt x="190" y="1676"/>
                  </a:lnTo>
                  <a:lnTo>
                    <a:pt x="184" y="1678"/>
                  </a:lnTo>
                  <a:lnTo>
                    <a:pt x="180" y="1676"/>
                  </a:lnTo>
                  <a:lnTo>
                    <a:pt x="178" y="1674"/>
                  </a:lnTo>
                  <a:lnTo>
                    <a:pt x="176" y="1672"/>
                  </a:lnTo>
                  <a:lnTo>
                    <a:pt x="174" y="1662"/>
                  </a:lnTo>
                  <a:lnTo>
                    <a:pt x="172" y="1654"/>
                  </a:lnTo>
                  <a:lnTo>
                    <a:pt x="170" y="1652"/>
                  </a:lnTo>
                  <a:lnTo>
                    <a:pt x="168" y="1650"/>
                  </a:lnTo>
                  <a:lnTo>
                    <a:pt x="166" y="1650"/>
                  </a:lnTo>
                  <a:lnTo>
                    <a:pt x="166" y="1652"/>
                  </a:lnTo>
                  <a:lnTo>
                    <a:pt x="166" y="1656"/>
                  </a:lnTo>
                  <a:lnTo>
                    <a:pt x="166" y="1662"/>
                  </a:lnTo>
                  <a:lnTo>
                    <a:pt x="166" y="1664"/>
                  </a:lnTo>
                  <a:lnTo>
                    <a:pt x="162" y="1664"/>
                  </a:lnTo>
                  <a:lnTo>
                    <a:pt x="160" y="1660"/>
                  </a:lnTo>
                  <a:lnTo>
                    <a:pt x="158" y="1658"/>
                  </a:lnTo>
                  <a:lnTo>
                    <a:pt x="154" y="1656"/>
                  </a:lnTo>
                  <a:lnTo>
                    <a:pt x="154" y="1658"/>
                  </a:lnTo>
                  <a:lnTo>
                    <a:pt x="154" y="1660"/>
                  </a:lnTo>
                  <a:lnTo>
                    <a:pt x="156" y="1664"/>
                  </a:lnTo>
                  <a:lnTo>
                    <a:pt x="154" y="1666"/>
                  </a:lnTo>
                  <a:lnTo>
                    <a:pt x="150" y="1666"/>
                  </a:lnTo>
                  <a:lnTo>
                    <a:pt x="150" y="1668"/>
                  </a:lnTo>
                  <a:lnTo>
                    <a:pt x="154" y="1672"/>
                  </a:lnTo>
                  <a:close/>
                  <a:moveTo>
                    <a:pt x="146" y="1346"/>
                  </a:moveTo>
                  <a:lnTo>
                    <a:pt x="146" y="1346"/>
                  </a:lnTo>
                  <a:lnTo>
                    <a:pt x="142" y="1346"/>
                  </a:lnTo>
                  <a:lnTo>
                    <a:pt x="144" y="1352"/>
                  </a:lnTo>
                  <a:lnTo>
                    <a:pt x="148" y="1358"/>
                  </a:lnTo>
                  <a:lnTo>
                    <a:pt x="154" y="1362"/>
                  </a:lnTo>
                  <a:lnTo>
                    <a:pt x="158" y="1364"/>
                  </a:lnTo>
                  <a:lnTo>
                    <a:pt x="160" y="1364"/>
                  </a:lnTo>
                  <a:lnTo>
                    <a:pt x="162" y="1362"/>
                  </a:lnTo>
                  <a:lnTo>
                    <a:pt x="160" y="1360"/>
                  </a:lnTo>
                  <a:lnTo>
                    <a:pt x="158" y="1358"/>
                  </a:lnTo>
                  <a:lnTo>
                    <a:pt x="160" y="1358"/>
                  </a:lnTo>
                  <a:lnTo>
                    <a:pt x="160" y="1356"/>
                  </a:lnTo>
                  <a:lnTo>
                    <a:pt x="158" y="1356"/>
                  </a:lnTo>
                  <a:lnTo>
                    <a:pt x="154" y="1354"/>
                  </a:lnTo>
                  <a:lnTo>
                    <a:pt x="154" y="1352"/>
                  </a:lnTo>
                  <a:lnTo>
                    <a:pt x="154" y="1350"/>
                  </a:lnTo>
                  <a:lnTo>
                    <a:pt x="152" y="1350"/>
                  </a:lnTo>
                  <a:lnTo>
                    <a:pt x="148" y="1350"/>
                  </a:lnTo>
                  <a:lnTo>
                    <a:pt x="148" y="1348"/>
                  </a:lnTo>
                  <a:lnTo>
                    <a:pt x="148" y="1346"/>
                  </a:lnTo>
                  <a:lnTo>
                    <a:pt x="146" y="1346"/>
                  </a:lnTo>
                  <a:close/>
                  <a:moveTo>
                    <a:pt x="166" y="1740"/>
                  </a:moveTo>
                  <a:lnTo>
                    <a:pt x="166" y="1740"/>
                  </a:lnTo>
                  <a:lnTo>
                    <a:pt x="166" y="1742"/>
                  </a:lnTo>
                  <a:lnTo>
                    <a:pt x="168" y="1742"/>
                  </a:lnTo>
                  <a:lnTo>
                    <a:pt x="174" y="1740"/>
                  </a:lnTo>
                  <a:lnTo>
                    <a:pt x="188" y="1736"/>
                  </a:lnTo>
                  <a:lnTo>
                    <a:pt x="194" y="1734"/>
                  </a:lnTo>
                  <a:lnTo>
                    <a:pt x="192" y="1732"/>
                  </a:lnTo>
                  <a:lnTo>
                    <a:pt x="190" y="1728"/>
                  </a:lnTo>
                  <a:lnTo>
                    <a:pt x="184" y="1724"/>
                  </a:lnTo>
                  <a:lnTo>
                    <a:pt x="178" y="1722"/>
                  </a:lnTo>
                  <a:lnTo>
                    <a:pt x="176" y="1718"/>
                  </a:lnTo>
                  <a:lnTo>
                    <a:pt x="174" y="1718"/>
                  </a:lnTo>
                  <a:lnTo>
                    <a:pt x="170" y="1720"/>
                  </a:lnTo>
                  <a:lnTo>
                    <a:pt x="168" y="1722"/>
                  </a:lnTo>
                  <a:lnTo>
                    <a:pt x="166" y="1724"/>
                  </a:lnTo>
                  <a:lnTo>
                    <a:pt x="174" y="1728"/>
                  </a:lnTo>
                  <a:lnTo>
                    <a:pt x="176" y="1730"/>
                  </a:lnTo>
                  <a:lnTo>
                    <a:pt x="174" y="1730"/>
                  </a:lnTo>
                  <a:lnTo>
                    <a:pt x="172" y="1732"/>
                  </a:lnTo>
                  <a:lnTo>
                    <a:pt x="172" y="1734"/>
                  </a:lnTo>
                  <a:lnTo>
                    <a:pt x="172" y="1736"/>
                  </a:lnTo>
                  <a:lnTo>
                    <a:pt x="170" y="1736"/>
                  </a:lnTo>
                  <a:lnTo>
                    <a:pt x="168" y="1738"/>
                  </a:lnTo>
                  <a:lnTo>
                    <a:pt x="166" y="1740"/>
                  </a:lnTo>
                  <a:close/>
                  <a:moveTo>
                    <a:pt x="362" y="2084"/>
                  </a:moveTo>
                  <a:lnTo>
                    <a:pt x="362" y="2084"/>
                  </a:lnTo>
                  <a:lnTo>
                    <a:pt x="370" y="2088"/>
                  </a:lnTo>
                  <a:lnTo>
                    <a:pt x="376" y="2088"/>
                  </a:lnTo>
                  <a:lnTo>
                    <a:pt x="380" y="2086"/>
                  </a:lnTo>
                  <a:lnTo>
                    <a:pt x="378" y="2082"/>
                  </a:lnTo>
                  <a:lnTo>
                    <a:pt x="376" y="2080"/>
                  </a:lnTo>
                  <a:lnTo>
                    <a:pt x="372" y="2078"/>
                  </a:lnTo>
                  <a:lnTo>
                    <a:pt x="366" y="2080"/>
                  </a:lnTo>
                  <a:lnTo>
                    <a:pt x="362" y="2084"/>
                  </a:lnTo>
                  <a:close/>
                  <a:moveTo>
                    <a:pt x="174" y="1354"/>
                  </a:moveTo>
                  <a:lnTo>
                    <a:pt x="174" y="1354"/>
                  </a:lnTo>
                  <a:lnTo>
                    <a:pt x="176" y="1352"/>
                  </a:lnTo>
                  <a:lnTo>
                    <a:pt x="176" y="1350"/>
                  </a:lnTo>
                  <a:lnTo>
                    <a:pt x="174" y="1348"/>
                  </a:lnTo>
                  <a:lnTo>
                    <a:pt x="174" y="1350"/>
                  </a:lnTo>
                  <a:lnTo>
                    <a:pt x="172" y="1350"/>
                  </a:lnTo>
                  <a:lnTo>
                    <a:pt x="172" y="1352"/>
                  </a:lnTo>
                  <a:lnTo>
                    <a:pt x="174" y="1354"/>
                  </a:lnTo>
                  <a:close/>
                  <a:moveTo>
                    <a:pt x="168" y="1784"/>
                  </a:moveTo>
                  <a:lnTo>
                    <a:pt x="168" y="1784"/>
                  </a:lnTo>
                  <a:lnTo>
                    <a:pt x="170" y="1784"/>
                  </a:lnTo>
                  <a:lnTo>
                    <a:pt x="176" y="1780"/>
                  </a:lnTo>
                  <a:lnTo>
                    <a:pt x="178" y="1776"/>
                  </a:lnTo>
                  <a:lnTo>
                    <a:pt x="178" y="1772"/>
                  </a:lnTo>
                  <a:lnTo>
                    <a:pt x="176" y="1768"/>
                  </a:lnTo>
                  <a:lnTo>
                    <a:pt x="176" y="1764"/>
                  </a:lnTo>
                  <a:lnTo>
                    <a:pt x="176" y="1762"/>
                  </a:lnTo>
                  <a:lnTo>
                    <a:pt x="174" y="1762"/>
                  </a:lnTo>
                  <a:lnTo>
                    <a:pt x="172" y="1764"/>
                  </a:lnTo>
                  <a:lnTo>
                    <a:pt x="170" y="1766"/>
                  </a:lnTo>
                  <a:lnTo>
                    <a:pt x="168" y="1766"/>
                  </a:lnTo>
                  <a:lnTo>
                    <a:pt x="166" y="1764"/>
                  </a:lnTo>
                  <a:lnTo>
                    <a:pt x="166" y="1766"/>
                  </a:lnTo>
                  <a:lnTo>
                    <a:pt x="162" y="1768"/>
                  </a:lnTo>
                  <a:lnTo>
                    <a:pt x="158" y="1772"/>
                  </a:lnTo>
                  <a:lnTo>
                    <a:pt x="158" y="1774"/>
                  </a:lnTo>
                  <a:lnTo>
                    <a:pt x="160" y="1776"/>
                  </a:lnTo>
                  <a:lnTo>
                    <a:pt x="162" y="1776"/>
                  </a:lnTo>
                  <a:lnTo>
                    <a:pt x="166" y="1774"/>
                  </a:lnTo>
                  <a:lnTo>
                    <a:pt x="168" y="1774"/>
                  </a:lnTo>
                  <a:lnTo>
                    <a:pt x="170" y="1776"/>
                  </a:lnTo>
                  <a:lnTo>
                    <a:pt x="170" y="1778"/>
                  </a:lnTo>
                  <a:lnTo>
                    <a:pt x="168" y="1780"/>
                  </a:lnTo>
                  <a:lnTo>
                    <a:pt x="166" y="1782"/>
                  </a:lnTo>
                  <a:lnTo>
                    <a:pt x="168" y="1784"/>
                  </a:lnTo>
                  <a:close/>
                  <a:moveTo>
                    <a:pt x="190" y="1748"/>
                  </a:moveTo>
                  <a:lnTo>
                    <a:pt x="190" y="1748"/>
                  </a:lnTo>
                  <a:lnTo>
                    <a:pt x="186" y="1752"/>
                  </a:lnTo>
                  <a:lnTo>
                    <a:pt x="182" y="1756"/>
                  </a:lnTo>
                  <a:lnTo>
                    <a:pt x="178" y="1762"/>
                  </a:lnTo>
                  <a:lnTo>
                    <a:pt x="178" y="1768"/>
                  </a:lnTo>
                  <a:lnTo>
                    <a:pt x="180" y="1768"/>
                  </a:lnTo>
                  <a:lnTo>
                    <a:pt x="182" y="1766"/>
                  </a:lnTo>
                  <a:lnTo>
                    <a:pt x="188" y="1758"/>
                  </a:lnTo>
                  <a:lnTo>
                    <a:pt x="192" y="1750"/>
                  </a:lnTo>
                  <a:lnTo>
                    <a:pt x="192" y="1748"/>
                  </a:lnTo>
                  <a:lnTo>
                    <a:pt x="190" y="1748"/>
                  </a:lnTo>
                  <a:close/>
                  <a:moveTo>
                    <a:pt x="700" y="1324"/>
                  </a:moveTo>
                  <a:lnTo>
                    <a:pt x="700" y="1324"/>
                  </a:lnTo>
                  <a:lnTo>
                    <a:pt x="698" y="1322"/>
                  </a:lnTo>
                  <a:lnTo>
                    <a:pt x="694" y="1322"/>
                  </a:lnTo>
                  <a:lnTo>
                    <a:pt x="690" y="1324"/>
                  </a:lnTo>
                  <a:lnTo>
                    <a:pt x="690" y="1326"/>
                  </a:lnTo>
                  <a:lnTo>
                    <a:pt x="692" y="1326"/>
                  </a:lnTo>
                  <a:lnTo>
                    <a:pt x="696" y="1326"/>
                  </a:lnTo>
                  <a:lnTo>
                    <a:pt x="700" y="1326"/>
                  </a:lnTo>
                  <a:lnTo>
                    <a:pt x="700" y="1324"/>
                  </a:lnTo>
                  <a:close/>
                  <a:moveTo>
                    <a:pt x="494" y="1970"/>
                  </a:moveTo>
                  <a:lnTo>
                    <a:pt x="494" y="1970"/>
                  </a:lnTo>
                  <a:lnTo>
                    <a:pt x="492" y="1962"/>
                  </a:lnTo>
                  <a:lnTo>
                    <a:pt x="486" y="1954"/>
                  </a:lnTo>
                  <a:lnTo>
                    <a:pt x="478" y="1948"/>
                  </a:lnTo>
                  <a:lnTo>
                    <a:pt x="470" y="1944"/>
                  </a:lnTo>
                  <a:lnTo>
                    <a:pt x="460" y="1942"/>
                  </a:lnTo>
                  <a:lnTo>
                    <a:pt x="452" y="1942"/>
                  </a:lnTo>
                  <a:lnTo>
                    <a:pt x="446" y="1944"/>
                  </a:lnTo>
                  <a:lnTo>
                    <a:pt x="442" y="1948"/>
                  </a:lnTo>
                  <a:lnTo>
                    <a:pt x="438" y="1954"/>
                  </a:lnTo>
                  <a:lnTo>
                    <a:pt x="434" y="1954"/>
                  </a:lnTo>
                  <a:lnTo>
                    <a:pt x="432" y="1952"/>
                  </a:lnTo>
                  <a:lnTo>
                    <a:pt x="428" y="1950"/>
                  </a:lnTo>
                  <a:lnTo>
                    <a:pt x="424" y="1948"/>
                  </a:lnTo>
                  <a:lnTo>
                    <a:pt x="424" y="1946"/>
                  </a:lnTo>
                  <a:lnTo>
                    <a:pt x="428" y="1942"/>
                  </a:lnTo>
                  <a:lnTo>
                    <a:pt x="434" y="1938"/>
                  </a:lnTo>
                  <a:lnTo>
                    <a:pt x="436" y="1936"/>
                  </a:lnTo>
                  <a:lnTo>
                    <a:pt x="438" y="1932"/>
                  </a:lnTo>
                  <a:lnTo>
                    <a:pt x="434" y="1924"/>
                  </a:lnTo>
                  <a:lnTo>
                    <a:pt x="428" y="1914"/>
                  </a:lnTo>
                  <a:lnTo>
                    <a:pt x="418" y="1906"/>
                  </a:lnTo>
                  <a:lnTo>
                    <a:pt x="410" y="1902"/>
                  </a:lnTo>
                  <a:lnTo>
                    <a:pt x="408" y="1898"/>
                  </a:lnTo>
                  <a:lnTo>
                    <a:pt x="410" y="1898"/>
                  </a:lnTo>
                  <a:lnTo>
                    <a:pt x="418" y="1902"/>
                  </a:lnTo>
                  <a:lnTo>
                    <a:pt x="424" y="1906"/>
                  </a:lnTo>
                  <a:lnTo>
                    <a:pt x="428" y="1906"/>
                  </a:lnTo>
                  <a:lnTo>
                    <a:pt x="430" y="1904"/>
                  </a:lnTo>
                  <a:lnTo>
                    <a:pt x="428" y="1902"/>
                  </a:lnTo>
                  <a:lnTo>
                    <a:pt x="422" y="1894"/>
                  </a:lnTo>
                  <a:lnTo>
                    <a:pt x="418" y="1888"/>
                  </a:lnTo>
                  <a:lnTo>
                    <a:pt x="416" y="1884"/>
                  </a:lnTo>
                  <a:lnTo>
                    <a:pt x="416" y="1876"/>
                  </a:lnTo>
                  <a:lnTo>
                    <a:pt x="416" y="1872"/>
                  </a:lnTo>
                  <a:lnTo>
                    <a:pt x="416" y="1870"/>
                  </a:lnTo>
                  <a:lnTo>
                    <a:pt x="412" y="1868"/>
                  </a:lnTo>
                  <a:lnTo>
                    <a:pt x="408" y="1866"/>
                  </a:lnTo>
                  <a:lnTo>
                    <a:pt x="406" y="1864"/>
                  </a:lnTo>
                  <a:lnTo>
                    <a:pt x="404" y="1858"/>
                  </a:lnTo>
                  <a:lnTo>
                    <a:pt x="400" y="1852"/>
                  </a:lnTo>
                  <a:lnTo>
                    <a:pt x="396" y="1850"/>
                  </a:lnTo>
                  <a:lnTo>
                    <a:pt x="390" y="1848"/>
                  </a:lnTo>
                  <a:lnTo>
                    <a:pt x="380" y="1844"/>
                  </a:lnTo>
                  <a:lnTo>
                    <a:pt x="376" y="1842"/>
                  </a:lnTo>
                  <a:lnTo>
                    <a:pt x="372" y="1836"/>
                  </a:lnTo>
                  <a:lnTo>
                    <a:pt x="366" y="1822"/>
                  </a:lnTo>
                  <a:lnTo>
                    <a:pt x="360" y="1806"/>
                  </a:lnTo>
                  <a:lnTo>
                    <a:pt x="358" y="1794"/>
                  </a:lnTo>
                  <a:lnTo>
                    <a:pt x="356" y="1786"/>
                  </a:lnTo>
                  <a:lnTo>
                    <a:pt x="354" y="1782"/>
                  </a:lnTo>
                  <a:lnTo>
                    <a:pt x="352" y="1780"/>
                  </a:lnTo>
                  <a:lnTo>
                    <a:pt x="346" y="1774"/>
                  </a:lnTo>
                  <a:lnTo>
                    <a:pt x="342" y="1768"/>
                  </a:lnTo>
                  <a:lnTo>
                    <a:pt x="336" y="1762"/>
                  </a:lnTo>
                  <a:lnTo>
                    <a:pt x="322" y="1756"/>
                  </a:lnTo>
                  <a:lnTo>
                    <a:pt x="314" y="1754"/>
                  </a:lnTo>
                  <a:lnTo>
                    <a:pt x="310" y="1754"/>
                  </a:lnTo>
                  <a:lnTo>
                    <a:pt x="308" y="1754"/>
                  </a:lnTo>
                  <a:lnTo>
                    <a:pt x="306" y="1756"/>
                  </a:lnTo>
                  <a:lnTo>
                    <a:pt x="302" y="1758"/>
                  </a:lnTo>
                  <a:lnTo>
                    <a:pt x="298" y="1760"/>
                  </a:lnTo>
                  <a:lnTo>
                    <a:pt x="290" y="1758"/>
                  </a:lnTo>
                  <a:lnTo>
                    <a:pt x="286" y="1758"/>
                  </a:lnTo>
                  <a:lnTo>
                    <a:pt x="288" y="1756"/>
                  </a:lnTo>
                  <a:lnTo>
                    <a:pt x="294" y="1754"/>
                  </a:lnTo>
                  <a:lnTo>
                    <a:pt x="300" y="1748"/>
                  </a:lnTo>
                  <a:lnTo>
                    <a:pt x="302" y="1746"/>
                  </a:lnTo>
                  <a:lnTo>
                    <a:pt x="304" y="1746"/>
                  </a:lnTo>
                  <a:lnTo>
                    <a:pt x="308" y="1746"/>
                  </a:lnTo>
                  <a:lnTo>
                    <a:pt x="316" y="1742"/>
                  </a:lnTo>
                  <a:lnTo>
                    <a:pt x="318" y="1742"/>
                  </a:lnTo>
                  <a:lnTo>
                    <a:pt x="318" y="1740"/>
                  </a:lnTo>
                  <a:lnTo>
                    <a:pt x="316" y="1738"/>
                  </a:lnTo>
                  <a:lnTo>
                    <a:pt x="310" y="1736"/>
                  </a:lnTo>
                  <a:lnTo>
                    <a:pt x="308" y="1734"/>
                  </a:lnTo>
                  <a:lnTo>
                    <a:pt x="308" y="1730"/>
                  </a:lnTo>
                  <a:lnTo>
                    <a:pt x="304" y="1728"/>
                  </a:lnTo>
                  <a:lnTo>
                    <a:pt x="304" y="1726"/>
                  </a:lnTo>
                  <a:lnTo>
                    <a:pt x="306" y="1728"/>
                  </a:lnTo>
                  <a:lnTo>
                    <a:pt x="312" y="1728"/>
                  </a:lnTo>
                  <a:lnTo>
                    <a:pt x="314" y="1728"/>
                  </a:lnTo>
                  <a:lnTo>
                    <a:pt x="318" y="1726"/>
                  </a:lnTo>
                  <a:lnTo>
                    <a:pt x="326" y="1716"/>
                  </a:lnTo>
                  <a:lnTo>
                    <a:pt x="334" y="1696"/>
                  </a:lnTo>
                  <a:lnTo>
                    <a:pt x="342" y="1678"/>
                  </a:lnTo>
                  <a:lnTo>
                    <a:pt x="348" y="1668"/>
                  </a:lnTo>
                  <a:lnTo>
                    <a:pt x="350" y="1664"/>
                  </a:lnTo>
                  <a:lnTo>
                    <a:pt x="348" y="1656"/>
                  </a:lnTo>
                  <a:lnTo>
                    <a:pt x="346" y="1652"/>
                  </a:lnTo>
                  <a:lnTo>
                    <a:pt x="342" y="1650"/>
                  </a:lnTo>
                  <a:lnTo>
                    <a:pt x="332" y="1650"/>
                  </a:lnTo>
                  <a:lnTo>
                    <a:pt x="320" y="1650"/>
                  </a:lnTo>
                  <a:lnTo>
                    <a:pt x="302" y="1650"/>
                  </a:lnTo>
                  <a:lnTo>
                    <a:pt x="286" y="1650"/>
                  </a:lnTo>
                  <a:lnTo>
                    <a:pt x="274" y="1652"/>
                  </a:lnTo>
                  <a:lnTo>
                    <a:pt x="268" y="1656"/>
                  </a:lnTo>
                  <a:lnTo>
                    <a:pt x="262" y="1658"/>
                  </a:lnTo>
                  <a:lnTo>
                    <a:pt x="258" y="1658"/>
                  </a:lnTo>
                  <a:lnTo>
                    <a:pt x="258" y="1654"/>
                  </a:lnTo>
                  <a:lnTo>
                    <a:pt x="268" y="1644"/>
                  </a:lnTo>
                  <a:lnTo>
                    <a:pt x="270" y="1642"/>
                  </a:lnTo>
                  <a:lnTo>
                    <a:pt x="268" y="1642"/>
                  </a:lnTo>
                  <a:lnTo>
                    <a:pt x="264" y="1642"/>
                  </a:lnTo>
                  <a:lnTo>
                    <a:pt x="258" y="1642"/>
                  </a:lnTo>
                  <a:lnTo>
                    <a:pt x="260" y="1640"/>
                  </a:lnTo>
                  <a:lnTo>
                    <a:pt x="270" y="1632"/>
                  </a:lnTo>
                  <a:lnTo>
                    <a:pt x="284" y="1620"/>
                  </a:lnTo>
                  <a:lnTo>
                    <a:pt x="296" y="1608"/>
                  </a:lnTo>
                  <a:lnTo>
                    <a:pt x="300" y="1604"/>
                  </a:lnTo>
                  <a:lnTo>
                    <a:pt x="300" y="1600"/>
                  </a:lnTo>
                  <a:lnTo>
                    <a:pt x="298" y="1598"/>
                  </a:lnTo>
                  <a:lnTo>
                    <a:pt x="298" y="1596"/>
                  </a:lnTo>
                  <a:lnTo>
                    <a:pt x="300" y="1592"/>
                  </a:lnTo>
                  <a:lnTo>
                    <a:pt x="300" y="1590"/>
                  </a:lnTo>
                  <a:lnTo>
                    <a:pt x="292" y="1588"/>
                  </a:lnTo>
                  <a:lnTo>
                    <a:pt x="286" y="1588"/>
                  </a:lnTo>
                  <a:lnTo>
                    <a:pt x="284" y="1590"/>
                  </a:lnTo>
                  <a:lnTo>
                    <a:pt x="284" y="1592"/>
                  </a:lnTo>
                  <a:lnTo>
                    <a:pt x="280" y="1592"/>
                  </a:lnTo>
                  <a:lnTo>
                    <a:pt x="272" y="1592"/>
                  </a:lnTo>
                  <a:lnTo>
                    <a:pt x="262" y="1594"/>
                  </a:lnTo>
                  <a:lnTo>
                    <a:pt x="254" y="1596"/>
                  </a:lnTo>
                  <a:lnTo>
                    <a:pt x="246" y="1596"/>
                  </a:lnTo>
                  <a:lnTo>
                    <a:pt x="242" y="1594"/>
                  </a:lnTo>
                  <a:lnTo>
                    <a:pt x="238" y="1596"/>
                  </a:lnTo>
                  <a:lnTo>
                    <a:pt x="236" y="1596"/>
                  </a:lnTo>
                  <a:lnTo>
                    <a:pt x="232" y="1594"/>
                  </a:lnTo>
                  <a:lnTo>
                    <a:pt x="226" y="1592"/>
                  </a:lnTo>
                  <a:lnTo>
                    <a:pt x="222" y="1590"/>
                  </a:lnTo>
                  <a:lnTo>
                    <a:pt x="218" y="1594"/>
                  </a:lnTo>
                  <a:lnTo>
                    <a:pt x="218" y="1600"/>
                  </a:lnTo>
                  <a:lnTo>
                    <a:pt x="218" y="1602"/>
                  </a:lnTo>
                  <a:lnTo>
                    <a:pt x="218" y="1604"/>
                  </a:lnTo>
                  <a:lnTo>
                    <a:pt x="214" y="1606"/>
                  </a:lnTo>
                  <a:lnTo>
                    <a:pt x="212" y="1606"/>
                  </a:lnTo>
                  <a:lnTo>
                    <a:pt x="216" y="1612"/>
                  </a:lnTo>
                  <a:lnTo>
                    <a:pt x="218" y="1616"/>
                  </a:lnTo>
                  <a:lnTo>
                    <a:pt x="212" y="1616"/>
                  </a:lnTo>
                  <a:lnTo>
                    <a:pt x="206" y="1614"/>
                  </a:lnTo>
                  <a:lnTo>
                    <a:pt x="206" y="1618"/>
                  </a:lnTo>
                  <a:lnTo>
                    <a:pt x="210" y="1622"/>
                  </a:lnTo>
                  <a:lnTo>
                    <a:pt x="210" y="1624"/>
                  </a:lnTo>
                  <a:lnTo>
                    <a:pt x="210" y="1626"/>
                  </a:lnTo>
                  <a:lnTo>
                    <a:pt x="208" y="1626"/>
                  </a:lnTo>
                  <a:lnTo>
                    <a:pt x="204" y="1626"/>
                  </a:lnTo>
                  <a:lnTo>
                    <a:pt x="202" y="1626"/>
                  </a:lnTo>
                  <a:lnTo>
                    <a:pt x="204" y="1628"/>
                  </a:lnTo>
                  <a:lnTo>
                    <a:pt x="206" y="1632"/>
                  </a:lnTo>
                  <a:lnTo>
                    <a:pt x="206" y="1636"/>
                  </a:lnTo>
                  <a:lnTo>
                    <a:pt x="206" y="1638"/>
                  </a:lnTo>
                  <a:lnTo>
                    <a:pt x="202" y="1638"/>
                  </a:lnTo>
                  <a:lnTo>
                    <a:pt x="190" y="1638"/>
                  </a:lnTo>
                  <a:lnTo>
                    <a:pt x="188" y="1640"/>
                  </a:lnTo>
                  <a:lnTo>
                    <a:pt x="188" y="1646"/>
                  </a:lnTo>
                  <a:lnTo>
                    <a:pt x="190" y="1650"/>
                  </a:lnTo>
                  <a:lnTo>
                    <a:pt x="190" y="1654"/>
                  </a:lnTo>
                  <a:lnTo>
                    <a:pt x="188" y="1660"/>
                  </a:lnTo>
                  <a:lnTo>
                    <a:pt x="188" y="1668"/>
                  </a:lnTo>
                  <a:lnTo>
                    <a:pt x="188" y="1672"/>
                  </a:lnTo>
                  <a:lnTo>
                    <a:pt x="190" y="1674"/>
                  </a:lnTo>
                  <a:lnTo>
                    <a:pt x="194" y="1674"/>
                  </a:lnTo>
                  <a:lnTo>
                    <a:pt x="196" y="1676"/>
                  </a:lnTo>
                  <a:lnTo>
                    <a:pt x="194" y="1682"/>
                  </a:lnTo>
                  <a:lnTo>
                    <a:pt x="192" y="1686"/>
                  </a:lnTo>
                  <a:lnTo>
                    <a:pt x="190" y="1690"/>
                  </a:lnTo>
                  <a:lnTo>
                    <a:pt x="188" y="1690"/>
                  </a:lnTo>
                  <a:lnTo>
                    <a:pt x="190" y="1692"/>
                  </a:lnTo>
                  <a:lnTo>
                    <a:pt x="190" y="1694"/>
                  </a:lnTo>
                  <a:lnTo>
                    <a:pt x="190" y="1696"/>
                  </a:lnTo>
                  <a:lnTo>
                    <a:pt x="186" y="1698"/>
                  </a:lnTo>
                  <a:lnTo>
                    <a:pt x="184" y="1700"/>
                  </a:lnTo>
                  <a:lnTo>
                    <a:pt x="188" y="1702"/>
                  </a:lnTo>
                  <a:lnTo>
                    <a:pt x="188" y="1704"/>
                  </a:lnTo>
                  <a:lnTo>
                    <a:pt x="186" y="1706"/>
                  </a:lnTo>
                  <a:lnTo>
                    <a:pt x="182" y="1708"/>
                  </a:lnTo>
                  <a:lnTo>
                    <a:pt x="178" y="1708"/>
                  </a:lnTo>
                  <a:lnTo>
                    <a:pt x="174" y="1708"/>
                  </a:lnTo>
                  <a:lnTo>
                    <a:pt x="172" y="1710"/>
                  </a:lnTo>
                  <a:lnTo>
                    <a:pt x="172" y="1712"/>
                  </a:lnTo>
                  <a:lnTo>
                    <a:pt x="174" y="1714"/>
                  </a:lnTo>
                  <a:lnTo>
                    <a:pt x="182" y="1714"/>
                  </a:lnTo>
                  <a:lnTo>
                    <a:pt x="190" y="1712"/>
                  </a:lnTo>
                  <a:lnTo>
                    <a:pt x="192" y="1714"/>
                  </a:lnTo>
                  <a:lnTo>
                    <a:pt x="184" y="1716"/>
                  </a:lnTo>
                  <a:lnTo>
                    <a:pt x="180" y="1718"/>
                  </a:lnTo>
                  <a:lnTo>
                    <a:pt x="180" y="1720"/>
                  </a:lnTo>
                  <a:lnTo>
                    <a:pt x="184" y="1722"/>
                  </a:lnTo>
                  <a:lnTo>
                    <a:pt x="188" y="1722"/>
                  </a:lnTo>
                  <a:lnTo>
                    <a:pt x="190" y="1722"/>
                  </a:lnTo>
                  <a:lnTo>
                    <a:pt x="192" y="1724"/>
                  </a:lnTo>
                  <a:lnTo>
                    <a:pt x="196" y="1724"/>
                  </a:lnTo>
                  <a:lnTo>
                    <a:pt x="200" y="1720"/>
                  </a:lnTo>
                  <a:lnTo>
                    <a:pt x="208" y="1714"/>
                  </a:lnTo>
                  <a:lnTo>
                    <a:pt x="206" y="1720"/>
                  </a:lnTo>
                  <a:lnTo>
                    <a:pt x="202" y="1726"/>
                  </a:lnTo>
                  <a:lnTo>
                    <a:pt x="202" y="1730"/>
                  </a:lnTo>
                  <a:lnTo>
                    <a:pt x="202" y="1734"/>
                  </a:lnTo>
                  <a:lnTo>
                    <a:pt x="198" y="1738"/>
                  </a:lnTo>
                  <a:lnTo>
                    <a:pt x="196" y="1740"/>
                  </a:lnTo>
                  <a:lnTo>
                    <a:pt x="196" y="1744"/>
                  </a:lnTo>
                  <a:lnTo>
                    <a:pt x="198" y="1748"/>
                  </a:lnTo>
                  <a:lnTo>
                    <a:pt x="194" y="1754"/>
                  </a:lnTo>
                  <a:lnTo>
                    <a:pt x="192" y="1758"/>
                  </a:lnTo>
                  <a:lnTo>
                    <a:pt x="192" y="1762"/>
                  </a:lnTo>
                  <a:lnTo>
                    <a:pt x="194" y="1764"/>
                  </a:lnTo>
                  <a:lnTo>
                    <a:pt x="194" y="1768"/>
                  </a:lnTo>
                  <a:lnTo>
                    <a:pt x="194" y="1772"/>
                  </a:lnTo>
                  <a:lnTo>
                    <a:pt x="194" y="1774"/>
                  </a:lnTo>
                  <a:lnTo>
                    <a:pt x="200" y="1770"/>
                  </a:lnTo>
                  <a:lnTo>
                    <a:pt x="198" y="1774"/>
                  </a:lnTo>
                  <a:lnTo>
                    <a:pt x="194" y="1784"/>
                  </a:lnTo>
                  <a:lnTo>
                    <a:pt x="188" y="1794"/>
                  </a:lnTo>
                  <a:lnTo>
                    <a:pt x="188" y="1800"/>
                  </a:lnTo>
                  <a:lnTo>
                    <a:pt x="192" y="1802"/>
                  </a:lnTo>
                  <a:lnTo>
                    <a:pt x="194" y="1802"/>
                  </a:lnTo>
                  <a:lnTo>
                    <a:pt x="196" y="1800"/>
                  </a:lnTo>
                  <a:lnTo>
                    <a:pt x="198" y="1792"/>
                  </a:lnTo>
                  <a:lnTo>
                    <a:pt x="202" y="1780"/>
                  </a:lnTo>
                  <a:lnTo>
                    <a:pt x="204" y="1776"/>
                  </a:lnTo>
                  <a:lnTo>
                    <a:pt x="206" y="1772"/>
                  </a:lnTo>
                  <a:lnTo>
                    <a:pt x="208" y="1770"/>
                  </a:lnTo>
                  <a:lnTo>
                    <a:pt x="208" y="1768"/>
                  </a:lnTo>
                  <a:lnTo>
                    <a:pt x="204" y="1764"/>
                  </a:lnTo>
                  <a:lnTo>
                    <a:pt x="202" y="1760"/>
                  </a:lnTo>
                  <a:lnTo>
                    <a:pt x="204" y="1758"/>
                  </a:lnTo>
                  <a:lnTo>
                    <a:pt x="206" y="1756"/>
                  </a:lnTo>
                  <a:lnTo>
                    <a:pt x="210" y="1754"/>
                  </a:lnTo>
                  <a:lnTo>
                    <a:pt x="208" y="1756"/>
                  </a:lnTo>
                  <a:lnTo>
                    <a:pt x="208" y="1762"/>
                  </a:lnTo>
                  <a:lnTo>
                    <a:pt x="208" y="1764"/>
                  </a:lnTo>
                  <a:lnTo>
                    <a:pt x="210" y="1766"/>
                  </a:lnTo>
                  <a:lnTo>
                    <a:pt x="214" y="1766"/>
                  </a:lnTo>
                  <a:lnTo>
                    <a:pt x="216" y="1764"/>
                  </a:lnTo>
                  <a:lnTo>
                    <a:pt x="216" y="1762"/>
                  </a:lnTo>
                  <a:lnTo>
                    <a:pt x="220" y="1764"/>
                  </a:lnTo>
                  <a:lnTo>
                    <a:pt x="222" y="1764"/>
                  </a:lnTo>
                  <a:lnTo>
                    <a:pt x="224" y="1758"/>
                  </a:lnTo>
                  <a:lnTo>
                    <a:pt x="224" y="1756"/>
                  </a:lnTo>
                  <a:lnTo>
                    <a:pt x="228" y="1756"/>
                  </a:lnTo>
                  <a:lnTo>
                    <a:pt x="232" y="1758"/>
                  </a:lnTo>
                  <a:lnTo>
                    <a:pt x="238" y="1762"/>
                  </a:lnTo>
                  <a:lnTo>
                    <a:pt x="230" y="1764"/>
                  </a:lnTo>
                  <a:lnTo>
                    <a:pt x="224" y="1766"/>
                  </a:lnTo>
                  <a:lnTo>
                    <a:pt x="224" y="1768"/>
                  </a:lnTo>
                  <a:lnTo>
                    <a:pt x="224" y="1772"/>
                  </a:lnTo>
                  <a:lnTo>
                    <a:pt x="230" y="1780"/>
                  </a:lnTo>
                  <a:lnTo>
                    <a:pt x="234" y="1786"/>
                  </a:lnTo>
                  <a:lnTo>
                    <a:pt x="234" y="1790"/>
                  </a:lnTo>
                  <a:lnTo>
                    <a:pt x="234" y="1794"/>
                  </a:lnTo>
                  <a:lnTo>
                    <a:pt x="230" y="1798"/>
                  </a:lnTo>
                  <a:lnTo>
                    <a:pt x="224" y="1806"/>
                  </a:lnTo>
                  <a:lnTo>
                    <a:pt x="222" y="1810"/>
                  </a:lnTo>
                  <a:lnTo>
                    <a:pt x="220" y="1816"/>
                  </a:lnTo>
                  <a:lnTo>
                    <a:pt x="222" y="1822"/>
                  </a:lnTo>
                  <a:lnTo>
                    <a:pt x="220" y="1822"/>
                  </a:lnTo>
                  <a:lnTo>
                    <a:pt x="216" y="1818"/>
                  </a:lnTo>
                  <a:lnTo>
                    <a:pt x="214" y="1820"/>
                  </a:lnTo>
                  <a:lnTo>
                    <a:pt x="214" y="1822"/>
                  </a:lnTo>
                  <a:lnTo>
                    <a:pt x="214" y="1826"/>
                  </a:lnTo>
                  <a:lnTo>
                    <a:pt x="220" y="1834"/>
                  </a:lnTo>
                  <a:lnTo>
                    <a:pt x="224" y="1840"/>
                  </a:lnTo>
                  <a:lnTo>
                    <a:pt x="224" y="1838"/>
                  </a:lnTo>
                  <a:lnTo>
                    <a:pt x="224" y="1836"/>
                  </a:lnTo>
                  <a:lnTo>
                    <a:pt x="222" y="1830"/>
                  </a:lnTo>
                  <a:lnTo>
                    <a:pt x="224" y="1828"/>
                  </a:lnTo>
                  <a:lnTo>
                    <a:pt x="228" y="1828"/>
                  </a:lnTo>
                  <a:lnTo>
                    <a:pt x="234" y="1832"/>
                  </a:lnTo>
                  <a:lnTo>
                    <a:pt x="240" y="1838"/>
                  </a:lnTo>
                  <a:lnTo>
                    <a:pt x="244" y="1840"/>
                  </a:lnTo>
                  <a:lnTo>
                    <a:pt x="246" y="1838"/>
                  </a:lnTo>
                  <a:lnTo>
                    <a:pt x="246" y="1834"/>
                  </a:lnTo>
                  <a:lnTo>
                    <a:pt x="246" y="1828"/>
                  </a:lnTo>
                  <a:lnTo>
                    <a:pt x="246" y="1826"/>
                  </a:lnTo>
                  <a:lnTo>
                    <a:pt x="246" y="1828"/>
                  </a:lnTo>
                  <a:lnTo>
                    <a:pt x="252" y="1830"/>
                  </a:lnTo>
                  <a:lnTo>
                    <a:pt x="260" y="1834"/>
                  </a:lnTo>
                  <a:lnTo>
                    <a:pt x="264" y="1834"/>
                  </a:lnTo>
                  <a:lnTo>
                    <a:pt x="266" y="1830"/>
                  </a:lnTo>
                  <a:lnTo>
                    <a:pt x="270" y="1826"/>
                  </a:lnTo>
                  <a:lnTo>
                    <a:pt x="274" y="1826"/>
                  </a:lnTo>
                  <a:lnTo>
                    <a:pt x="276" y="1828"/>
                  </a:lnTo>
                  <a:lnTo>
                    <a:pt x="278" y="1824"/>
                  </a:lnTo>
                  <a:lnTo>
                    <a:pt x="282" y="1822"/>
                  </a:lnTo>
                  <a:lnTo>
                    <a:pt x="286" y="1820"/>
                  </a:lnTo>
                  <a:lnTo>
                    <a:pt x="292" y="1820"/>
                  </a:lnTo>
                  <a:lnTo>
                    <a:pt x="292" y="1822"/>
                  </a:lnTo>
                  <a:lnTo>
                    <a:pt x="288" y="1826"/>
                  </a:lnTo>
                  <a:lnTo>
                    <a:pt x="280" y="1838"/>
                  </a:lnTo>
                  <a:lnTo>
                    <a:pt x="276" y="1844"/>
                  </a:lnTo>
                  <a:lnTo>
                    <a:pt x="276" y="1850"/>
                  </a:lnTo>
                  <a:lnTo>
                    <a:pt x="276" y="1854"/>
                  </a:lnTo>
                  <a:lnTo>
                    <a:pt x="278" y="1858"/>
                  </a:lnTo>
                  <a:lnTo>
                    <a:pt x="286" y="1866"/>
                  </a:lnTo>
                  <a:lnTo>
                    <a:pt x="292" y="1872"/>
                  </a:lnTo>
                  <a:lnTo>
                    <a:pt x="294" y="1876"/>
                  </a:lnTo>
                  <a:lnTo>
                    <a:pt x="296" y="1874"/>
                  </a:lnTo>
                  <a:lnTo>
                    <a:pt x="300" y="1872"/>
                  </a:lnTo>
                  <a:lnTo>
                    <a:pt x="302" y="1870"/>
                  </a:lnTo>
                  <a:lnTo>
                    <a:pt x="304" y="1870"/>
                  </a:lnTo>
                  <a:lnTo>
                    <a:pt x="308" y="1870"/>
                  </a:lnTo>
                  <a:lnTo>
                    <a:pt x="308" y="1872"/>
                  </a:lnTo>
                  <a:lnTo>
                    <a:pt x="308" y="1874"/>
                  </a:lnTo>
                  <a:lnTo>
                    <a:pt x="306" y="1878"/>
                  </a:lnTo>
                  <a:lnTo>
                    <a:pt x="306" y="1880"/>
                  </a:lnTo>
                  <a:lnTo>
                    <a:pt x="306" y="1882"/>
                  </a:lnTo>
                  <a:lnTo>
                    <a:pt x="308" y="1882"/>
                  </a:lnTo>
                  <a:lnTo>
                    <a:pt x="306" y="1884"/>
                  </a:lnTo>
                  <a:lnTo>
                    <a:pt x="300" y="1888"/>
                  </a:lnTo>
                  <a:lnTo>
                    <a:pt x="298" y="1890"/>
                  </a:lnTo>
                  <a:lnTo>
                    <a:pt x="298" y="1892"/>
                  </a:lnTo>
                  <a:lnTo>
                    <a:pt x="298" y="1894"/>
                  </a:lnTo>
                  <a:lnTo>
                    <a:pt x="302" y="1896"/>
                  </a:lnTo>
                  <a:lnTo>
                    <a:pt x="304" y="1898"/>
                  </a:lnTo>
                  <a:lnTo>
                    <a:pt x="302" y="1900"/>
                  </a:lnTo>
                  <a:lnTo>
                    <a:pt x="300" y="1902"/>
                  </a:lnTo>
                  <a:lnTo>
                    <a:pt x="300" y="1906"/>
                  </a:lnTo>
                  <a:lnTo>
                    <a:pt x="300" y="1910"/>
                  </a:lnTo>
                  <a:lnTo>
                    <a:pt x="302" y="1916"/>
                  </a:lnTo>
                  <a:lnTo>
                    <a:pt x="308" y="1924"/>
                  </a:lnTo>
                  <a:lnTo>
                    <a:pt x="304" y="1922"/>
                  </a:lnTo>
                  <a:lnTo>
                    <a:pt x="300" y="1918"/>
                  </a:lnTo>
                  <a:lnTo>
                    <a:pt x="296" y="1916"/>
                  </a:lnTo>
                  <a:lnTo>
                    <a:pt x="294" y="1918"/>
                  </a:lnTo>
                  <a:lnTo>
                    <a:pt x="296" y="1922"/>
                  </a:lnTo>
                  <a:lnTo>
                    <a:pt x="298" y="1926"/>
                  </a:lnTo>
                  <a:lnTo>
                    <a:pt x="294" y="1924"/>
                  </a:lnTo>
                  <a:lnTo>
                    <a:pt x="290" y="1922"/>
                  </a:lnTo>
                  <a:lnTo>
                    <a:pt x="286" y="1922"/>
                  </a:lnTo>
                  <a:lnTo>
                    <a:pt x="282" y="1922"/>
                  </a:lnTo>
                  <a:lnTo>
                    <a:pt x="276" y="1924"/>
                  </a:lnTo>
                  <a:lnTo>
                    <a:pt x="272" y="1924"/>
                  </a:lnTo>
                  <a:lnTo>
                    <a:pt x="270" y="1922"/>
                  </a:lnTo>
                  <a:lnTo>
                    <a:pt x="266" y="1924"/>
                  </a:lnTo>
                  <a:lnTo>
                    <a:pt x="264" y="1926"/>
                  </a:lnTo>
                  <a:lnTo>
                    <a:pt x="260" y="1926"/>
                  </a:lnTo>
                  <a:lnTo>
                    <a:pt x="256" y="1928"/>
                  </a:lnTo>
                  <a:lnTo>
                    <a:pt x="252" y="1932"/>
                  </a:lnTo>
                  <a:lnTo>
                    <a:pt x="246" y="1940"/>
                  </a:lnTo>
                  <a:lnTo>
                    <a:pt x="240" y="1944"/>
                  </a:lnTo>
                  <a:lnTo>
                    <a:pt x="236" y="1946"/>
                  </a:lnTo>
                  <a:lnTo>
                    <a:pt x="232" y="1950"/>
                  </a:lnTo>
                  <a:lnTo>
                    <a:pt x="230" y="1956"/>
                  </a:lnTo>
                  <a:lnTo>
                    <a:pt x="234" y="1954"/>
                  </a:lnTo>
                  <a:lnTo>
                    <a:pt x="238" y="1954"/>
                  </a:lnTo>
                  <a:lnTo>
                    <a:pt x="240" y="1954"/>
                  </a:lnTo>
                  <a:lnTo>
                    <a:pt x="244" y="1952"/>
                  </a:lnTo>
                  <a:lnTo>
                    <a:pt x="252" y="1948"/>
                  </a:lnTo>
                  <a:lnTo>
                    <a:pt x="256" y="1946"/>
                  </a:lnTo>
                  <a:lnTo>
                    <a:pt x="258" y="1946"/>
                  </a:lnTo>
                  <a:lnTo>
                    <a:pt x="256" y="1948"/>
                  </a:lnTo>
                  <a:lnTo>
                    <a:pt x="256" y="1954"/>
                  </a:lnTo>
                  <a:lnTo>
                    <a:pt x="258" y="1954"/>
                  </a:lnTo>
                  <a:lnTo>
                    <a:pt x="260" y="1956"/>
                  </a:lnTo>
                  <a:lnTo>
                    <a:pt x="258" y="1960"/>
                  </a:lnTo>
                  <a:lnTo>
                    <a:pt x="256" y="1964"/>
                  </a:lnTo>
                  <a:lnTo>
                    <a:pt x="256" y="1968"/>
                  </a:lnTo>
                  <a:lnTo>
                    <a:pt x="258" y="1974"/>
                  </a:lnTo>
                  <a:lnTo>
                    <a:pt x="258" y="1978"/>
                  </a:lnTo>
                  <a:lnTo>
                    <a:pt x="256" y="1982"/>
                  </a:lnTo>
                  <a:lnTo>
                    <a:pt x="252" y="1986"/>
                  </a:lnTo>
                  <a:lnTo>
                    <a:pt x="246" y="1990"/>
                  </a:lnTo>
                  <a:lnTo>
                    <a:pt x="232" y="1998"/>
                  </a:lnTo>
                  <a:lnTo>
                    <a:pt x="222" y="2000"/>
                  </a:lnTo>
                  <a:lnTo>
                    <a:pt x="216" y="2000"/>
                  </a:lnTo>
                  <a:lnTo>
                    <a:pt x="210" y="2006"/>
                  </a:lnTo>
                  <a:lnTo>
                    <a:pt x="208" y="2008"/>
                  </a:lnTo>
                  <a:lnTo>
                    <a:pt x="208" y="2010"/>
                  </a:lnTo>
                  <a:lnTo>
                    <a:pt x="212" y="2012"/>
                  </a:lnTo>
                  <a:lnTo>
                    <a:pt x="216" y="2012"/>
                  </a:lnTo>
                  <a:lnTo>
                    <a:pt x="216" y="2014"/>
                  </a:lnTo>
                  <a:lnTo>
                    <a:pt x="214" y="2016"/>
                  </a:lnTo>
                  <a:lnTo>
                    <a:pt x="214" y="2020"/>
                  </a:lnTo>
                  <a:lnTo>
                    <a:pt x="216" y="2024"/>
                  </a:lnTo>
                  <a:lnTo>
                    <a:pt x="224" y="2024"/>
                  </a:lnTo>
                  <a:lnTo>
                    <a:pt x="232" y="2022"/>
                  </a:lnTo>
                  <a:lnTo>
                    <a:pt x="240" y="2018"/>
                  </a:lnTo>
                  <a:lnTo>
                    <a:pt x="246" y="2018"/>
                  </a:lnTo>
                  <a:lnTo>
                    <a:pt x="250" y="2022"/>
                  </a:lnTo>
                  <a:lnTo>
                    <a:pt x="250" y="2026"/>
                  </a:lnTo>
                  <a:lnTo>
                    <a:pt x="248" y="2028"/>
                  </a:lnTo>
                  <a:lnTo>
                    <a:pt x="250" y="2030"/>
                  </a:lnTo>
                  <a:lnTo>
                    <a:pt x="256" y="2028"/>
                  </a:lnTo>
                  <a:lnTo>
                    <a:pt x="260" y="2028"/>
                  </a:lnTo>
                  <a:lnTo>
                    <a:pt x="264" y="2028"/>
                  </a:lnTo>
                  <a:lnTo>
                    <a:pt x="270" y="2030"/>
                  </a:lnTo>
                  <a:lnTo>
                    <a:pt x="274" y="2034"/>
                  </a:lnTo>
                  <a:lnTo>
                    <a:pt x="280" y="2038"/>
                  </a:lnTo>
                  <a:lnTo>
                    <a:pt x="284" y="2040"/>
                  </a:lnTo>
                  <a:lnTo>
                    <a:pt x="288" y="2040"/>
                  </a:lnTo>
                  <a:lnTo>
                    <a:pt x="292" y="2038"/>
                  </a:lnTo>
                  <a:lnTo>
                    <a:pt x="298" y="2032"/>
                  </a:lnTo>
                  <a:lnTo>
                    <a:pt x="302" y="2030"/>
                  </a:lnTo>
                  <a:lnTo>
                    <a:pt x="304" y="2028"/>
                  </a:lnTo>
                  <a:lnTo>
                    <a:pt x="310" y="2026"/>
                  </a:lnTo>
                  <a:lnTo>
                    <a:pt x="314" y="2024"/>
                  </a:lnTo>
                  <a:lnTo>
                    <a:pt x="320" y="2020"/>
                  </a:lnTo>
                  <a:lnTo>
                    <a:pt x="326" y="2016"/>
                  </a:lnTo>
                  <a:lnTo>
                    <a:pt x="322" y="2022"/>
                  </a:lnTo>
                  <a:lnTo>
                    <a:pt x="318" y="2026"/>
                  </a:lnTo>
                  <a:lnTo>
                    <a:pt x="312" y="2032"/>
                  </a:lnTo>
                  <a:lnTo>
                    <a:pt x="306" y="2036"/>
                  </a:lnTo>
                  <a:lnTo>
                    <a:pt x="304" y="2044"/>
                  </a:lnTo>
                  <a:lnTo>
                    <a:pt x="302" y="2048"/>
                  </a:lnTo>
                  <a:lnTo>
                    <a:pt x="294" y="2050"/>
                  </a:lnTo>
                  <a:lnTo>
                    <a:pt x="284" y="2050"/>
                  </a:lnTo>
                  <a:lnTo>
                    <a:pt x="280" y="2050"/>
                  </a:lnTo>
                  <a:lnTo>
                    <a:pt x="274" y="2048"/>
                  </a:lnTo>
                  <a:lnTo>
                    <a:pt x="262" y="2048"/>
                  </a:lnTo>
                  <a:lnTo>
                    <a:pt x="256" y="2048"/>
                  </a:lnTo>
                  <a:lnTo>
                    <a:pt x="252" y="2050"/>
                  </a:lnTo>
                  <a:lnTo>
                    <a:pt x="252" y="2052"/>
                  </a:lnTo>
                  <a:lnTo>
                    <a:pt x="252" y="2054"/>
                  </a:lnTo>
                  <a:lnTo>
                    <a:pt x="252" y="2058"/>
                  </a:lnTo>
                  <a:lnTo>
                    <a:pt x="250" y="2058"/>
                  </a:lnTo>
                  <a:lnTo>
                    <a:pt x="246" y="2060"/>
                  </a:lnTo>
                  <a:lnTo>
                    <a:pt x="242" y="2060"/>
                  </a:lnTo>
                  <a:lnTo>
                    <a:pt x="238" y="2062"/>
                  </a:lnTo>
                  <a:lnTo>
                    <a:pt x="238" y="2066"/>
                  </a:lnTo>
                  <a:lnTo>
                    <a:pt x="238" y="2070"/>
                  </a:lnTo>
                  <a:lnTo>
                    <a:pt x="238" y="2074"/>
                  </a:lnTo>
                  <a:lnTo>
                    <a:pt x="236" y="2076"/>
                  </a:lnTo>
                  <a:lnTo>
                    <a:pt x="232" y="2078"/>
                  </a:lnTo>
                  <a:lnTo>
                    <a:pt x="230" y="2082"/>
                  </a:lnTo>
                  <a:lnTo>
                    <a:pt x="230" y="2084"/>
                  </a:lnTo>
                  <a:lnTo>
                    <a:pt x="226" y="2086"/>
                  </a:lnTo>
                  <a:lnTo>
                    <a:pt x="220" y="2092"/>
                  </a:lnTo>
                  <a:lnTo>
                    <a:pt x="214" y="2100"/>
                  </a:lnTo>
                  <a:lnTo>
                    <a:pt x="210" y="2106"/>
                  </a:lnTo>
                  <a:lnTo>
                    <a:pt x="206" y="2106"/>
                  </a:lnTo>
                  <a:lnTo>
                    <a:pt x="202" y="2108"/>
                  </a:lnTo>
                  <a:lnTo>
                    <a:pt x="198" y="2108"/>
                  </a:lnTo>
                  <a:lnTo>
                    <a:pt x="194" y="2108"/>
                  </a:lnTo>
                  <a:lnTo>
                    <a:pt x="192" y="2112"/>
                  </a:lnTo>
                  <a:lnTo>
                    <a:pt x="192" y="2114"/>
                  </a:lnTo>
                  <a:lnTo>
                    <a:pt x="192" y="2118"/>
                  </a:lnTo>
                  <a:lnTo>
                    <a:pt x="194" y="2118"/>
                  </a:lnTo>
                  <a:lnTo>
                    <a:pt x="196" y="2118"/>
                  </a:lnTo>
                  <a:lnTo>
                    <a:pt x="200" y="2116"/>
                  </a:lnTo>
                  <a:lnTo>
                    <a:pt x="202" y="2116"/>
                  </a:lnTo>
                  <a:lnTo>
                    <a:pt x="206" y="2118"/>
                  </a:lnTo>
                  <a:lnTo>
                    <a:pt x="210" y="2122"/>
                  </a:lnTo>
                  <a:lnTo>
                    <a:pt x="212" y="2122"/>
                  </a:lnTo>
                  <a:lnTo>
                    <a:pt x="214" y="2122"/>
                  </a:lnTo>
                  <a:lnTo>
                    <a:pt x="216" y="2120"/>
                  </a:lnTo>
                  <a:lnTo>
                    <a:pt x="216" y="2118"/>
                  </a:lnTo>
                  <a:lnTo>
                    <a:pt x="218" y="2116"/>
                  </a:lnTo>
                  <a:lnTo>
                    <a:pt x="222" y="2112"/>
                  </a:lnTo>
                  <a:lnTo>
                    <a:pt x="226" y="2110"/>
                  </a:lnTo>
                  <a:lnTo>
                    <a:pt x="230" y="2106"/>
                  </a:lnTo>
                  <a:lnTo>
                    <a:pt x="234" y="2102"/>
                  </a:lnTo>
                  <a:lnTo>
                    <a:pt x="244" y="2100"/>
                  </a:lnTo>
                  <a:lnTo>
                    <a:pt x="252" y="2100"/>
                  </a:lnTo>
                  <a:lnTo>
                    <a:pt x="258" y="2102"/>
                  </a:lnTo>
                  <a:lnTo>
                    <a:pt x="270" y="2108"/>
                  </a:lnTo>
                  <a:lnTo>
                    <a:pt x="274" y="2110"/>
                  </a:lnTo>
                  <a:lnTo>
                    <a:pt x="276" y="2108"/>
                  </a:lnTo>
                  <a:lnTo>
                    <a:pt x="280" y="2098"/>
                  </a:lnTo>
                  <a:lnTo>
                    <a:pt x="282" y="2088"/>
                  </a:lnTo>
                  <a:lnTo>
                    <a:pt x="284" y="2086"/>
                  </a:lnTo>
                  <a:lnTo>
                    <a:pt x="286" y="2084"/>
                  </a:lnTo>
                  <a:lnTo>
                    <a:pt x="288" y="2086"/>
                  </a:lnTo>
                  <a:lnTo>
                    <a:pt x="290" y="2084"/>
                  </a:lnTo>
                  <a:lnTo>
                    <a:pt x="298" y="2080"/>
                  </a:lnTo>
                  <a:lnTo>
                    <a:pt x="302" y="2078"/>
                  </a:lnTo>
                  <a:lnTo>
                    <a:pt x="306" y="2078"/>
                  </a:lnTo>
                  <a:lnTo>
                    <a:pt x="312" y="2080"/>
                  </a:lnTo>
                  <a:lnTo>
                    <a:pt x="316" y="2084"/>
                  </a:lnTo>
                  <a:lnTo>
                    <a:pt x="322" y="2088"/>
                  </a:lnTo>
                  <a:lnTo>
                    <a:pt x="324" y="2088"/>
                  </a:lnTo>
                  <a:lnTo>
                    <a:pt x="328" y="2086"/>
                  </a:lnTo>
                  <a:lnTo>
                    <a:pt x="330" y="2086"/>
                  </a:lnTo>
                  <a:lnTo>
                    <a:pt x="334" y="2086"/>
                  </a:lnTo>
                  <a:lnTo>
                    <a:pt x="342" y="2086"/>
                  </a:lnTo>
                  <a:lnTo>
                    <a:pt x="344" y="2084"/>
                  </a:lnTo>
                  <a:lnTo>
                    <a:pt x="346" y="2082"/>
                  </a:lnTo>
                  <a:lnTo>
                    <a:pt x="356" y="2078"/>
                  </a:lnTo>
                  <a:lnTo>
                    <a:pt x="366" y="2076"/>
                  </a:lnTo>
                  <a:lnTo>
                    <a:pt x="368" y="2074"/>
                  </a:lnTo>
                  <a:lnTo>
                    <a:pt x="368" y="2072"/>
                  </a:lnTo>
                  <a:lnTo>
                    <a:pt x="374" y="2074"/>
                  </a:lnTo>
                  <a:lnTo>
                    <a:pt x="380" y="2076"/>
                  </a:lnTo>
                  <a:lnTo>
                    <a:pt x="382" y="2076"/>
                  </a:lnTo>
                  <a:lnTo>
                    <a:pt x="384" y="2074"/>
                  </a:lnTo>
                  <a:lnTo>
                    <a:pt x="386" y="2076"/>
                  </a:lnTo>
                  <a:lnTo>
                    <a:pt x="388" y="2078"/>
                  </a:lnTo>
                  <a:lnTo>
                    <a:pt x="392" y="2078"/>
                  </a:lnTo>
                  <a:lnTo>
                    <a:pt x="400" y="2074"/>
                  </a:lnTo>
                  <a:lnTo>
                    <a:pt x="410" y="2072"/>
                  </a:lnTo>
                  <a:lnTo>
                    <a:pt x="416" y="2074"/>
                  </a:lnTo>
                  <a:lnTo>
                    <a:pt x="422" y="2074"/>
                  </a:lnTo>
                  <a:lnTo>
                    <a:pt x="428" y="2076"/>
                  </a:lnTo>
                  <a:lnTo>
                    <a:pt x="432" y="2076"/>
                  </a:lnTo>
                  <a:lnTo>
                    <a:pt x="440" y="2074"/>
                  </a:lnTo>
                  <a:lnTo>
                    <a:pt x="448" y="2070"/>
                  </a:lnTo>
                  <a:lnTo>
                    <a:pt x="456" y="2068"/>
                  </a:lnTo>
                  <a:lnTo>
                    <a:pt x="460" y="2068"/>
                  </a:lnTo>
                  <a:lnTo>
                    <a:pt x="462" y="2064"/>
                  </a:lnTo>
                  <a:lnTo>
                    <a:pt x="464" y="2060"/>
                  </a:lnTo>
                  <a:lnTo>
                    <a:pt x="470" y="2056"/>
                  </a:lnTo>
                  <a:lnTo>
                    <a:pt x="478" y="2052"/>
                  </a:lnTo>
                  <a:lnTo>
                    <a:pt x="480" y="2048"/>
                  </a:lnTo>
                  <a:lnTo>
                    <a:pt x="480" y="2044"/>
                  </a:lnTo>
                  <a:lnTo>
                    <a:pt x="480" y="2040"/>
                  </a:lnTo>
                  <a:lnTo>
                    <a:pt x="480" y="2038"/>
                  </a:lnTo>
                  <a:lnTo>
                    <a:pt x="478" y="2038"/>
                  </a:lnTo>
                  <a:lnTo>
                    <a:pt x="472" y="2038"/>
                  </a:lnTo>
                  <a:lnTo>
                    <a:pt x="462" y="2040"/>
                  </a:lnTo>
                  <a:lnTo>
                    <a:pt x="456" y="2040"/>
                  </a:lnTo>
                  <a:lnTo>
                    <a:pt x="450" y="2038"/>
                  </a:lnTo>
                  <a:lnTo>
                    <a:pt x="448" y="2036"/>
                  </a:lnTo>
                  <a:lnTo>
                    <a:pt x="450" y="2036"/>
                  </a:lnTo>
                  <a:lnTo>
                    <a:pt x="446" y="2034"/>
                  </a:lnTo>
                  <a:lnTo>
                    <a:pt x="444" y="2032"/>
                  </a:lnTo>
                  <a:lnTo>
                    <a:pt x="448" y="2030"/>
                  </a:lnTo>
                  <a:lnTo>
                    <a:pt x="456" y="2030"/>
                  </a:lnTo>
                  <a:lnTo>
                    <a:pt x="458" y="2028"/>
                  </a:lnTo>
                  <a:lnTo>
                    <a:pt x="460" y="2026"/>
                  </a:lnTo>
                  <a:lnTo>
                    <a:pt x="460" y="2020"/>
                  </a:lnTo>
                  <a:lnTo>
                    <a:pt x="458" y="2020"/>
                  </a:lnTo>
                  <a:lnTo>
                    <a:pt x="456" y="2020"/>
                  </a:lnTo>
                  <a:lnTo>
                    <a:pt x="458" y="2016"/>
                  </a:lnTo>
                  <a:lnTo>
                    <a:pt x="462" y="2014"/>
                  </a:lnTo>
                  <a:lnTo>
                    <a:pt x="464" y="2014"/>
                  </a:lnTo>
                  <a:lnTo>
                    <a:pt x="472" y="2014"/>
                  </a:lnTo>
                  <a:lnTo>
                    <a:pt x="476" y="2014"/>
                  </a:lnTo>
                  <a:lnTo>
                    <a:pt x="476" y="2012"/>
                  </a:lnTo>
                  <a:lnTo>
                    <a:pt x="474" y="2010"/>
                  </a:lnTo>
                  <a:lnTo>
                    <a:pt x="474" y="2008"/>
                  </a:lnTo>
                  <a:lnTo>
                    <a:pt x="474" y="2006"/>
                  </a:lnTo>
                  <a:lnTo>
                    <a:pt x="482" y="2000"/>
                  </a:lnTo>
                  <a:lnTo>
                    <a:pt x="486" y="1996"/>
                  </a:lnTo>
                  <a:lnTo>
                    <a:pt x="490" y="1990"/>
                  </a:lnTo>
                  <a:lnTo>
                    <a:pt x="494" y="1982"/>
                  </a:lnTo>
                  <a:lnTo>
                    <a:pt x="494" y="1970"/>
                  </a:lnTo>
                  <a:close/>
                  <a:moveTo>
                    <a:pt x="662" y="1344"/>
                  </a:moveTo>
                  <a:lnTo>
                    <a:pt x="662" y="1344"/>
                  </a:lnTo>
                  <a:lnTo>
                    <a:pt x="660" y="1344"/>
                  </a:lnTo>
                  <a:lnTo>
                    <a:pt x="656" y="1346"/>
                  </a:lnTo>
                  <a:lnTo>
                    <a:pt x="656" y="1350"/>
                  </a:lnTo>
                  <a:lnTo>
                    <a:pt x="656" y="1354"/>
                  </a:lnTo>
                  <a:lnTo>
                    <a:pt x="660" y="1354"/>
                  </a:lnTo>
                  <a:lnTo>
                    <a:pt x="662" y="1352"/>
                  </a:lnTo>
                  <a:lnTo>
                    <a:pt x="664" y="1348"/>
                  </a:lnTo>
                  <a:lnTo>
                    <a:pt x="664" y="1346"/>
                  </a:lnTo>
                  <a:lnTo>
                    <a:pt x="662" y="1344"/>
                  </a:lnTo>
                  <a:close/>
                  <a:moveTo>
                    <a:pt x="652" y="1354"/>
                  </a:moveTo>
                  <a:lnTo>
                    <a:pt x="652" y="1354"/>
                  </a:lnTo>
                  <a:lnTo>
                    <a:pt x="650" y="1352"/>
                  </a:lnTo>
                  <a:lnTo>
                    <a:pt x="648" y="1352"/>
                  </a:lnTo>
                  <a:lnTo>
                    <a:pt x="646" y="1352"/>
                  </a:lnTo>
                  <a:lnTo>
                    <a:pt x="644" y="1356"/>
                  </a:lnTo>
                  <a:lnTo>
                    <a:pt x="646" y="1358"/>
                  </a:lnTo>
                  <a:lnTo>
                    <a:pt x="648" y="1358"/>
                  </a:lnTo>
                  <a:lnTo>
                    <a:pt x="652" y="1356"/>
                  </a:lnTo>
                  <a:lnTo>
                    <a:pt x="652" y="1354"/>
                  </a:lnTo>
                  <a:close/>
                  <a:moveTo>
                    <a:pt x="150" y="1398"/>
                  </a:moveTo>
                  <a:lnTo>
                    <a:pt x="150" y="1398"/>
                  </a:lnTo>
                  <a:lnTo>
                    <a:pt x="148" y="1396"/>
                  </a:lnTo>
                  <a:lnTo>
                    <a:pt x="146" y="1394"/>
                  </a:lnTo>
                  <a:lnTo>
                    <a:pt x="146" y="1396"/>
                  </a:lnTo>
                  <a:lnTo>
                    <a:pt x="144" y="1398"/>
                  </a:lnTo>
                  <a:lnTo>
                    <a:pt x="146" y="1402"/>
                  </a:lnTo>
                  <a:lnTo>
                    <a:pt x="152" y="1410"/>
                  </a:lnTo>
                  <a:lnTo>
                    <a:pt x="154" y="1412"/>
                  </a:lnTo>
                  <a:lnTo>
                    <a:pt x="156" y="1412"/>
                  </a:lnTo>
                  <a:lnTo>
                    <a:pt x="158" y="1412"/>
                  </a:lnTo>
                  <a:lnTo>
                    <a:pt x="156" y="1410"/>
                  </a:lnTo>
                  <a:lnTo>
                    <a:pt x="154" y="1404"/>
                  </a:lnTo>
                  <a:lnTo>
                    <a:pt x="154" y="1400"/>
                  </a:lnTo>
                  <a:lnTo>
                    <a:pt x="150" y="1398"/>
                  </a:lnTo>
                  <a:close/>
                  <a:moveTo>
                    <a:pt x="732" y="1304"/>
                  </a:moveTo>
                  <a:lnTo>
                    <a:pt x="732" y="1304"/>
                  </a:lnTo>
                  <a:lnTo>
                    <a:pt x="734" y="1302"/>
                  </a:lnTo>
                  <a:lnTo>
                    <a:pt x="732" y="1300"/>
                  </a:lnTo>
                  <a:lnTo>
                    <a:pt x="730" y="1298"/>
                  </a:lnTo>
                  <a:lnTo>
                    <a:pt x="728" y="1300"/>
                  </a:lnTo>
                  <a:lnTo>
                    <a:pt x="726" y="1302"/>
                  </a:lnTo>
                  <a:lnTo>
                    <a:pt x="724" y="1302"/>
                  </a:lnTo>
                  <a:lnTo>
                    <a:pt x="722" y="1300"/>
                  </a:lnTo>
                  <a:lnTo>
                    <a:pt x="720" y="1302"/>
                  </a:lnTo>
                  <a:lnTo>
                    <a:pt x="720" y="1304"/>
                  </a:lnTo>
                  <a:lnTo>
                    <a:pt x="724" y="1306"/>
                  </a:lnTo>
                  <a:lnTo>
                    <a:pt x="732" y="1304"/>
                  </a:lnTo>
                  <a:close/>
                  <a:moveTo>
                    <a:pt x="618" y="1384"/>
                  </a:moveTo>
                  <a:lnTo>
                    <a:pt x="618" y="1384"/>
                  </a:lnTo>
                  <a:lnTo>
                    <a:pt x="622" y="1384"/>
                  </a:lnTo>
                  <a:lnTo>
                    <a:pt x="626" y="1382"/>
                  </a:lnTo>
                  <a:lnTo>
                    <a:pt x="628" y="1380"/>
                  </a:lnTo>
                  <a:lnTo>
                    <a:pt x="628" y="1378"/>
                  </a:lnTo>
                  <a:lnTo>
                    <a:pt x="622" y="1378"/>
                  </a:lnTo>
                  <a:lnTo>
                    <a:pt x="618" y="1378"/>
                  </a:lnTo>
                  <a:lnTo>
                    <a:pt x="616" y="1380"/>
                  </a:lnTo>
                  <a:lnTo>
                    <a:pt x="618" y="1384"/>
                  </a:lnTo>
                  <a:close/>
                  <a:moveTo>
                    <a:pt x="620" y="1456"/>
                  </a:moveTo>
                  <a:lnTo>
                    <a:pt x="620" y="1456"/>
                  </a:lnTo>
                  <a:lnTo>
                    <a:pt x="616" y="1454"/>
                  </a:lnTo>
                  <a:lnTo>
                    <a:pt x="618" y="1456"/>
                  </a:lnTo>
                  <a:lnTo>
                    <a:pt x="622" y="1462"/>
                  </a:lnTo>
                  <a:lnTo>
                    <a:pt x="624" y="1462"/>
                  </a:lnTo>
                  <a:lnTo>
                    <a:pt x="626" y="1464"/>
                  </a:lnTo>
                  <a:lnTo>
                    <a:pt x="624" y="1462"/>
                  </a:lnTo>
                  <a:lnTo>
                    <a:pt x="622" y="1458"/>
                  </a:lnTo>
                  <a:lnTo>
                    <a:pt x="620" y="1456"/>
                  </a:lnTo>
                  <a:close/>
                  <a:moveTo>
                    <a:pt x="630" y="1474"/>
                  </a:moveTo>
                  <a:lnTo>
                    <a:pt x="630" y="1474"/>
                  </a:lnTo>
                  <a:lnTo>
                    <a:pt x="626" y="1468"/>
                  </a:lnTo>
                  <a:lnTo>
                    <a:pt x="622" y="1466"/>
                  </a:lnTo>
                  <a:lnTo>
                    <a:pt x="622" y="1468"/>
                  </a:lnTo>
                  <a:lnTo>
                    <a:pt x="626" y="1474"/>
                  </a:lnTo>
                  <a:lnTo>
                    <a:pt x="628" y="1476"/>
                  </a:lnTo>
                  <a:lnTo>
                    <a:pt x="630" y="1474"/>
                  </a:lnTo>
                  <a:close/>
                  <a:moveTo>
                    <a:pt x="624" y="1490"/>
                  </a:moveTo>
                  <a:lnTo>
                    <a:pt x="624" y="1490"/>
                  </a:lnTo>
                  <a:lnTo>
                    <a:pt x="626" y="1490"/>
                  </a:lnTo>
                  <a:lnTo>
                    <a:pt x="626" y="1486"/>
                  </a:lnTo>
                  <a:lnTo>
                    <a:pt x="624" y="1476"/>
                  </a:lnTo>
                  <a:lnTo>
                    <a:pt x="622" y="1474"/>
                  </a:lnTo>
                  <a:lnTo>
                    <a:pt x="622" y="1476"/>
                  </a:lnTo>
                  <a:lnTo>
                    <a:pt x="622" y="1480"/>
                  </a:lnTo>
                  <a:lnTo>
                    <a:pt x="622" y="1486"/>
                  </a:lnTo>
                  <a:lnTo>
                    <a:pt x="622" y="1490"/>
                  </a:lnTo>
                  <a:lnTo>
                    <a:pt x="624" y="1490"/>
                  </a:lnTo>
                  <a:close/>
                  <a:moveTo>
                    <a:pt x="302" y="1578"/>
                  </a:moveTo>
                  <a:lnTo>
                    <a:pt x="302" y="1578"/>
                  </a:lnTo>
                  <a:lnTo>
                    <a:pt x="300" y="1580"/>
                  </a:lnTo>
                  <a:lnTo>
                    <a:pt x="300" y="1582"/>
                  </a:lnTo>
                  <a:lnTo>
                    <a:pt x="302" y="1582"/>
                  </a:lnTo>
                  <a:lnTo>
                    <a:pt x="304" y="1584"/>
                  </a:lnTo>
                  <a:lnTo>
                    <a:pt x="306" y="1582"/>
                  </a:lnTo>
                  <a:lnTo>
                    <a:pt x="306" y="1580"/>
                  </a:lnTo>
                  <a:lnTo>
                    <a:pt x="304" y="1578"/>
                  </a:lnTo>
                  <a:lnTo>
                    <a:pt x="302" y="1578"/>
                  </a:lnTo>
                  <a:close/>
                  <a:moveTo>
                    <a:pt x="160" y="1386"/>
                  </a:moveTo>
                  <a:lnTo>
                    <a:pt x="160" y="1386"/>
                  </a:lnTo>
                  <a:lnTo>
                    <a:pt x="158" y="1382"/>
                  </a:lnTo>
                  <a:lnTo>
                    <a:pt x="154" y="1378"/>
                  </a:lnTo>
                  <a:lnTo>
                    <a:pt x="150" y="1378"/>
                  </a:lnTo>
                  <a:lnTo>
                    <a:pt x="148" y="1378"/>
                  </a:lnTo>
                  <a:lnTo>
                    <a:pt x="148" y="1380"/>
                  </a:lnTo>
                  <a:lnTo>
                    <a:pt x="148" y="1382"/>
                  </a:lnTo>
                  <a:lnTo>
                    <a:pt x="152" y="1384"/>
                  </a:lnTo>
                  <a:lnTo>
                    <a:pt x="156" y="1386"/>
                  </a:lnTo>
                  <a:lnTo>
                    <a:pt x="160" y="1386"/>
                  </a:lnTo>
                  <a:close/>
                  <a:moveTo>
                    <a:pt x="320" y="1546"/>
                  </a:moveTo>
                  <a:lnTo>
                    <a:pt x="320" y="1546"/>
                  </a:lnTo>
                  <a:lnTo>
                    <a:pt x="318" y="1546"/>
                  </a:lnTo>
                  <a:lnTo>
                    <a:pt x="316" y="1546"/>
                  </a:lnTo>
                  <a:lnTo>
                    <a:pt x="314" y="1548"/>
                  </a:lnTo>
                  <a:lnTo>
                    <a:pt x="312" y="1552"/>
                  </a:lnTo>
                  <a:lnTo>
                    <a:pt x="314" y="1552"/>
                  </a:lnTo>
                  <a:lnTo>
                    <a:pt x="318" y="1552"/>
                  </a:lnTo>
                  <a:lnTo>
                    <a:pt x="318" y="1550"/>
                  </a:lnTo>
                  <a:lnTo>
                    <a:pt x="320" y="1548"/>
                  </a:lnTo>
                  <a:lnTo>
                    <a:pt x="322" y="1546"/>
                  </a:lnTo>
                  <a:lnTo>
                    <a:pt x="320" y="1546"/>
                  </a:lnTo>
                  <a:close/>
                  <a:moveTo>
                    <a:pt x="354" y="1486"/>
                  </a:moveTo>
                  <a:lnTo>
                    <a:pt x="354" y="1486"/>
                  </a:lnTo>
                  <a:lnTo>
                    <a:pt x="356" y="1488"/>
                  </a:lnTo>
                  <a:lnTo>
                    <a:pt x="356" y="1490"/>
                  </a:lnTo>
                  <a:lnTo>
                    <a:pt x="358" y="1488"/>
                  </a:lnTo>
                  <a:lnTo>
                    <a:pt x="362" y="1490"/>
                  </a:lnTo>
                  <a:lnTo>
                    <a:pt x="364" y="1492"/>
                  </a:lnTo>
                  <a:lnTo>
                    <a:pt x="364" y="1490"/>
                  </a:lnTo>
                  <a:lnTo>
                    <a:pt x="366" y="1488"/>
                  </a:lnTo>
                  <a:lnTo>
                    <a:pt x="370" y="1490"/>
                  </a:lnTo>
                  <a:lnTo>
                    <a:pt x="372" y="1492"/>
                  </a:lnTo>
                  <a:lnTo>
                    <a:pt x="372" y="1494"/>
                  </a:lnTo>
                  <a:lnTo>
                    <a:pt x="370" y="1500"/>
                  </a:lnTo>
                  <a:lnTo>
                    <a:pt x="368" y="1506"/>
                  </a:lnTo>
                  <a:lnTo>
                    <a:pt x="368" y="1508"/>
                  </a:lnTo>
                  <a:lnTo>
                    <a:pt x="370" y="1512"/>
                  </a:lnTo>
                  <a:lnTo>
                    <a:pt x="372" y="1512"/>
                  </a:lnTo>
                  <a:lnTo>
                    <a:pt x="372" y="1510"/>
                  </a:lnTo>
                  <a:lnTo>
                    <a:pt x="374" y="1502"/>
                  </a:lnTo>
                  <a:lnTo>
                    <a:pt x="376" y="1496"/>
                  </a:lnTo>
                  <a:lnTo>
                    <a:pt x="374" y="1490"/>
                  </a:lnTo>
                  <a:lnTo>
                    <a:pt x="374" y="1488"/>
                  </a:lnTo>
                  <a:lnTo>
                    <a:pt x="376" y="1484"/>
                  </a:lnTo>
                  <a:lnTo>
                    <a:pt x="380" y="1476"/>
                  </a:lnTo>
                  <a:lnTo>
                    <a:pt x="380" y="1472"/>
                  </a:lnTo>
                  <a:lnTo>
                    <a:pt x="378" y="1474"/>
                  </a:lnTo>
                  <a:lnTo>
                    <a:pt x="376" y="1476"/>
                  </a:lnTo>
                  <a:lnTo>
                    <a:pt x="376" y="1474"/>
                  </a:lnTo>
                  <a:lnTo>
                    <a:pt x="376" y="1472"/>
                  </a:lnTo>
                  <a:lnTo>
                    <a:pt x="374" y="1470"/>
                  </a:lnTo>
                  <a:lnTo>
                    <a:pt x="372" y="1470"/>
                  </a:lnTo>
                  <a:lnTo>
                    <a:pt x="372" y="1472"/>
                  </a:lnTo>
                  <a:lnTo>
                    <a:pt x="370" y="1474"/>
                  </a:lnTo>
                  <a:lnTo>
                    <a:pt x="370" y="1472"/>
                  </a:lnTo>
                  <a:lnTo>
                    <a:pt x="370" y="1462"/>
                  </a:lnTo>
                  <a:lnTo>
                    <a:pt x="370" y="1460"/>
                  </a:lnTo>
                  <a:lnTo>
                    <a:pt x="368" y="1460"/>
                  </a:lnTo>
                  <a:lnTo>
                    <a:pt x="364" y="1464"/>
                  </a:lnTo>
                  <a:lnTo>
                    <a:pt x="358" y="1468"/>
                  </a:lnTo>
                  <a:lnTo>
                    <a:pt x="358" y="1470"/>
                  </a:lnTo>
                  <a:lnTo>
                    <a:pt x="364" y="1474"/>
                  </a:lnTo>
                  <a:lnTo>
                    <a:pt x="368" y="1476"/>
                  </a:lnTo>
                  <a:lnTo>
                    <a:pt x="368" y="1480"/>
                  </a:lnTo>
                  <a:lnTo>
                    <a:pt x="366" y="1482"/>
                  </a:lnTo>
                  <a:lnTo>
                    <a:pt x="360" y="1482"/>
                  </a:lnTo>
                  <a:lnTo>
                    <a:pt x="356" y="1482"/>
                  </a:lnTo>
                  <a:lnTo>
                    <a:pt x="356" y="1484"/>
                  </a:lnTo>
                  <a:lnTo>
                    <a:pt x="354" y="1486"/>
                  </a:lnTo>
                  <a:close/>
                  <a:moveTo>
                    <a:pt x="312" y="1560"/>
                  </a:moveTo>
                  <a:lnTo>
                    <a:pt x="312" y="1560"/>
                  </a:lnTo>
                  <a:lnTo>
                    <a:pt x="312" y="1562"/>
                  </a:lnTo>
                  <a:lnTo>
                    <a:pt x="314" y="1562"/>
                  </a:lnTo>
                  <a:lnTo>
                    <a:pt x="318" y="1560"/>
                  </a:lnTo>
                  <a:lnTo>
                    <a:pt x="316" y="1558"/>
                  </a:lnTo>
                  <a:lnTo>
                    <a:pt x="314" y="1556"/>
                  </a:lnTo>
                  <a:lnTo>
                    <a:pt x="312" y="1560"/>
                  </a:lnTo>
                  <a:close/>
                  <a:moveTo>
                    <a:pt x="744" y="1294"/>
                  </a:moveTo>
                  <a:lnTo>
                    <a:pt x="744" y="1294"/>
                  </a:lnTo>
                  <a:lnTo>
                    <a:pt x="746" y="1296"/>
                  </a:lnTo>
                  <a:lnTo>
                    <a:pt x="748" y="1296"/>
                  </a:lnTo>
                  <a:lnTo>
                    <a:pt x="750" y="1294"/>
                  </a:lnTo>
                  <a:lnTo>
                    <a:pt x="752" y="1292"/>
                  </a:lnTo>
                  <a:lnTo>
                    <a:pt x="748" y="1288"/>
                  </a:lnTo>
                  <a:lnTo>
                    <a:pt x="746" y="1288"/>
                  </a:lnTo>
                  <a:lnTo>
                    <a:pt x="744" y="1290"/>
                  </a:lnTo>
                  <a:lnTo>
                    <a:pt x="744" y="1294"/>
                  </a:lnTo>
                  <a:close/>
                  <a:moveTo>
                    <a:pt x="380" y="1462"/>
                  </a:moveTo>
                  <a:lnTo>
                    <a:pt x="380" y="1462"/>
                  </a:lnTo>
                  <a:lnTo>
                    <a:pt x="382" y="1460"/>
                  </a:lnTo>
                  <a:lnTo>
                    <a:pt x="382" y="1456"/>
                  </a:lnTo>
                  <a:lnTo>
                    <a:pt x="382" y="1454"/>
                  </a:lnTo>
                  <a:lnTo>
                    <a:pt x="380" y="1454"/>
                  </a:lnTo>
                  <a:lnTo>
                    <a:pt x="378" y="1454"/>
                  </a:lnTo>
                  <a:lnTo>
                    <a:pt x="378" y="1456"/>
                  </a:lnTo>
                  <a:lnTo>
                    <a:pt x="376" y="1460"/>
                  </a:lnTo>
                  <a:lnTo>
                    <a:pt x="374" y="1462"/>
                  </a:lnTo>
                  <a:lnTo>
                    <a:pt x="376" y="1468"/>
                  </a:lnTo>
                  <a:lnTo>
                    <a:pt x="378" y="1468"/>
                  </a:lnTo>
                  <a:lnTo>
                    <a:pt x="378" y="1466"/>
                  </a:lnTo>
                  <a:lnTo>
                    <a:pt x="380" y="1464"/>
                  </a:lnTo>
                  <a:lnTo>
                    <a:pt x="380" y="1462"/>
                  </a:lnTo>
                  <a:close/>
                  <a:moveTo>
                    <a:pt x="134" y="1090"/>
                  </a:moveTo>
                  <a:lnTo>
                    <a:pt x="134" y="1090"/>
                  </a:lnTo>
                  <a:lnTo>
                    <a:pt x="148" y="1086"/>
                  </a:lnTo>
                  <a:lnTo>
                    <a:pt x="158" y="1086"/>
                  </a:lnTo>
                  <a:lnTo>
                    <a:pt x="190" y="1088"/>
                  </a:lnTo>
                  <a:lnTo>
                    <a:pt x="200" y="1088"/>
                  </a:lnTo>
                  <a:lnTo>
                    <a:pt x="202" y="1090"/>
                  </a:lnTo>
                  <a:lnTo>
                    <a:pt x="202" y="1092"/>
                  </a:lnTo>
                  <a:lnTo>
                    <a:pt x="198" y="1094"/>
                  </a:lnTo>
                  <a:lnTo>
                    <a:pt x="186" y="1100"/>
                  </a:lnTo>
                  <a:lnTo>
                    <a:pt x="182" y="1104"/>
                  </a:lnTo>
                  <a:lnTo>
                    <a:pt x="180" y="1108"/>
                  </a:lnTo>
                  <a:lnTo>
                    <a:pt x="182" y="1110"/>
                  </a:lnTo>
                  <a:lnTo>
                    <a:pt x="186" y="1112"/>
                  </a:lnTo>
                  <a:lnTo>
                    <a:pt x="196" y="1112"/>
                  </a:lnTo>
                  <a:lnTo>
                    <a:pt x="204" y="1114"/>
                  </a:lnTo>
                  <a:lnTo>
                    <a:pt x="198" y="1118"/>
                  </a:lnTo>
                  <a:lnTo>
                    <a:pt x="190" y="1120"/>
                  </a:lnTo>
                  <a:lnTo>
                    <a:pt x="182" y="1120"/>
                  </a:lnTo>
                  <a:lnTo>
                    <a:pt x="174" y="1118"/>
                  </a:lnTo>
                  <a:lnTo>
                    <a:pt x="166" y="1116"/>
                  </a:lnTo>
                  <a:lnTo>
                    <a:pt x="162" y="1116"/>
                  </a:lnTo>
                  <a:lnTo>
                    <a:pt x="156" y="1120"/>
                  </a:lnTo>
                  <a:lnTo>
                    <a:pt x="150" y="1122"/>
                  </a:lnTo>
                  <a:lnTo>
                    <a:pt x="144" y="1124"/>
                  </a:lnTo>
                  <a:lnTo>
                    <a:pt x="132" y="1124"/>
                  </a:lnTo>
                  <a:lnTo>
                    <a:pt x="122" y="1126"/>
                  </a:lnTo>
                  <a:lnTo>
                    <a:pt x="120" y="1130"/>
                  </a:lnTo>
                  <a:lnTo>
                    <a:pt x="120" y="1132"/>
                  </a:lnTo>
                  <a:lnTo>
                    <a:pt x="122" y="1136"/>
                  </a:lnTo>
                  <a:lnTo>
                    <a:pt x="124" y="1138"/>
                  </a:lnTo>
                  <a:lnTo>
                    <a:pt x="134" y="1136"/>
                  </a:lnTo>
                  <a:lnTo>
                    <a:pt x="152" y="1134"/>
                  </a:lnTo>
                  <a:lnTo>
                    <a:pt x="162" y="1134"/>
                  </a:lnTo>
                  <a:lnTo>
                    <a:pt x="174" y="1136"/>
                  </a:lnTo>
                  <a:lnTo>
                    <a:pt x="180" y="1138"/>
                  </a:lnTo>
                  <a:lnTo>
                    <a:pt x="184" y="1140"/>
                  </a:lnTo>
                  <a:lnTo>
                    <a:pt x="186" y="1142"/>
                  </a:lnTo>
                  <a:lnTo>
                    <a:pt x="186" y="1146"/>
                  </a:lnTo>
                  <a:lnTo>
                    <a:pt x="186" y="1152"/>
                  </a:lnTo>
                  <a:lnTo>
                    <a:pt x="188" y="1154"/>
                  </a:lnTo>
                  <a:lnTo>
                    <a:pt x="190" y="1156"/>
                  </a:lnTo>
                  <a:lnTo>
                    <a:pt x="198" y="1160"/>
                  </a:lnTo>
                  <a:lnTo>
                    <a:pt x="202" y="1166"/>
                  </a:lnTo>
                  <a:lnTo>
                    <a:pt x="202" y="1174"/>
                  </a:lnTo>
                  <a:lnTo>
                    <a:pt x="198" y="1184"/>
                  </a:lnTo>
                  <a:lnTo>
                    <a:pt x="196" y="1186"/>
                  </a:lnTo>
                  <a:lnTo>
                    <a:pt x="190" y="1186"/>
                  </a:lnTo>
                  <a:lnTo>
                    <a:pt x="180" y="1184"/>
                  </a:lnTo>
                  <a:lnTo>
                    <a:pt x="172" y="1184"/>
                  </a:lnTo>
                  <a:lnTo>
                    <a:pt x="170" y="1186"/>
                  </a:lnTo>
                  <a:lnTo>
                    <a:pt x="170" y="1190"/>
                  </a:lnTo>
                  <a:lnTo>
                    <a:pt x="172" y="1196"/>
                  </a:lnTo>
                  <a:lnTo>
                    <a:pt x="174" y="1198"/>
                  </a:lnTo>
                  <a:lnTo>
                    <a:pt x="176" y="1200"/>
                  </a:lnTo>
                  <a:lnTo>
                    <a:pt x="182" y="1202"/>
                  </a:lnTo>
                  <a:lnTo>
                    <a:pt x="196" y="1202"/>
                  </a:lnTo>
                  <a:lnTo>
                    <a:pt x="220" y="1200"/>
                  </a:lnTo>
                  <a:lnTo>
                    <a:pt x="232" y="1200"/>
                  </a:lnTo>
                  <a:lnTo>
                    <a:pt x="242" y="1202"/>
                  </a:lnTo>
                  <a:lnTo>
                    <a:pt x="252" y="1206"/>
                  </a:lnTo>
                  <a:lnTo>
                    <a:pt x="260" y="1208"/>
                  </a:lnTo>
                  <a:lnTo>
                    <a:pt x="274" y="1216"/>
                  </a:lnTo>
                  <a:lnTo>
                    <a:pt x="282" y="1218"/>
                  </a:lnTo>
                  <a:lnTo>
                    <a:pt x="292" y="1220"/>
                  </a:lnTo>
                  <a:lnTo>
                    <a:pt x="300" y="1220"/>
                  </a:lnTo>
                  <a:lnTo>
                    <a:pt x="308" y="1224"/>
                  </a:lnTo>
                  <a:lnTo>
                    <a:pt x="318" y="1228"/>
                  </a:lnTo>
                  <a:lnTo>
                    <a:pt x="322" y="1230"/>
                  </a:lnTo>
                  <a:lnTo>
                    <a:pt x="328" y="1232"/>
                  </a:lnTo>
                  <a:lnTo>
                    <a:pt x="336" y="1232"/>
                  </a:lnTo>
                  <a:lnTo>
                    <a:pt x="346" y="1230"/>
                  </a:lnTo>
                  <a:lnTo>
                    <a:pt x="356" y="1226"/>
                  </a:lnTo>
                  <a:lnTo>
                    <a:pt x="362" y="1222"/>
                  </a:lnTo>
                  <a:lnTo>
                    <a:pt x="368" y="1214"/>
                  </a:lnTo>
                  <a:lnTo>
                    <a:pt x="370" y="1210"/>
                  </a:lnTo>
                  <a:lnTo>
                    <a:pt x="374" y="1206"/>
                  </a:lnTo>
                  <a:lnTo>
                    <a:pt x="380" y="1206"/>
                  </a:lnTo>
                  <a:lnTo>
                    <a:pt x="388" y="1206"/>
                  </a:lnTo>
                  <a:lnTo>
                    <a:pt x="396" y="1204"/>
                  </a:lnTo>
                  <a:lnTo>
                    <a:pt x="404" y="1204"/>
                  </a:lnTo>
                  <a:lnTo>
                    <a:pt x="418" y="1198"/>
                  </a:lnTo>
                  <a:lnTo>
                    <a:pt x="452" y="1176"/>
                  </a:lnTo>
                  <a:lnTo>
                    <a:pt x="462" y="1172"/>
                  </a:lnTo>
                  <a:lnTo>
                    <a:pt x="470" y="1170"/>
                  </a:lnTo>
                  <a:lnTo>
                    <a:pt x="484" y="1168"/>
                  </a:lnTo>
                  <a:lnTo>
                    <a:pt x="488" y="1166"/>
                  </a:lnTo>
                  <a:lnTo>
                    <a:pt x="494" y="1164"/>
                  </a:lnTo>
                  <a:lnTo>
                    <a:pt x="500" y="1160"/>
                  </a:lnTo>
                  <a:lnTo>
                    <a:pt x="504" y="1154"/>
                  </a:lnTo>
                  <a:lnTo>
                    <a:pt x="514" y="1142"/>
                  </a:lnTo>
                  <a:lnTo>
                    <a:pt x="522" y="1136"/>
                  </a:lnTo>
                  <a:lnTo>
                    <a:pt x="528" y="1134"/>
                  </a:lnTo>
                  <a:lnTo>
                    <a:pt x="534" y="1126"/>
                  </a:lnTo>
                  <a:lnTo>
                    <a:pt x="540" y="1112"/>
                  </a:lnTo>
                  <a:lnTo>
                    <a:pt x="542" y="1104"/>
                  </a:lnTo>
                  <a:lnTo>
                    <a:pt x="542" y="1098"/>
                  </a:lnTo>
                  <a:lnTo>
                    <a:pt x="542" y="1090"/>
                  </a:lnTo>
                  <a:lnTo>
                    <a:pt x="538" y="1086"/>
                  </a:lnTo>
                  <a:lnTo>
                    <a:pt x="532" y="1082"/>
                  </a:lnTo>
                  <a:lnTo>
                    <a:pt x="526" y="1080"/>
                  </a:lnTo>
                  <a:lnTo>
                    <a:pt x="518" y="1078"/>
                  </a:lnTo>
                  <a:lnTo>
                    <a:pt x="514" y="1076"/>
                  </a:lnTo>
                  <a:lnTo>
                    <a:pt x="510" y="1072"/>
                  </a:lnTo>
                  <a:lnTo>
                    <a:pt x="506" y="1068"/>
                  </a:lnTo>
                  <a:lnTo>
                    <a:pt x="502" y="1066"/>
                  </a:lnTo>
                  <a:lnTo>
                    <a:pt x="496" y="1068"/>
                  </a:lnTo>
                  <a:lnTo>
                    <a:pt x="494" y="1066"/>
                  </a:lnTo>
                  <a:lnTo>
                    <a:pt x="492" y="1064"/>
                  </a:lnTo>
                  <a:lnTo>
                    <a:pt x="496" y="1058"/>
                  </a:lnTo>
                  <a:lnTo>
                    <a:pt x="500" y="1052"/>
                  </a:lnTo>
                  <a:lnTo>
                    <a:pt x="500" y="1048"/>
                  </a:lnTo>
                  <a:lnTo>
                    <a:pt x="496" y="1046"/>
                  </a:lnTo>
                  <a:lnTo>
                    <a:pt x="492" y="1046"/>
                  </a:lnTo>
                  <a:lnTo>
                    <a:pt x="486" y="1044"/>
                  </a:lnTo>
                  <a:lnTo>
                    <a:pt x="484" y="1044"/>
                  </a:lnTo>
                  <a:lnTo>
                    <a:pt x="484" y="1040"/>
                  </a:lnTo>
                  <a:lnTo>
                    <a:pt x="488" y="1036"/>
                  </a:lnTo>
                  <a:lnTo>
                    <a:pt x="500" y="1028"/>
                  </a:lnTo>
                  <a:lnTo>
                    <a:pt x="500" y="1024"/>
                  </a:lnTo>
                  <a:lnTo>
                    <a:pt x="500" y="1022"/>
                  </a:lnTo>
                  <a:lnTo>
                    <a:pt x="494" y="1022"/>
                  </a:lnTo>
                  <a:lnTo>
                    <a:pt x="484" y="1026"/>
                  </a:lnTo>
                  <a:lnTo>
                    <a:pt x="474" y="1032"/>
                  </a:lnTo>
                  <a:lnTo>
                    <a:pt x="466" y="1036"/>
                  </a:lnTo>
                  <a:lnTo>
                    <a:pt x="462" y="1036"/>
                  </a:lnTo>
                  <a:lnTo>
                    <a:pt x="460" y="1034"/>
                  </a:lnTo>
                  <a:lnTo>
                    <a:pt x="456" y="1028"/>
                  </a:lnTo>
                  <a:lnTo>
                    <a:pt x="450" y="1020"/>
                  </a:lnTo>
                  <a:lnTo>
                    <a:pt x="446" y="1016"/>
                  </a:lnTo>
                  <a:lnTo>
                    <a:pt x="442" y="1012"/>
                  </a:lnTo>
                  <a:lnTo>
                    <a:pt x="436" y="1012"/>
                  </a:lnTo>
                  <a:lnTo>
                    <a:pt x="430" y="1012"/>
                  </a:lnTo>
                  <a:lnTo>
                    <a:pt x="424" y="1014"/>
                  </a:lnTo>
                  <a:lnTo>
                    <a:pt x="420" y="1018"/>
                  </a:lnTo>
                  <a:lnTo>
                    <a:pt x="418" y="1022"/>
                  </a:lnTo>
                  <a:lnTo>
                    <a:pt x="420" y="1026"/>
                  </a:lnTo>
                  <a:lnTo>
                    <a:pt x="424" y="1034"/>
                  </a:lnTo>
                  <a:lnTo>
                    <a:pt x="424" y="1038"/>
                  </a:lnTo>
                  <a:lnTo>
                    <a:pt x="424" y="1040"/>
                  </a:lnTo>
                  <a:lnTo>
                    <a:pt x="420" y="1042"/>
                  </a:lnTo>
                  <a:lnTo>
                    <a:pt x="418" y="1042"/>
                  </a:lnTo>
                  <a:lnTo>
                    <a:pt x="406" y="1038"/>
                  </a:lnTo>
                  <a:lnTo>
                    <a:pt x="402" y="1036"/>
                  </a:lnTo>
                  <a:lnTo>
                    <a:pt x="396" y="1038"/>
                  </a:lnTo>
                  <a:lnTo>
                    <a:pt x="390" y="1046"/>
                  </a:lnTo>
                  <a:lnTo>
                    <a:pt x="386" y="1050"/>
                  </a:lnTo>
                  <a:lnTo>
                    <a:pt x="382" y="1052"/>
                  </a:lnTo>
                  <a:lnTo>
                    <a:pt x="378" y="1052"/>
                  </a:lnTo>
                  <a:lnTo>
                    <a:pt x="374" y="1048"/>
                  </a:lnTo>
                  <a:lnTo>
                    <a:pt x="362" y="1038"/>
                  </a:lnTo>
                  <a:lnTo>
                    <a:pt x="358" y="1038"/>
                  </a:lnTo>
                  <a:lnTo>
                    <a:pt x="356" y="1038"/>
                  </a:lnTo>
                  <a:lnTo>
                    <a:pt x="354" y="1038"/>
                  </a:lnTo>
                  <a:lnTo>
                    <a:pt x="352" y="1042"/>
                  </a:lnTo>
                  <a:lnTo>
                    <a:pt x="352" y="1052"/>
                  </a:lnTo>
                  <a:lnTo>
                    <a:pt x="352" y="1056"/>
                  </a:lnTo>
                  <a:lnTo>
                    <a:pt x="350" y="1058"/>
                  </a:lnTo>
                  <a:lnTo>
                    <a:pt x="350" y="1060"/>
                  </a:lnTo>
                  <a:lnTo>
                    <a:pt x="346" y="1058"/>
                  </a:lnTo>
                  <a:lnTo>
                    <a:pt x="342" y="1052"/>
                  </a:lnTo>
                  <a:lnTo>
                    <a:pt x="338" y="1042"/>
                  </a:lnTo>
                  <a:lnTo>
                    <a:pt x="336" y="1038"/>
                  </a:lnTo>
                  <a:lnTo>
                    <a:pt x="330" y="1036"/>
                  </a:lnTo>
                  <a:lnTo>
                    <a:pt x="326" y="1036"/>
                  </a:lnTo>
                  <a:lnTo>
                    <a:pt x="320" y="1038"/>
                  </a:lnTo>
                  <a:lnTo>
                    <a:pt x="314" y="1042"/>
                  </a:lnTo>
                  <a:lnTo>
                    <a:pt x="308" y="1048"/>
                  </a:lnTo>
                  <a:lnTo>
                    <a:pt x="306" y="1054"/>
                  </a:lnTo>
                  <a:lnTo>
                    <a:pt x="306" y="1060"/>
                  </a:lnTo>
                  <a:lnTo>
                    <a:pt x="304" y="1070"/>
                  </a:lnTo>
                  <a:lnTo>
                    <a:pt x="304" y="1072"/>
                  </a:lnTo>
                  <a:lnTo>
                    <a:pt x="302" y="1072"/>
                  </a:lnTo>
                  <a:lnTo>
                    <a:pt x="294" y="1066"/>
                  </a:lnTo>
                  <a:lnTo>
                    <a:pt x="286" y="1052"/>
                  </a:lnTo>
                  <a:lnTo>
                    <a:pt x="280" y="1044"/>
                  </a:lnTo>
                  <a:lnTo>
                    <a:pt x="276" y="1042"/>
                  </a:lnTo>
                  <a:lnTo>
                    <a:pt x="272" y="1040"/>
                  </a:lnTo>
                  <a:lnTo>
                    <a:pt x="268" y="1042"/>
                  </a:lnTo>
                  <a:lnTo>
                    <a:pt x="266" y="1046"/>
                  </a:lnTo>
                  <a:lnTo>
                    <a:pt x="266" y="1052"/>
                  </a:lnTo>
                  <a:lnTo>
                    <a:pt x="266" y="1056"/>
                  </a:lnTo>
                  <a:lnTo>
                    <a:pt x="268" y="1062"/>
                  </a:lnTo>
                  <a:lnTo>
                    <a:pt x="270" y="1074"/>
                  </a:lnTo>
                  <a:lnTo>
                    <a:pt x="270" y="1078"/>
                  </a:lnTo>
                  <a:lnTo>
                    <a:pt x="270" y="1080"/>
                  </a:lnTo>
                  <a:lnTo>
                    <a:pt x="266" y="1082"/>
                  </a:lnTo>
                  <a:lnTo>
                    <a:pt x="264" y="1082"/>
                  </a:lnTo>
                  <a:lnTo>
                    <a:pt x="260" y="1080"/>
                  </a:lnTo>
                  <a:lnTo>
                    <a:pt x="256" y="1074"/>
                  </a:lnTo>
                  <a:lnTo>
                    <a:pt x="252" y="1070"/>
                  </a:lnTo>
                  <a:lnTo>
                    <a:pt x="248" y="1072"/>
                  </a:lnTo>
                  <a:lnTo>
                    <a:pt x="246" y="1076"/>
                  </a:lnTo>
                  <a:lnTo>
                    <a:pt x="242" y="1082"/>
                  </a:lnTo>
                  <a:lnTo>
                    <a:pt x="240" y="1088"/>
                  </a:lnTo>
                  <a:lnTo>
                    <a:pt x="236" y="1090"/>
                  </a:lnTo>
                  <a:lnTo>
                    <a:pt x="234" y="1092"/>
                  </a:lnTo>
                  <a:lnTo>
                    <a:pt x="232" y="1090"/>
                  </a:lnTo>
                  <a:lnTo>
                    <a:pt x="228" y="1084"/>
                  </a:lnTo>
                  <a:lnTo>
                    <a:pt x="226" y="1076"/>
                  </a:lnTo>
                  <a:lnTo>
                    <a:pt x="226" y="1070"/>
                  </a:lnTo>
                  <a:lnTo>
                    <a:pt x="228" y="1060"/>
                  </a:lnTo>
                  <a:lnTo>
                    <a:pt x="228" y="1058"/>
                  </a:lnTo>
                  <a:lnTo>
                    <a:pt x="228" y="1054"/>
                  </a:lnTo>
                  <a:lnTo>
                    <a:pt x="224" y="1050"/>
                  </a:lnTo>
                  <a:lnTo>
                    <a:pt x="216" y="1046"/>
                  </a:lnTo>
                  <a:lnTo>
                    <a:pt x="204" y="1036"/>
                  </a:lnTo>
                  <a:lnTo>
                    <a:pt x="200" y="1030"/>
                  </a:lnTo>
                  <a:lnTo>
                    <a:pt x="194" y="1026"/>
                  </a:lnTo>
                  <a:lnTo>
                    <a:pt x="184" y="1020"/>
                  </a:lnTo>
                  <a:lnTo>
                    <a:pt x="174" y="1018"/>
                  </a:lnTo>
                  <a:lnTo>
                    <a:pt x="168" y="1018"/>
                  </a:lnTo>
                  <a:lnTo>
                    <a:pt x="162" y="1018"/>
                  </a:lnTo>
                  <a:lnTo>
                    <a:pt x="158" y="1020"/>
                  </a:lnTo>
                  <a:lnTo>
                    <a:pt x="154" y="1024"/>
                  </a:lnTo>
                  <a:lnTo>
                    <a:pt x="152" y="1026"/>
                  </a:lnTo>
                  <a:lnTo>
                    <a:pt x="152" y="1030"/>
                  </a:lnTo>
                  <a:lnTo>
                    <a:pt x="154" y="1032"/>
                  </a:lnTo>
                  <a:lnTo>
                    <a:pt x="162" y="1038"/>
                  </a:lnTo>
                  <a:lnTo>
                    <a:pt x="170" y="1042"/>
                  </a:lnTo>
                  <a:lnTo>
                    <a:pt x="180" y="1048"/>
                  </a:lnTo>
                  <a:lnTo>
                    <a:pt x="186" y="1054"/>
                  </a:lnTo>
                  <a:lnTo>
                    <a:pt x="188" y="1058"/>
                  </a:lnTo>
                  <a:lnTo>
                    <a:pt x="186" y="1058"/>
                  </a:lnTo>
                  <a:lnTo>
                    <a:pt x="178" y="1056"/>
                  </a:lnTo>
                  <a:lnTo>
                    <a:pt x="166" y="1048"/>
                  </a:lnTo>
                  <a:lnTo>
                    <a:pt x="154" y="1040"/>
                  </a:lnTo>
                  <a:lnTo>
                    <a:pt x="148" y="1038"/>
                  </a:lnTo>
                  <a:lnTo>
                    <a:pt x="144" y="1036"/>
                  </a:lnTo>
                  <a:lnTo>
                    <a:pt x="140" y="1038"/>
                  </a:lnTo>
                  <a:lnTo>
                    <a:pt x="136" y="1040"/>
                  </a:lnTo>
                  <a:lnTo>
                    <a:pt x="130" y="1048"/>
                  </a:lnTo>
                  <a:lnTo>
                    <a:pt x="128" y="1058"/>
                  </a:lnTo>
                  <a:lnTo>
                    <a:pt x="128" y="1064"/>
                  </a:lnTo>
                  <a:lnTo>
                    <a:pt x="126" y="1066"/>
                  </a:lnTo>
                  <a:lnTo>
                    <a:pt x="122" y="1068"/>
                  </a:lnTo>
                  <a:lnTo>
                    <a:pt x="118" y="1068"/>
                  </a:lnTo>
                  <a:lnTo>
                    <a:pt x="116" y="1070"/>
                  </a:lnTo>
                  <a:lnTo>
                    <a:pt x="116" y="1074"/>
                  </a:lnTo>
                  <a:lnTo>
                    <a:pt x="114" y="1080"/>
                  </a:lnTo>
                  <a:lnTo>
                    <a:pt x="112" y="1080"/>
                  </a:lnTo>
                  <a:lnTo>
                    <a:pt x="106" y="1078"/>
                  </a:lnTo>
                  <a:lnTo>
                    <a:pt x="102" y="1078"/>
                  </a:lnTo>
                  <a:lnTo>
                    <a:pt x="98" y="1080"/>
                  </a:lnTo>
                  <a:lnTo>
                    <a:pt x="96" y="1082"/>
                  </a:lnTo>
                  <a:lnTo>
                    <a:pt x="96" y="1084"/>
                  </a:lnTo>
                  <a:lnTo>
                    <a:pt x="100" y="1086"/>
                  </a:lnTo>
                  <a:lnTo>
                    <a:pt x="104" y="1090"/>
                  </a:lnTo>
                  <a:lnTo>
                    <a:pt x="118" y="1092"/>
                  </a:lnTo>
                  <a:lnTo>
                    <a:pt x="126" y="1092"/>
                  </a:lnTo>
                  <a:lnTo>
                    <a:pt x="134" y="1090"/>
                  </a:lnTo>
                  <a:close/>
                  <a:moveTo>
                    <a:pt x="306" y="1550"/>
                  </a:moveTo>
                  <a:lnTo>
                    <a:pt x="306" y="1550"/>
                  </a:lnTo>
                  <a:lnTo>
                    <a:pt x="304" y="1546"/>
                  </a:lnTo>
                  <a:lnTo>
                    <a:pt x="302" y="1544"/>
                  </a:lnTo>
                  <a:lnTo>
                    <a:pt x="300" y="1544"/>
                  </a:lnTo>
                  <a:lnTo>
                    <a:pt x="300" y="1546"/>
                  </a:lnTo>
                  <a:lnTo>
                    <a:pt x="302" y="1548"/>
                  </a:lnTo>
                  <a:lnTo>
                    <a:pt x="306" y="1550"/>
                  </a:lnTo>
                  <a:close/>
                  <a:moveTo>
                    <a:pt x="294" y="1582"/>
                  </a:moveTo>
                  <a:lnTo>
                    <a:pt x="294" y="1582"/>
                  </a:lnTo>
                  <a:lnTo>
                    <a:pt x="296" y="1580"/>
                  </a:lnTo>
                  <a:lnTo>
                    <a:pt x="294" y="1576"/>
                  </a:lnTo>
                  <a:lnTo>
                    <a:pt x="290" y="1572"/>
                  </a:lnTo>
                  <a:lnTo>
                    <a:pt x="288" y="1572"/>
                  </a:lnTo>
                  <a:lnTo>
                    <a:pt x="286" y="1574"/>
                  </a:lnTo>
                  <a:lnTo>
                    <a:pt x="286" y="1576"/>
                  </a:lnTo>
                  <a:lnTo>
                    <a:pt x="290" y="1580"/>
                  </a:lnTo>
                  <a:lnTo>
                    <a:pt x="294" y="1582"/>
                  </a:lnTo>
                  <a:close/>
                  <a:moveTo>
                    <a:pt x="134" y="1350"/>
                  </a:moveTo>
                  <a:lnTo>
                    <a:pt x="134" y="1350"/>
                  </a:lnTo>
                  <a:lnTo>
                    <a:pt x="134" y="1354"/>
                  </a:lnTo>
                  <a:lnTo>
                    <a:pt x="134" y="1356"/>
                  </a:lnTo>
                  <a:lnTo>
                    <a:pt x="138" y="1360"/>
                  </a:lnTo>
                  <a:lnTo>
                    <a:pt x="140" y="1362"/>
                  </a:lnTo>
                  <a:lnTo>
                    <a:pt x="144" y="1364"/>
                  </a:lnTo>
                  <a:lnTo>
                    <a:pt x="150" y="1372"/>
                  </a:lnTo>
                  <a:lnTo>
                    <a:pt x="154" y="1374"/>
                  </a:lnTo>
                  <a:lnTo>
                    <a:pt x="154" y="1370"/>
                  </a:lnTo>
                  <a:lnTo>
                    <a:pt x="152" y="1364"/>
                  </a:lnTo>
                  <a:lnTo>
                    <a:pt x="148" y="1360"/>
                  </a:lnTo>
                  <a:lnTo>
                    <a:pt x="146" y="1358"/>
                  </a:lnTo>
                  <a:lnTo>
                    <a:pt x="144" y="1358"/>
                  </a:lnTo>
                  <a:lnTo>
                    <a:pt x="142" y="1354"/>
                  </a:lnTo>
                  <a:lnTo>
                    <a:pt x="140" y="1350"/>
                  </a:lnTo>
                  <a:lnTo>
                    <a:pt x="136" y="1348"/>
                  </a:lnTo>
                  <a:lnTo>
                    <a:pt x="134" y="1348"/>
                  </a:lnTo>
                  <a:lnTo>
                    <a:pt x="134" y="1350"/>
                  </a:lnTo>
                  <a:close/>
                  <a:moveTo>
                    <a:pt x="138" y="1658"/>
                  </a:moveTo>
                  <a:lnTo>
                    <a:pt x="138" y="1658"/>
                  </a:lnTo>
                  <a:lnTo>
                    <a:pt x="140" y="1652"/>
                  </a:lnTo>
                  <a:lnTo>
                    <a:pt x="138" y="1650"/>
                  </a:lnTo>
                  <a:lnTo>
                    <a:pt x="136" y="1650"/>
                  </a:lnTo>
                  <a:lnTo>
                    <a:pt x="132" y="1652"/>
                  </a:lnTo>
                  <a:lnTo>
                    <a:pt x="128" y="1652"/>
                  </a:lnTo>
                  <a:lnTo>
                    <a:pt x="124" y="1652"/>
                  </a:lnTo>
                  <a:lnTo>
                    <a:pt x="122" y="1654"/>
                  </a:lnTo>
                  <a:lnTo>
                    <a:pt x="120" y="1656"/>
                  </a:lnTo>
                  <a:lnTo>
                    <a:pt x="122" y="1656"/>
                  </a:lnTo>
                  <a:lnTo>
                    <a:pt x="126" y="1660"/>
                  </a:lnTo>
                  <a:lnTo>
                    <a:pt x="134" y="1660"/>
                  </a:lnTo>
                  <a:lnTo>
                    <a:pt x="136" y="1660"/>
                  </a:lnTo>
                  <a:lnTo>
                    <a:pt x="138" y="1658"/>
                  </a:lnTo>
                  <a:close/>
                  <a:moveTo>
                    <a:pt x="124" y="1360"/>
                  </a:moveTo>
                  <a:lnTo>
                    <a:pt x="124" y="1360"/>
                  </a:lnTo>
                  <a:lnTo>
                    <a:pt x="122" y="1360"/>
                  </a:lnTo>
                  <a:lnTo>
                    <a:pt x="124" y="1362"/>
                  </a:lnTo>
                  <a:lnTo>
                    <a:pt x="132" y="1368"/>
                  </a:lnTo>
                  <a:lnTo>
                    <a:pt x="134" y="1370"/>
                  </a:lnTo>
                  <a:lnTo>
                    <a:pt x="138" y="1368"/>
                  </a:lnTo>
                  <a:lnTo>
                    <a:pt x="138" y="1366"/>
                  </a:lnTo>
                  <a:lnTo>
                    <a:pt x="136" y="1362"/>
                  </a:lnTo>
                  <a:lnTo>
                    <a:pt x="132" y="1358"/>
                  </a:lnTo>
                  <a:lnTo>
                    <a:pt x="130" y="1358"/>
                  </a:lnTo>
                  <a:lnTo>
                    <a:pt x="124" y="1360"/>
                  </a:lnTo>
                  <a:close/>
                  <a:moveTo>
                    <a:pt x="162" y="1352"/>
                  </a:moveTo>
                  <a:lnTo>
                    <a:pt x="162" y="1352"/>
                  </a:lnTo>
                  <a:lnTo>
                    <a:pt x="162" y="1348"/>
                  </a:lnTo>
                  <a:lnTo>
                    <a:pt x="160" y="1344"/>
                  </a:lnTo>
                  <a:lnTo>
                    <a:pt x="160" y="1350"/>
                  </a:lnTo>
                  <a:lnTo>
                    <a:pt x="160" y="1352"/>
                  </a:lnTo>
                  <a:lnTo>
                    <a:pt x="162" y="1352"/>
                  </a:lnTo>
                  <a:close/>
                  <a:moveTo>
                    <a:pt x="128" y="1670"/>
                  </a:moveTo>
                  <a:lnTo>
                    <a:pt x="128" y="1670"/>
                  </a:lnTo>
                  <a:lnTo>
                    <a:pt x="126" y="1670"/>
                  </a:lnTo>
                  <a:lnTo>
                    <a:pt x="124" y="1672"/>
                  </a:lnTo>
                  <a:lnTo>
                    <a:pt x="122" y="1678"/>
                  </a:lnTo>
                  <a:lnTo>
                    <a:pt x="124" y="1686"/>
                  </a:lnTo>
                  <a:lnTo>
                    <a:pt x="126" y="1688"/>
                  </a:lnTo>
                  <a:lnTo>
                    <a:pt x="128" y="1688"/>
                  </a:lnTo>
                  <a:lnTo>
                    <a:pt x="130" y="1688"/>
                  </a:lnTo>
                  <a:lnTo>
                    <a:pt x="130" y="1684"/>
                  </a:lnTo>
                  <a:lnTo>
                    <a:pt x="128" y="1682"/>
                  </a:lnTo>
                  <a:lnTo>
                    <a:pt x="128" y="1680"/>
                  </a:lnTo>
                  <a:lnTo>
                    <a:pt x="130" y="1678"/>
                  </a:lnTo>
                  <a:lnTo>
                    <a:pt x="132" y="1674"/>
                  </a:lnTo>
                  <a:lnTo>
                    <a:pt x="130" y="1672"/>
                  </a:lnTo>
                  <a:lnTo>
                    <a:pt x="128" y="1670"/>
                  </a:lnTo>
                  <a:close/>
                  <a:moveTo>
                    <a:pt x="238" y="1920"/>
                  </a:moveTo>
                  <a:lnTo>
                    <a:pt x="238" y="1920"/>
                  </a:lnTo>
                  <a:lnTo>
                    <a:pt x="236" y="1924"/>
                  </a:lnTo>
                  <a:lnTo>
                    <a:pt x="238" y="1926"/>
                  </a:lnTo>
                  <a:lnTo>
                    <a:pt x="240" y="1930"/>
                  </a:lnTo>
                  <a:lnTo>
                    <a:pt x="246" y="1930"/>
                  </a:lnTo>
                  <a:lnTo>
                    <a:pt x="248" y="1930"/>
                  </a:lnTo>
                  <a:lnTo>
                    <a:pt x="252" y="1926"/>
                  </a:lnTo>
                  <a:lnTo>
                    <a:pt x="252" y="1924"/>
                  </a:lnTo>
                  <a:lnTo>
                    <a:pt x="254" y="1920"/>
                  </a:lnTo>
                  <a:lnTo>
                    <a:pt x="252" y="1918"/>
                  </a:lnTo>
                  <a:lnTo>
                    <a:pt x="250" y="1916"/>
                  </a:lnTo>
                  <a:lnTo>
                    <a:pt x="248" y="1914"/>
                  </a:lnTo>
                  <a:lnTo>
                    <a:pt x="244" y="1916"/>
                  </a:lnTo>
                  <a:lnTo>
                    <a:pt x="240" y="1916"/>
                  </a:lnTo>
                  <a:lnTo>
                    <a:pt x="238" y="1920"/>
                  </a:lnTo>
                  <a:close/>
                  <a:moveTo>
                    <a:pt x="232" y="1878"/>
                  </a:moveTo>
                  <a:lnTo>
                    <a:pt x="232" y="1878"/>
                  </a:lnTo>
                  <a:lnTo>
                    <a:pt x="236" y="1878"/>
                  </a:lnTo>
                  <a:lnTo>
                    <a:pt x="240" y="1876"/>
                  </a:lnTo>
                  <a:lnTo>
                    <a:pt x="246" y="1870"/>
                  </a:lnTo>
                  <a:lnTo>
                    <a:pt x="248" y="1862"/>
                  </a:lnTo>
                  <a:lnTo>
                    <a:pt x="246" y="1858"/>
                  </a:lnTo>
                  <a:lnTo>
                    <a:pt x="244" y="1856"/>
                  </a:lnTo>
                  <a:lnTo>
                    <a:pt x="240" y="1858"/>
                  </a:lnTo>
                  <a:lnTo>
                    <a:pt x="234" y="1866"/>
                  </a:lnTo>
                  <a:lnTo>
                    <a:pt x="230" y="1874"/>
                  </a:lnTo>
                  <a:lnTo>
                    <a:pt x="230" y="1876"/>
                  </a:lnTo>
                  <a:lnTo>
                    <a:pt x="232" y="1878"/>
                  </a:lnTo>
                  <a:close/>
                  <a:moveTo>
                    <a:pt x="290" y="1568"/>
                  </a:moveTo>
                  <a:lnTo>
                    <a:pt x="290" y="1568"/>
                  </a:lnTo>
                  <a:lnTo>
                    <a:pt x="294" y="1572"/>
                  </a:lnTo>
                  <a:lnTo>
                    <a:pt x="298" y="1572"/>
                  </a:lnTo>
                  <a:lnTo>
                    <a:pt x="302" y="1572"/>
                  </a:lnTo>
                  <a:lnTo>
                    <a:pt x="304" y="1572"/>
                  </a:lnTo>
                  <a:lnTo>
                    <a:pt x="306" y="1574"/>
                  </a:lnTo>
                  <a:lnTo>
                    <a:pt x="310" y="1574"/>
                  </a:lnTo>
                  <a:lnTo>
                    <a:pt x="312" y="1572"/>
                  </a:lnTo>
                  <a:lnTo>
                    <a:pt x="312" y="1570"/>
                  </a:lnTo>
                  <a:lnTo>
                    <a:pt x="310" y="1568"/>
                  </a:lnTo>
                  <a:lnTo>
                    <a:pt x="310" y="1570"/>
                  </a:lnTo>
                  <a:lnTo>
                    <a:pt x="308" y="1570"/>
                  </a:lnTo>
                  <a:lnTo>
                    <a:pt x="308" y="1568"/>
                  </a:lnTo>
                  <a:lnTo>
                    <a:pt x="304" y="1566"/>
                  </a:lnTo>
                  <a:lnTo>
                    <a:pt x="302" y="1566"/>
                  </a:lnTo>
                  <a:lnTo>
                    <a:pt x="300" y="1566"/>
                  </a:lnTo>
                  <a:lnTo>
                    <a:pt x="300" y="1564"/>
                  </a:lnTo>
                  <a:lnTo>
                    <a:pt x="302" y="1560"/>
                  </a:lnTo>
                  <a:lnTo>
                    <a:pt x="300" y="1560"/>
                  </a:lnTo>
                  <a:lnTo>
                    <a:pt x="296" y="1556"/>
                  </a:lnTo>
                  <a:lnTo>
                    <a:pt x="292" y="1556"/>
                  </a:lnTo>
                  <a:lnTo>
                    <a:pt x="290" y="1560"/>
                  </a:lnTo>
                  <a:lnTo>
                    <a:pt x="288" y="1564"/>
                  </a:lnTo>
                  <a:lnTo>
                    <a:pt x="290" y="1568"/>
                  </a:lnTo>
                  <a:close/>
                  <a:moveTo>
                    <a:pt x="208" y="1778"/>
                  </a:moveTo>
                  <a:lnTo>
                    <a:pt x="208" y="1778"/>
                  </a:lnTo>
                  <a:lnTo>
                    <a:pt x="206" y="1784"/>
                  </a:lnTo>
                  <a:lnTo>
                    <a:pt x="206" y="1788"/>
                  </a:lnTo>
                  <a:lnTo>
                    <a:pt x="210" y="1792"/>
                  </a:lnTo>
                  <a:lnTo>
                    <a:pt x="214" y="1792"/>
                  </a:lnTo>
                  <a:lnTo>
                    <a:pt x="216" y="1792"/>
                  </a:lnTo>
                  <a:lnTo>
                    <a:pt x="218" y="1788"/>
                  </a:lnTo>
                  <a:lnTo>
                    <a:pt x="216" y="1782"/>
                  </a:lnTo>
                  <a:lnTo>
                    <a:pt x="212" y="1776"/>
                  </a:lnTo>
                  <a:lnTo>
                    <a:pt x="210" y="1776"/>
                  </a:lnTo>
                  <a:lnTo>
                    <a:pt x="208" y="1778"/>
                  </a:lnTo>
                  <a:close/>
                  <a:moveTo>
                    <a:pt x="618" y="1434"/>
                  </a:moveTo>
                  <a:lnTo>
                    <a:pt x="618" y="1434"/>
                  </a:lnTo>
                  <a:lnTo>
                    <a:pt x="620" y="1434"/>
                  </a:lnTo>
                  <a:lnTo>
                    <a:pt x="622" y="1430"/>
                  </a:lnTo>
                  <a:lnTo>
                    <a:pt x="622" y="1428"/>
                  </a:lnTo>
                  <a:lnTo>
                    <a:pt x="620" y="1426"/>
                  </a:lnTo>
                  <a:lnTo>
                    <a:pt x="616" y="1430"/>
                  </a:lnTo>
                  <a:lnTo>
                    <a:pt x="616" y="1432"/>
                  </a:lnTo>
                  <a:lnTo>
                    <a:pt x="618" y="1434"/>
                  </a:lnTo>
                  <a:close/>
                  <a:moveTo>
                    <a:pt x="882" y="1770"/>
                  </a:moveTo>
                  <a:lnTo>
                    <a:pt x="882" y="1770"/>
                  </a:lnTo>
                  <a:lnTo>
                    <a:pt x="876" y="1774"/>
                  </a:lnTo>
                  <a:lnTo>
                    <a:pt x="870" y="1774"/>
                  </a:lnTo>
                  <a:lnTo>
                    <a:pt x="866" y="1772"/>
                  </a:lnTo>
                  <a:lnTo>
                    <a:pt x="860" y="1774"/>
                  </a:lnTo>
                  <a:lnTo>
                    <a:pt x="860" y="1776"/>
                  </a:lnTo>
                  <a:lnTo>
                    <a:pt x="864" y="1778"/>
                  </a:lnTo>
                  <a:lnTo>
                    <a:pt x="870" y="1782"/>
                  </a:lnTo>
                  <a:lnTo>
                    <a:pt x="870" y="1784"/>
                  </a:lnTo>
                  <a:lnTo>
                    <a:pt x="870" y="1786"/>
                  </a:lnTo>
                  <a:lnTo>
                    <a:pt x="870" y="1788"/>
                  </a:lnTo>
                  <a:lnTo>
                    <a:pt x="872" y="1790"/>
                  </a:lnTo>
                  <a:lnTo>
                    <a:pt x="874" y="1792"/>
                  </a:lnTo>
                  <a:lnTo>
                    <a:pt x="872" y="1796"/>
                  </a:lnTo>
                  <a:lnTo>
                    <a:pt x="870" y="1798"/>
                  </a:lnTo>
                  <a:lnTo>
                    <a:pt x="872" y="1800"/>
                  </a:lnTo>
                  <a:lnTo>
                    <a:pt x="874" y="1800"/>
                  </a:lnTo>
                  <a:lnTo>
                    <a:pt x="876" y="1804"/>
                  </a:lnTo>
                  <a:lnTo>
                    <a:pt x="876" y="1806"/>
                  </a:lnTo>
                  <a:lnTo>
                    <a:pt x="878" y="1806"/>
                  </a:lnTo>
                  <a:lnTo>
                    <a:pt x="882" y="1806"/>
                  </a:lnTo>
                  <a:lnTo>
                    <a:pt x="886" y="1806"/>
                  </a:lnTo>
                  <a:lnTo>
                    <a:pt x="888" y="1808"/>
                  </a:lnTo>
                  <a:lnTo>
                    <a:pt x="892" y="1806"/>
                  </a:lnTo>
                  <a:lnTo>
                    <a:pt x="894" y="1808"/>
                  </a:lnTo>
                  <a:lnTo>
                    <a:pt x="896" y="1810"/>
                  </a:lnTo>
                  <a:lnTo>
                    <a:pt x="896" y="1814"/>
                  </a:lnTo>
                  <a:lnTo>
                    <a:pt x="894" y="1814"/>
                  </a:lnTo>
                  <a:lnTo>
                    <a:pt x="892" y="1814"/>
                  </a:lnTo>
                  <a:lnTo>
                    <a:pt x="890" y="1816"/>
                  </a:lnTo>
                  <a:lnTo>
                    <a:pt x="892" y="1816"/>
                  </a:lnTo>
                  <a:lnTo>
                    <a:pt x="894" y="1818"/>
                  </a:lnTo>
                  <a:lnTo>
                    <a:pt x="898" y="1820"/>
                  </a:lnTo>
                  <a:lnTo>
                    <a:pt x="898" y="1822"/>
                  </a:lnTo>
                  <a:lnTo>
                    <a:pt x="896" y="1824"/>
                  </a:lnTo>
                  <a:lnTo>
                    <a:pt x="896" y="1826"/>
                  </a:lnTo>
                  <a:lnTo>
                    <a:pt x="900" y="1832"/>
                  </a:lnTo>
                  <a:lnTo>
                    <a:pt x="902" y="1836"/>
                  </a:lnTo>
                  <a:lnTo>
                    <a:pt x="904" y="1840"/>
                  </a:lnTo>
                  <a:lnTo>
                    <a:pt x="904" y="1844"/>
                  </a:lnTo>
                  <a:lnTo>
                    <a:pt x="906" y="1846"/>
                  </a:lnTo>
                  <a:lnTo>
                    <a:pt x="906" y="1848"/>
                  </a:lnTo>
                  <a:lnTo>
                    <a:pt x="908" y="1848"/>
                  </a:lnTo>
                  <a:lnTo>
                    <a:pt x="908" y="1844"/>
                  </a:lnTo>
                  <a:lnTo>
                    <a:pt x="908" y="1838"/>
                  </a:lnTo>
                  <a:lnTo>
                    <a:pt x="910" y="1834"/>
                  </a:lnTo>
                  <a:lnTo>
                    <a:pt x="912" y="1832"/>
                  </a:lnTo>
                  <a:lnTo>
                    <a:pt x="912" y="1828"/>
                  </a:lnTo>
                  <a:lnTo>
                    <a:pt x="908" y="1824"/>
                  </a:lnTo>
                  <a:lnTo>
                    <a:pt x="902" y="1822"/>
                  </a:lnTo>
                  <a:lnTo>
                    <a:pt x="904" y="1822"/>
                  </a:lnTo>
                  <a:lnTo>
                    <a:pt x="906" y="1820"/>
                  </a:lnTo>
                  <a:lnTo>
                    <a:pt x="910" y="1820"/>
                  </a:lnTo>
                  <a:lnTo>
                    <a:pt x="912" y="1818"/>
                  </a:lnTo>
                  <a:lnTo>
                    <a:pt x="912" y="1816"/>
                  </a:lnTo>
                  <a:lnTo>
                    <a:pt x="912" y="1812"/>
                  </a:lnTo>
                  <a:lnTo>
                    <a:pt x="912" y="1810"/>
                  </a:lnTo>
                  <a:lnTo>
                    <a:pt x="912" y="1808"/>
                  </a:lnTo>
                  <a:lnTo>
                    <a:pt x="918" y="1804"/>
                  </a:lnTo>
                  <a:lnTo>
                    <a:pt x="924" y="1802"/>
                  </a:lnTo>
                  <a:lnTo>
                    <a:pt x="926" y="1800"/>
                  </a:lnTo>
                  <a:lnTo>
                    <a:pt x="924" y="1798"/>
                  </a:lnTo>
                  <a:lnTo>
                    <a:pt x="918" y="1794"/>
                  </a:lnTo>
                  <a:lnTo>
                    <a:pt x="914" y="1790"/>
                  </a:lnTo>
                  <a:lnTo>
                    <a:pt x="914" y="1788"/>
                  </a:lnTo>
                  <a:lnTo>
                    <a:pt x="916" y="1784"/>
                  </a:lnTo>
                  <a:lnTo>
                    <a:pt x="922" y="1782"/>
                  </a:lnTo>
                  <a:lnTo>
                    <a:pt x="926" y="1782"/>
                  </a:lnTo>
                  <a:lnTo>
                    <a:pt x="928" y="1778"/>
                  </a:lnTo>
                  <a:lnTo>
                    <a:pt x="928" y="1772"/>
                  </a:lnTo>
                  <a:lnTo>
                    <a:pt x="928" y="1764"/>
                  </a:lnTo>
                  <a:lnTo>
                    <a:pt x="930" y="1758"/>
                  </a:lnTo>
                  <a:lnTo>
                    <a:pt x="932" y="1754"/>
                  </a:lnTo>
                  <a:lnTo>
                    <a:pt x="930" y="1752"/>
                  </a:lnTo>
                  <a:lnTo>
                    <a:pt x="920" y="1750"/>
                  </a:lnTo>
                  <a:lnTo>
                    <a:pt x="914" y="1750"/>
                  </a:lnTo>
                  <a:lnTo>
                    <a:pt x="908" y="1752"/>
                  </a:lnTo>
                  <a:lnTo>
                    <a:pt x="904" y="1756"/>
                  </a:lnTo>
                  <a:lnTo>
                    <a:pt x="902" y="1760"/>
                  </a:lnTo>
                  <a:lnTo>
                    <a:pt x="904" y="1762"/>
                  </a:lnTo>
                  <a:lnTo>
                    <a:pt x="904" y="1764"/>
                  </a:lnTo>
                  <a:lnTo>
                    <a:pt x="900" y="1772"/>
                  </a:lnTo>
                  <a:lnTo>
                    <a:pt x="898" y="1776"/>
                  </a:lnTo>
                  <a:lnTo>
                    <a:pt x="896" y="1774"/>
                  </a:lnTo>
                  <a:lnTo>
                    <a:pt x="896" y="1770"/>
                  </a:lnTo>
                  <a:lnTo>
                    <a:pt x="898" y="1762"/>
                  </a:lnTo>
                  <a:lnTo>
                    <a:pt x="896" y="1760"/>
                  </a:lnTo>
                  <a:lnTo>
                    <a:pt x="894" y="1760"/>
                  </a:lnTo>
                  <a:lnTo>
                    <a:pt x="890" y="1760"/>
                  </a:lnTo>
                  <a:lnTo>
                    <a:pt x="884" y="1758"/>
                  </a:lnTo>
                  <a:lnTo>
                    <a:pt x="880" y="1758"/>
                  </a:lnTo>
                  <a:lnTo>
                    <a:pt x="876" y="1758"/>
                  </a:lnTo>
                  <a:lnTo>
                    <a:pt x="878" y="1760"/>
                  </a:lnTo>
                  <a:lnTo>
                    <a:pt x="882" y="1762"/>
                  </a:lnTo>
                  <a:lnTo>
                    <a:pt x="886" y="1764"/>
                  </a:lnTo>
                  <a:lnTo>
                    <a:pt x="884" y="1768"/>
                  </a:lnTo>
                  <a:lnTo>
                    <a:pt x="882" y="1770"/>
                  </a:lnTo>
                  <a:close/>
                  <a:moveTo>
                    <a:pt x="850" y="1762"/>
                  </a:moveTo>
                  <a:lnTo>
                    <a:pt x="850" y="1762"/>
                  </a:lnTo>
                  <a:lnTo>
                    <a:pt x="848" y="1760"/>
                  </a:lnTo>
                  <a:lnTo>
                    <a:pt x="846" y="1764"/>
                  </a:lnTo>
                  <a:lnTo>
                    <a:pt x="848" y="1768"/>
                  </a:lnTo>
                  <a:lnTo>
                    <a:pt x="848" y="1772"/>
                  </a:lnTo>
                  <a:lnTo>
                    <a:pt x="850" y="1772"/>
                  </a:lnTo>
                  <a:lnTo>
                    <a:pt x="850" y="1770"/>
                  </a:lnTo>
                  <a:lnTo>
                    <a:pt x="852" y="1766"/>
                  </a:lnTo>
                  <a:lnTo>
                    <a:pt x="850" y="1762"/>
                  </a:lnTo>
                  <a:close/>
                  <a:moveTo>
                    <a:pt x="834" y="1814"/>
                  </a:moveTo>
                  <a:lnTo>
                    <a:pt x="834" y="1814"/>
                  </a:lnTo>
                  <a:lnTo>
                    <a:pt x="846" y="1816"/>
                  </a:lnTo>
                  <a:lnTo>
                    <a:pt x="852" y="1814"/>
                  </a:lnTo>
                  <a:lnTo>
                    <a:pt x="856" y="1812"/>
                  </a:lnTo>
                  <a:lnTo>
                    <a:pt x="858" y="1808"/>
                  </a:lnTo>
                  <a:lnTo>
                    <a:pt x="858" y="1806"/>
                  </a:lnTo>
                  <a:lnTo>
                    <a:pt x="858" y="1800"/>
                  </a:lnTo>
                  <a:lnTo>
                    <a:pt x="856" y="1794"/>
                  </a:lnTo>
                  <a:lnTo>
                    <a:pt x="856" y="1790"/>
                  </a:lnTo>
                  <a:lnTo>
                    <a:pt x="856" y="1788"/>
                  </a:lnTo>
                  <a:lnTo>
                    <a:pt x="852" y="1784"/>
                  </a:lnTo>
                  <a:lnTo>
                    <a:pt x="850" y="1782"/>
                  </a:lnTo>
                  <a:lnTo>
                    <a:pt x="850" y="1784"/>
                  </a:lnTo>
                  <a:lnTo>
                    <a:pt x="848" y="1786"/>
                  </a:lnTo>
                  <a:lnTo>
                    <a:pt x="840" y="1782"/>
                  </a:lnTo>
                  <a:lnTo>
                    <a:pt x="836" y="1782"/>
                  </a:lnTo>
                  <a:lnTo>
                    <a:pt x="830" y="1784"/>
                  </a:lnTo>
                  <a:lnTo>
                    <a:pt x="824" y="1786"/>
                  </a:lnTo>
                  <a:lnTo>
                    <a:pt x="818" y="1786"/>
                  </a:lnTo>
                  <a:lnTo>
                    <a:pt x="816" y="1786"/>
                  </a:lnTo>
                  <a:lnTo>
                    <a:pt x="814" y="1788"/>
                  </a:lnTo>
                  <a:lnTo>
                    <a:pt x="814" y="1790"/>
                  </a:lnTo>
                  <a:lnTo>
                    <a:pt x="816" y="1792"/>
                  </a:lnTo>
                  <a:lnTo>
                    <a:pt x="820" y="1798"/>
                  </a:lnTo>
                  <a:lnTo>
                    <a:pt x="824" y="1806"/>
                  </a:lnTo>
                  <a:lnTo>
                    <a:pt x="824" y="1810"/>
                  </a:lnTo>
                  <a:lnTo>
                    <a:pt x="826" y="1808"/>
                  </a:lnTo>
                  <a:lnTo>
                    <a:pt x="828" y="1808"/>
                  </a:lnTo>
                  <a:lnTo>
                    <a:pt x="830" y="1808"/>
                  </a:lnTo>
                  <a:lnTo>
                    <a:pt x="830" y="1810"/>
                  </a:lnTo>
                  <a:lnTo>
                    <a:pt x="830" y="1812"/>
                  </a:lnTo>
                  <a:lnTo>
                    <a:pt x="830" y="1814"/>
                  </a:lnTo>
                  <a:lnTo>
                    <a:pt x="834" y="1814"/>
                  </a:lnTo>
                  <a:close/>
                  <a:moveTo>
                    <a:pt x="898" y="1832"/>
                  </a:moveTo>
                  <a:lnTo>
                    <a:pt x="898" y="1832"/>
                  </a:lnTo>
                  <a:lnTo>
                    <a:pt x="894" y="1826"/>
                  </a:lnTo>
                  <a:lnTo>
                    <a:pt x="892" y="1826"/>
                  </a:lnTo>
                  <a:lnTo>
                    <a:pt x="890" y="1828"/>
                  </a:lnTo>
                  <a:lnTo>
                    <a:pt x="890" y="1830"/>
                  </a:lnTo>
                  <a:lnTo>
                    <a:pt x="888" y="1830"/>
                  </a:lnTo>
                  <a:lnTo>
                    <a:pt x="878" y="1824"/>
                  </a:lnTo>
                  <a:lnTo>
                    <a:pt x="872" y="1822"/>
                  </a:lnTo>
                  <a:lnTo>
                    <a:pt x="868" y="1822"/>
                  </a:lnTo>
                  <a:lnTo>
                    <a:pt x="866" y="1826"/>
                  </a:lnTo>
                  <a:lnTo>
                    <a:pt x="866" y="1830"/>
                  </a:lnTo>
                  <a:lnTo>
                    <a:pt x="870" y="1834"/>
                  </a:lnTo>
                  <a:lnTo>
                    <a:pt x="876" y="1838"/>
                  </a:lnTo>
                  <a:lnTo>
                    <a:pt x="886" y="1840"/>
                  </a:lnTo>
                  <a:lnTo>
                    <a:pt x="894" y="1842"/>
                  </a:lnTo>
                  <a:lnTo>
                    <a:pt x="898" y="1842"/>
                  </a:lnTo>
                  <a:lnTo>
                    <a:pt x="900" y="1840"/>
                  </a:lnTo>
                  <a:lnTo>
                    <a:pt x="898" y="1832"/>
                  </a:lnTo>
                  <a:close/>
                  <a:moveTo>
                    <a:pt x="914" y="1822"/>
                  </a:moveTo>
                  <a:lnTo>
                    <a:pt x="914" y="1822"/>
                  </a:lnTo>
                  <a:lnTo>
                    <a:pt x="912" y="1824"/>
                  </a:lnTo>
                  <a:lnTo>
                    <a:pt x="914" y="1826"/>
                  </a:lnTo>
                  <a:lnTo>
                    <a:pt x="918" y="1824"/>
                  </a:lnTo>
                  <a:lnTo>
                    <a:pt x="924" y="1820"/>
                  </a:lnTo>
                  <a:lnTo>
                    <a:pt x="926" y="1820"/>
                  </a:lnTo>
                  <a:lnTo>
                    <a:pt x="926" y="1818"/>
                  </a:lnTo>
                  <a:lnTo>
                    <a:pt x="922" y="1816"/>
                  </a:lnTo>
                  <a:lnTo>
                    <a:pt x="918" y="1816"/>
                  </a:lnTo>
                  <a:lnTo>
                    <a:pt x="914" y="1822"/>
                  </a:lnTo>
                  <a:close/>
                  <a:moveTo>
                    <a:pt x="868" y="1848"/>
                  </a:moveTo>
                  <a:lnTo>
                    <a:pt x="868" y="1848"/>
                  </a:lnTo>
                  <a:lnTo>
                    <a:pt x="866" y="1850"/>
                  </a:lnTo>
                  <a:lnTo>
                    <a:pt x="868" y="1852"/>
                  </a:lnTo>
                  <a:lnTo>
                    <a:pt x="872" y="1854"/>
                  </a:lnTo>
                  <a:lnTo>
                    <a:pt x="876" y="1854"/>
                  </a:lnTo>
                  <a:lnTo>
                    <a:pt x="880" y="1854"/>
                  </a:lnTo>
                  <a:lnTo>
                    <a:pt x="878" y="1852"/>
                  </a:lnTo>
                  <a:lnTo>
                    <a:pt x="876" y="1848"/>
                  </a:lnTo>
                  <a:lnTo>
                    <a:pt x="872" y="1848"/>
                  </a:lnTo>
                  <a:lnTo>
                    <a:pt x="868" y="1848"/>
                  </a:lnTo>
                  <a:close/>
                  <a:moveTo>
                    <a:pt x="1030" y="1820"/>
                  </a:moveTo>
                  <a:lnTo>
                    <a:pt x="1030" y="1820"/>
                  </a:lnTo>
                  <a:lnTo>
                    <a:pt x="1032" y="1818"/>
                  </a:lnTo>
                  <a:lnTo>
                    <a:pt x="1034" y="1814"/>
                  </a:lnTo>
                  <a:lnTo>
                    <a:pt x="1032" y="1810"/>
                  </a:lnTo>
                  <a:lnTo>
                    <a:pt x="1030" y="1808"/>
                  </a:lnTo>
                  <a:lnTo>
                    <a:pt x="1022" y="1802"/>
                  </a:lnTo>
                  <a:lnTo>
                    <a:pt x="1018" y="1800"/>
                  </a:lnTo>
                  <a:lnTo>
                    <a:pt x="1016" y="1802"/>
                  </a:lnTo>
                  <a:lnTo>
                    <a:pt x="1014" y="1806"/>
                  </a:lnTo>
                  <a:lnTo>
                    <a:pt x="1016" y="1812"/>
                  </a:lnTo>
                  <a:lnTo>
                    <a:pt x="1022" y="1818"/>
                  </a:lnTo>
                  <a:lnTo>
                    <a:pt x="1026" y="1820"/>
                  </a:lnTo>
                  <a:lnTo>
                    <a:pt x="1030" y="1820"/>
                  </a:lnTo>
                  <a:close/>
                  <a:moveTo>
                    <a:pt x="952" y="1846"/>
                  </a:moveTo>
                  <a:lnTo>
                    <a:pt x="952" y="1846"/>
                  </a:lnTo>
                  <a:lnTo>
                    <a:pt x="952" y="1848"/>
                  </a:lnTo>
                  <a:lnTo>
                    <a:pt x="954" y="1850"/>
                  </a:lnTo>
                  <a:lnTo>
                    <a:pt x="954" y="1854"/>
                  </a:lnTo>
                  <a:lnTo>
                    <a:pt x="954" y="1856"/>
                  </a:lnTo>
                  <a:lnTo>
                    <a:pt x="952" y="1858"/>
                  </a:lnTo>
                  <a:lnTo>
                    <a:pt x="952" y="1860"/>
                  </a:lnTo>
                  <a:lnTo>
                    <a:pt x="960" y="1866"/>
                  </a:lnTo>
                  <a:lnTo>
                    <a:pt x="962" y="1866"/>
                  </a:lnTo>
                  <a:lnTo>
                    <a:pt x="964" y="1866"/>
                  </a:lnTo>
                  <a:lnTo>
                    <a:pt x="964" y="1864"/>
                  </a:lnTo>
                  <a:lnTo>
                    <a:pt x="964" y="1862"/>
                  </a:lnTo>
                  <a:lnTo>
                    <a:pt x="966" y="1860"/>
                  </a:lnTo>
                  <a:lnTo>
                    <a:pt x="968" y="1858"/>
                  </a:lnTo>
                  <a:lnTo>
                    <a:pt x="972" y="1862"/>
                  </a:lnTo>
                  <a:lnTo>
                    <a:pt x="976" y="1864"/>
                  </a:lnTo>
                  <a:lnTo>
                    <a:pt x="976" y="1862"/>
                  </a:lnTo>
                  <a:lnTo>
                    <a:pt x="976" y="1860"/>
                  </a:lnTo>
                  <a:lnTo>
                    <a:pt x="972" y="1858"/>
                  </a:lnTo>
                  <a:lnTo>
                    <a:pt x="972" y="1856"/>
                  </a:lnTo>
                  <a:lnTo>
                    <a:pt x="972" y="1854"/>
                  </a:lnTo>
                  <a:lnTo>
                    <a:pt x="974" y="1850"/>
                  </a:lnTo>
                  <a:lnTo>
                    <a:pt x="974" y="1846"/>
                  </a:lnTo>
                  <a:lnTo>
                    <a:pt x="972" y="1846"/>
                  </a:lnTo>
                  <a:lnTo>
                    <a:pt x="970" y="1844"/>
                  </a:lnTo>
                  <a:lnTo>
                    <a:pt x="966" y="1842"/>
                  </a:lnTo>
                  <a:lnTo>
                    <a:pt x="964" y="1840"/>
                  </a:lnTo>
                  <a:lnTo>
                    <a:pt x="960" y="1838"/>
                  </a:lnTo>
                  <a:lnTo>
                    <a:pt x="956" y="1840"/>
                  </a:lnTo>
                  <a:lnTo>
                    <a:pt x="954" y="1842"/>
                  </a:lnTo>
                  <a:lnTo>
                    <a:pt x="958" y="1844"/>
                  </a:lnTo>
                  <a:lnTo>
                    <a:pt x="964" y="1846"/>
                  </a:lnTo>
                  <a:lnTo>
                    <a:pt x="966" y="1848"/>
                  </a:lnTo>
                  <a:lnTo>
                    <a:pt x="964" y="1850"/>
                  </a:lnTo>
                  <a:lnTo>
                    <a:pt x="960" y="1850"/>
                  </a:lnTo>
                  <a:lnTo>
                    <a:pt x="952" y="1846"/>
                  </a:lnTo>
                  <a:close/>
                  <a:moveTo>
                    <a:pt x="862" y="1678"/>
                  </a:moveTo>
                  <a:lnTo>
                    <a:pt x="862" y="1678"/>
                  </a:lnTo>
                  <a:lnTo>
                    <a:pt x="864" y="1678"/>
                  </a:lnTo>
                  <a:lnTo>
                    <a:pt x="868" y="1678"/>
                  </a:lnTo>
                  <a:lnTo>
                    <a:pt x="872" y="1674"/>
                  </a:lnTo>
                  <a:lnTo>
                    <a:pt x="872" y="1672"/>
                  </a:lnTo>
                  <a:lnTo>
                    <a:pt x="868" y="1672"/>
                  </a:lnTo>
                  <a:lnTo>
                    <a:pt x="864" y="1674"/>
                  </a:lnTo>
                  <a:lnTo>
                    <a:pt x="862" y="1678"/>
                  </a:lnTo>
                  <a:close/>
                  <a:moveTo>
                    <a:pt x="860" y="1816"/>
                  </a:moveTo>
                  <a:lnTo>
                    <a:pt x="860" y="1816"/>
                  </a:lnTo>
                  <a:lnTo>
                    <a:pt x="860" y="1814"/>
                  </a:lnTo>
                  <a:lnTo>
                    <a:pt x="860" y="1812"/>
                  </a:lnTo>
                  <a:lnTo>
                    <a:pt x="858" y="1814"/>
                  </a:lnTo>
                  <a:lnTo>
                    <a:pt x="856" y="1818"/>
                  </a:lnTo>
                  <a:lnTo>
                    <a:pt x="850" y="1826"/>
                  </a:lnTo>
                  <a:lnTo>
                    <a:pt x="848" y="1830"/>
                  </a:lnTo>
                  <a:lnTo>
                    <a:pt x="848" y="1834"/>
                  </a:lnTo>
                  <a:lnTo>
                    <a:pt x="850" y="1836"/>
                  </a:lnTo>
                  <a:lnTo>
                    <a:pt x="852" y="1836"/>
                  </a:lnTo>
                  <a:lnTo>
                    <a:pt x="854" y="1830"/>
                  </a:lnTo>
                  <a:lnTo>
                    <a:pt x="860" y="1816"/>
                  </a:lnTo>
                  <a:close/>
                  <a:moveTo>
                    <a:pt x="1100" y="2508"/>
                  </a:moveTo>
                  <a:lnTo>
                    <a:pt x="1100" y="2508"/>
                  </a:lnTo>
                  <a:lnTo>
                    <a:pt x="1102" y="2508"/>
                  </a:lnTo>
                  <a:lnTo>
                    <a:pt x="1100" y="2506"/>
                  </a:lnTo>
                  <a:lnTo>
                    <a:pt x="1094" y="2504"/>
                  </a:lnTo>
                  <a:lnTo>
                    <a:pt x="1086" y="2504"/>
                  </a:lnTo>
                  <a:lnTo>
                    <a:pt x="1084" y="2504"/>
                  </a:lnTo>
                  <a:lnTo>
                    <a:pt x="1084" y="2506"/>
                  </a:lnTo>
                  <a:lnTo>
                    <a:pt x="1086" y="2508"/>
                  </a:lnTo>
                  <a:lnTo>
                    <a:pt x="1092" y="2510"/>
                  </a:lnTo>
                  <a:lnTo>
                    <a:pt x="1096" y="2510"/>
                  </a:lnTo>
                  <a:lnTo>
                    <a:pt x="1100" y="2508"/>
                  </a:lnTo>
                  <a:close/>
                  <a:moveTo>
                    <a:pt x="1092" y="2518"/>
                  </a:moveTo>
                  <a:lnTo>
                    <a:pt x="1092" y="2518"/>
                  </a:lnTo>
                  <a:lnTo>
                    <a:pt x="1108" y="2520"/>
                  </a:lnTo>
                  <a:lnTo>
                    <a:pt x="1110" y="2518"/>
                  </a:lnTo>
                  <a:lnTo>
                    <a:pt x="1108" y="2516"/>
                  </a:lnTo>
                  <a:lnTo>
                    <a:pt x="1100" y="2514"/>
                  </a:lnTo>
                  <a:lnTo>
                    <a:pt x="1086" y="2514"/>
                  </a:lnTo>
                  <a:lnTo>
                    <a:pt x="1084" y="2514"/>
                  </a:lnTo>
                  <a:lnTo>
                    <a:pt x="1082" y="2516"/>
                  </a:lnTo>
                  <a:lnTo>
                    <a:pt x="1092" y="2518"/>
                  </a:lnTo>
                  <a:close/>
                  <a:moveTo>
                    <a:pt x="1108" y="1672"/>
                  </a:moveTo>
                  <a:lnTo>
                    <a:pt x="1108" y="1672"/>
                  </a:lnTo>
                  <a:lnTo>
                    <a:pt x="1106" y="1672"/>
                  </a:lnTo>
                  <a:lnTo>
                    <a:pt x="1104" y="1674"/>
                  </a:lnTo>
                  <a:lnTo>
                    <a:pt x="1102" y="1682"/>
                  </a:lnTo>
                  <a:lnTo>
                    <a:pt x="1100" y="1692"/>
                  </a:lnTo>
                  <a:lnTo>
                    <a:pt x="1094" y="1700"/>
                  </a:lnTo>
                  <a:lnTo>
                    <a:pt x="1090" y="1710"/>
                  </a:lnTo>
                  <a:lnTo>
                    <a:pt x="1086" y="1722"/>
                  </a:lnTo>
                  <a:lnTo>
                    <a:pt x="1084" y="1734"/>
                  </a:lnTo>
                  <a:lnTo>
                    <a:pt x="1084" y="1740"/>
                  </a:lnTo>
                  <a:lnTo>
                    <a:pt x="1086" y="1744"/>
                  </a:lnTo>
                  <a:lnTo>
                    <a:pt x="1090" y="1734"/>
                  </a:lnTo>
                  <a:lnTo>
                    <a:pt x="1100" y="1708"/>
                  </a:lnTo>
                  <a:lnTo>
                    <a:pt x="1108" y="1684"/>
                  </a:lnTo>
                  <a:lnTo>
                    <a:pt x="1110" y="1676"/>
                  </a:lnTo>
                  <a:lnTo>
                    <a:pt x="1110" y="1674"/>
                  </a:lnTo>
                  <a:lnTo>
                    <a:pt x="1108" y="1672"/>
                  </a:lnTo>
                  <a:close/>
                  <a:moveTo>
                    <a:pt x="1804" y="2938"/>
                  </a:moveTo>
                  <a:lnTo>
                    <a:pt x="1804" y="2938"/>
                  </a:lnTo>
                  <a:lnTo>
                    <a:pt x="1810" y="2932"/>
                  </a:lnTo>
                  <a:lnTo>
                    <a:pt x="1812" y="2928"/>
                  </a:lnTo>
                  <a:lnTo>
                    <a:pt x="1808" y="2930"/>
                  </a:lnTo>
                  <a:lnTo>
                    <a:pt x="1800" y="2934"/>
                  </a:lnTo>
                  <a:lnTo>
                    <a:pt x="1790" y="2940"/>
                  </a:lnTo>
                  <a:lnTo>
                    <a:pt x="1776" y="2946"/>
                  </a:lnTo>
                  <a:lnTo>
                    <a:pt x="1768" y="2946"/>
                  </a:lnTo>
                  <a:lnTo>
                    <a:pt x="1760" y="2944"/>
                  </a:lnTo>
                  <a:lnTo>
                    <a:pt x="1754" y="2944"/>
                  </a:lnTo>
                  <a:lnTo>
                    <a:pt x="1750" y="2944"/>
                  </a:lnTo>
                  <a:lnTo>
                    <a:pt x="1748" y="2946"/>
                  </a:lnTo>
                  <a:lnTo>
                    <a:pt x="1748" y="2948"/>
                  </a:lnTo>
                  <a:lnTo>
                    <a:pt x="1748" y="2954"/>
                  </a:lnTo>
                  <a:lnTo>
                    <a:pt x="1746" y="2954"/>
                  </a:lnTo>
                  <a:lnTo>
                    <a:pt x="1742" y="2954"/>
                  </a:lnTo>
                  <a:lnTo>
                    <a:pt x="1736" y="2954"/>
                  </a:lnTo>
                  <a:lnTo>
                    <a:pt x="1732" y="2958"/>
                  </a:lnTo>
                  <a:lnTo>
                    <a:pt x="1730" y="2960"/>
                  </a:lnTo>
                  <a:lnTo>
                    <a:pt x="1726" y="2960"/>
                  </a:lnTo>
                  <a:lnTo>
                    <a:pt x="1722" y="2960"/>
                  </a:lnTo>
                  <a:lnTo>
                    <a:pt x="1722" y="2962"/>
                  </a:lnTo>
                  <a:lnTo>
                    <a:pt x="1726" y="2974"/>
                  </a:lnTo>
                  <a:lnTo>
                    <a:pt x="1728" y="2978"/>
                  </a:lnTo>
                  <a:lnTo>
                    <a:pt x="1732" y="2980"/>
                  </a:lnTo>
                  <a:lnTo>
                    <a:pt x="1736" y="2982"/>
                  </a:lnTo>
                  <a:lnTo>
                    <a:pt x="1742" y="2982"/>
                  </a:lnTo>
                  <a:lnTo>
                    <a:pt x="1748" y="2982"/>
                  </a:lnTo>
                  <a:lnTo>
                    <a:pt x="1750" y="2984"/>
                  </a:lnTo>
                  <a:lnTo>
                    <a:pt x="1752" y="2986"/>
                  </a:lnTo>
                  <a:lnTo>
                    <a:pt x="1754" y="2984"/>
                  </a:lnTo>
                  <a:lnTo>
                    <a:pt x="1754" y="2982"/>
                  </a:lnTo>
                  <a:lnTo>
                    <a:pt x="1756" y="2980"/>
                  </a:lnTo>
                  <a:lnTo>
                    <a:pt x="1764" y="2978"/>
                  </a:lnTo>
                  <a:lnTo>
                    <a:pt x="1770" y="2976"/>
                  </a:lnTo>
                  <a:lnTo>
                    <a:pt x="1774" y="2974"/>
                  </a:lnTo>
                  <a:lnTo>
                    <a:pt x="1776" y="2970"/>
                  </a:lnTo>
                  <a:lnTo>
                    <a:pt x="1780" y="2966"/>
                  </a:lnTo>
                  <a:lnTo>
                    <a:pt x="1782" y="2964"/>
                  </a:lnTo>
                  <a:lnTo>
                    <a:pt x="1790" y="2964"/>
                  </a:lnTo>
                  <a:lnTo>
                    <a:pt x="1794" y="2964"/>
                  </a:lnTo>
                  <a:lnTo>
                    <a:pt x="1796" y="2962"/>
                  </a:lnTo>
                  <a:lnTo>
                    <a:pt x="1794" y="2960"/>
                  </a:lnTo>
                  <a:lnTo>
                    <a:pt x="1790" y="2954"/>
                  </a:lnTo>
                  <a:lnTo>
                    <a:pt x="1790" y="2950"/>
                  </a:lnTo>
                  <a:lnTo>
                    <a:pt x="1796" y="2944"/>
                  </a:lnTo>
                  <a:lnTo>
                    <a:pt x="1804" y="2938"/>
                  </a:lnTo>
                  <a:close/>
                  <a:moveTo>
                    <a:pt x="1538" y="2902"/>
                  </a:moveTo>
                  <a:lnTo>
                    <a:pt x="1538" y="2902"/>
                  </a:lnTo>
                  <a:lnTo>
                    <a:pt x="1540" y="2906"/>
                  </a:lnTo>
                  <a:lnTo>
                    <a:pt x="1538" y="2910"/>
                  </a:lnTo>
                  <a:lnTo>
                    <a:pt x="1538" y="2914"/>
                  </a:lnTo>
                  <a:lnTo>
                    <a:pt x="1542" y="2918"/>
                  </a:lnTo>
                  <a:lnTo>
                    <a:pt x="1544" y="2918"/>
                  </a:lnTo>
                  <a:lnTo>
                    <a:pt x="1548" y="2914"/>
                  </a:lnTo>
                  <a:lnTo>
                    <a:pt x="1554" y="2904"/>
                  </a:lnTo>
                  <a:lnTo>
                    <a:pt x="1558" y="2894"/>
                  </a:lnTo>
                  <a:lnTo>
                    <a:pt x="1560" y="2888"/>
                  </a:lnTo>
                  <a:lnTo>
                    <a:pt x="1560" y="2886"/>
                  </a:lnTo>
                  <a:lnTo>
                    <a:pt x="1558" y="2886"/>
                  </a:lnTo>
                  <a:lnTo>
                    <a:pt x="1554" y="2886"/>
                  </a:lnTo>
                  <a:lnTo>
                    <a:pt x="1546" y="2892"/>
                  </a:lnTo>
                  <a:lnTo>
                    <a:pt x="1540" y="2898"/>
                  </a:lnTo>
                  <a:lnTo>
                    <a:pt x="1538" y="2900"/>
                  </a:lnTo>
                  <a:lnTo>
                    <a:pt x="1538" y="2902"/>
                  </a:lnTo>
                  <a:close/>
                  <a:moveTo>
                    <a:pt x="644" y="1508"/>
                  </a:moveTo>
                  <a:lnTo>
                    <a:pt x="644" y="1508"/>
                  </a:lnTo>
                  <a:lnTo>
                    <a:pt x="646" y="1510"/>
                  </a:lnTo>
                  <a:lnTo>
                    <a:pt x="648" y="1508"/>
                  </a:lnTo>
                  <a:lnTo>
                    <a:pt x="650" y="1500"/>
                  </a:lnTo>
                  <a:lnTo>
                    <a:pt x="650" y="1498"/>
                  </a:lnTo>
                  <a:lnTo>
                    <a:pt x="646" y="1498"/>
                  </a:lnTo>
                  <a:lnTo>
                    <a:pt x="640" y="1500"/>
                  </a:lnTo>
                  <a:lnTo>
                    <a:pt x="636" y="1504"/>
                  </a:lnTo>
                  <a:lnTo>
                    <a:pt x="634" y="1510"/>
                  </a:lnTo>
                  <a:lnTo>
                    <a:pt x="636" y="1514"/>
                  </a:lnTo>
                  <a:lnTo>
                    <a:pt x="638" y="1516"/>
                  </a:lnTo>
                  <a:lnTo>
                    <a:pt x="642" y="1518"/>
                  </a:lnTo>
                  <a:lnTo>
                    <a:pt x="644" y="1516"/>
                  </a:lnTo>
                  <a:lnTo>
                    <a:pt x="644" y="1514"/>
                  </a:lnTo>
                  <a:lnTo>
                    <a:pt x="642" y="1508"/>
                  </a:lnTo>
                  <a:lnTo>
                    <a:pt x="640" y="1506"/>
                  </a:lnTo>
                  <a:lnTo>
                    <a:pt x="644" y="1508"/>
                  </a:lnTo>
                  <a:close/>
                  <a:moveTo>
                    <a:pt x="632" y="1558"/>
                  </a:moveTo>
                  <a:lnTo>
                    <a:pt x="632" y="1558"/>
                  </a:lnTo>
                  <a:lnTo>
                    <a:pt x="634" y="1556"/>
                  </a:lnTo>
                  <a:lnTo>
                    <a:pt x="634" y="1554"/>
                  </a:lnTo>
                  <a:lnTo>
                    <a:pt x="634" y="1548"/>
                  </a:lnTo>
                  <a:lnTo>
                    <a:pt x="630" y="1544"/>
                  </a:lnTo>
                  <a:lnTo>
                    <a:pt x="630" y="1546"/>
                  </a:lnTo>
                  <a:lnTo>
                    <a:pt x="630" y="1554"/>
                  </a:lnTo>
                  <a:lnTo>
                    <a:pt x="630" y="1558"/>
                  </a:lnTo>
                  <a:lnTo>
                    <a:pt x="632" y="1558"/>
                  </a:lnTo>
                  <a:close/>
                  <a:moveTo>
                    <a:pt x="628" y="1528"/>
                  </a:moveTo>
                  <a:lnTo>
                    <a:pt x="628" y="1528"/>
                  </a:lnTo>
                  <a:lnTo>
                    <a:pt x="630" y="1528"/>
                  </a:lnTo>
                  <a:lnTo>
                    <a:pt x="630" y="1526"/>
                  </a:lnTo>
                  <a:lnTo>
                    <a:pt x="632" y="1522"/>
                  </a:lnTo>
                  <a:lnTo>
                    <a:pt x="632" y="1520"/>
                  </a:lnTo>
                  <a:lnTo>
                    <a:pt x="634" y="1520"/>
                  </a:lnTo>
                  <a:lnTo>
                    <a:pt x="634" y="1522"/>
                  </a:lnTo>
                  <a:lnTo>
                    <a:pt x="636" y="1522"/>
                  </a:lnTo>
                  <a:lnTo>
                    <a:pt x="638" y="1522"/>
                  </a:lnTo>
                  <a:lnTo>
                    <a:pt x="638" y="1520"/>
                  </a:lnTo>
                  <a:lnTo>
                    <a:pt x="636" y="1518"/>
                  </a:lnTo>
                  <a:lnTo>
                    <a:pt x="632" y="1514"/>
                  </a:lnTo>
                  <a:lnTo>
                    <a:pt x="628" y="1512"/>
                  </a:lnTo>
                  <a:lnTo>
                    <a:pt x="628" y="1516"/>
                  </a:lnTo>
                  <a:lnTo>
                    <a:pt x="628" y="1528"/>
                  </a:lnTo>
                  <a:close/>
                  <a:moveTo>
                    <a:pt x="1186" y="1636"/>
                  </a:moveTo>
                  <a:lnTo>
                    <a:pt x="1186" y="1636"/>
                  </a:lnTo>
                  <a:lnTo>
                    <a:pt x="1180" y="1640"/>
                  </a:lnTo>
                  <a:lnTo>
                    <a:pt x="1176" y="1638"/>
                  </a:lnTo>
                  <a:lnTo>
                    <a:pt x="1174" y="1638"/>
                  </a:lnTo>
                  <a:lnTo>
                    <a:pt x="1164" y="1646"/>
                  </a:lnTo>
                  <a:lnTo>
                    <a:pt x="1156" y="1656"/>
                  </a:lnTo>
                  <a:lnTo>
                    <a:pt x="1150" y="1666"/>
                  </a:lnTo>
                  <a:lnTo>
                    <a:pt x="1150" y="1676"/>
                  </a:lnTo>
                  <a:lnTo>
                    <a:pt x="1154" y="1682"/>
                  </a:lnTo>
                  <a:lnTo>
                    <a:pt x="1154" y="1686"/>
                  </a:lnTo>
                  <a:lnTo>
                    <a:pt x="1154" y="1690"/>
                  </a:lnTo>
                  <a:lnTo>
                    <a:pt x="1154" y="1696"/>
                  </a:lnTo>
                  <a:lnTo>
                    <a:pt x="1154" y="1700"/>
                  </a:lnTo>
                  <a:lnTo>
                    <a:pt x="1158" y="1700"/>
                  </a:lnTo>
                  <a:lnTo>
                    <a:pt x="1162" y="1696"/>
                  </a:lnTo>
                  <a:lnTo>
                    <a:pt x="1166" y="1690"/>
                  </a:lnTo>
                  <a:lnTo>
                    <a:pt x="1170" y="1682"/>
                  </a:lnTo>
                  <a:lnTo>
                    <a:pt x="1178" y="1674"/>
                  </a:lnTo>
                  <a:lnTo>
                    <a:pt x="1182" y="1670"/>
                  </a:lnTo>
                  <a:lnTo>
                    <a:pt x="1184" y="1666"/>
                  </a:lnTo>
                  <a:lnTo>
                    <a:pt x="1182" y="1662"/>
                  </a:lnTo>
                  <a:lnTo>
                    <a:pt x="1180" y="1658"/>
                  </a:lnTo>
                  <a:lnTo>
                    <a:pt x="1180" y="1656"/>
                  </a:lnTo>
                  <a:lnTo>
                    <a:pt x="1182" y="1652"/>
                  </a:lnTo>
                  <a:lnTo>
                    <a:pt x="1186" y="1646"/>
                  </a:lnTo>
                  <a:lnTo>
                    <a:pt x="1194" y="1638"/>
                  </a:lnTo>
                  <a:lnTo>
                    <a:pt x="1198" y="1632"/>
                  </a:lnTo>
                  <a:lnTo>
                    <a:pt x="1196" y="1630"/>
                  </a:lnTo>
                  <a:lnTo>
                    <a:pt x="1194" y="1632"/>
                  </a:lnTo>
                  <a:lnTo>
                    <a:pt x="1186" y="1636"/>
                  </a:lnTo>
                  <a:close/>
                  <a:moveTo>
                    <a:pt x="1058" y="962"/>
                  </a:moveTo>
                  <a:lnTo>
                    <a:pt x="1058" y="962"/>
                  </a:lnTo>
                  <a:lnTo>
                    <a:pt x="1050" y="960"/>
                  </a:lnTo>
                  <a:lnTo>
                    <a:pt x="1048" y="962"/>
                  </a:lnTo>
                  <a:lnTo>
                    <a:pt x="1046" y="964"/>
                  </a:lnTo>
                  <a:lnTo>
                    <a:pt x="1048" y="964"/>
                  </a:lnTo>
                  <a:lnTo>
                    <a:pt x="1054" y="964"/>
                  </a:lnTo>
                  <a:lnTo>
                    <a:pt x="1058" y="962"/>
                  </a:lnTo>
                  <a:close/>
                  <a:moveTo>
                    <a:pt x="1366" y="1568"/>
                  </a:moveTo>
                  <a:lnTo>
                    <a:pt x="1366" y="1568"/>
                  </a:lnTo>
                  <a:lnTo>
                    <a:pt x="1364" y="1566"/>
                  </a:lnTo>
                  <a:lnTo>
                    <a:pt x="1360" y="1564"/>
                  </a:lnTo>
                  <a:lnTo>
                    <a:pt x="1356" y="1564"/>
                  </a:lnTo>
                  <a:lnTo>
                    <a:pt x="1354" y="1566"/>
                  </a:lnTo>
                  <a:lnTo>
                    <a:pt x="1356" y="1568"/>
                  </a:lnTo>
                  <a:lnTo>
                    <a:pt x="1360" y="1570"/>
                  </a:lnTo>
                  <a:lnTo>
                    <a:pt x="1364" y="1570"/>
                  </a:lnTo>
                  <a:lnTo>
                    <a:pt x="1366" y="1568"/>
                  </a:lnTo>
                  <a:close/>
                  <a:moveTo>
                    <a:pt x="1332" y="1588"/>
                  </a:moveTo>
                  <a:lnTo>
                    <a:pt x="1332" y="1588"/>
                  </a:lnTo>
                  <a:lnTo>
                    <a:pt x="1336" y="1586"/>
                  </a:lnTo>
                  <a:lnTo>
                    <a:pt x="1338" y="1584"/>
                  </a:lnTo>
                  <a:lnTo>
                    <a:pt x="1338" y="1582"/>
                  </a:lnTo>
                  <a:lnTo>
                    <a:pt x="1342" y="1580"/>
                  </a:lnTo>
                  <a:lnTo>
                    <a:pt x="1344" y="1582"/>
                  </a:lnTo>
                  <a:lnTo>
                    <a:pt x="1346" y="1580"/>
                  </a:lnTo>
                  <a:lnTo>
                    <a:pt x="1346" y="1578"/>
                  </a:lnTo>
                  <a:lnTo>
                    <a:pt x="1348" y="1578"/>
                  </a:lnTo>
                  <a:lnTo>
                    <a:pt x="1350" y="1578"/>
                  </a:lnTo>
                  <a:lnTo>
                    <a:pt x="1352" y="1576"/>
                  </a:lnTo>
                  <a:lnTo>
                    <a:pt x="1350" y="1574"/>
                  </a:lnTo>
                  <a:lnTo>
                    <a:pt x="1346" y="1570"/>
                  </a:lnTo>
                  <a:lnTo>
                    <a:pt x="1336" y="1562"/>
                  </a:lnTo>
                  <a:lnTo>
                    <a:pt x="1334" y="1562"/>
                  </a:lnTo>
                  <a:lnTo>
                    <a:pt x="1330" y="1566"/>
                  </a:lnTo>
                  <a:lnTo>
                    <a:pt x="1326" y="1568"/>
                  </a:lnTo>
                  <a:lnTo>
                    <a:pt x="1320" y="1570"/>
                  </a:lnTo>
                  <a:lnTo>
                    <a:pt x="1316" y="1570"/>
                  </a:lnTo>
                  <a:lnTo>
                    <a:pt x="1312" y="1570"/>
                  </a:lnTo>
                  <a:lnTo>
                    <a:pt x="1310" y="1572"/>
                  </a:lnTo>
                  <a:lnTo>
                    <a:pt x="1312" y="1574"/>
                  </a:lnTo>
                  <a:lnTo>
                    <a:pt x="1322" y="1574"/>
                  </a:lnTo>
                  <a:lnTo>
                    <a:pt x="1324" y="1574"/>
                  </a:lnTo>
                  <a:lnTo>
                    <a:pt x="1326" y="1576"/>
                  </a:lnTo>
                  <a:lnTo>
                    <a:pt x="1326" y="1580"/>
                  </a:lnTo>
                  <a:lnTo>
                    <a:pt x="1328" y="1584"/>
                  </a:lnTo>
                  <a:lnTo>
                    <a:pt x="1330" y="1586"/>
                  </a:lnTo>
                  <a:lnTo>
                    <a:pt x="1332" y="1588"/>
                  </a:lnTo>
                  <a:close/>
                  <a:moveTo>
                    <a:pt x="1306" y="1608"/>
                  </a:moveTo>
                  <a:lnTo>
                    <a:pt x="1306" y="1608"/>
                  </a:lnTo>
                  <a:lnTo>
                    <a:pt x="1304" y="1610"/>
                  </a:lnTo>
                  <a:lnTo>
                    <a:pt x="1302" y="1612"/>
                  </a:lnTo>
                  <a:lnTo>
                    <a:pt x="1304" y="1616"/>
                  </a:lnTo>
                  <a:lnTo>
                    <a:pt x="1310" y="1618"/>
                  </a:lnTo>
                  <a:lnTo>
                    <a:pt x="1316" y="1622"/>
                  </a:lnTo>
                  <a:lnTo>
                    <a:pt x="1316" y="1624"/>
                  </a:lnTo>
                  <a:lnTo>
                    <a:pt x="1312" y="1628"/>
                  </a:lnTo>
                  <a:lnTo>
                    <a:pt x="1308" y="1630"/>
                  </a:lnTo>
                  <a:lnTo>
                    <a:pt x="1308" y="1634"/>
                  </a:lnTo>
                  <a:lnTo>
                    <a:pt x="1308" y="1636"/>
                  </a:lnTo>
                  <a:lnTo>
                    <a:pt x="1314" y="1636"/>
                  </a:lnTo>
                  <a:lnTo>
                    <a:pt x="1316" y="1634"/>
                  </a:lnTo>
                  <a:lnTo>
                    <a:pt x="1318" y="1630"/>
                  </a:lnTo>
                  <a:lnTo>
                    <a:pt x="1322" y="1620"/>
                  </a:lnTo>
                  <a:lnTo>
                    <a:pt x="1326" y="1618"/>
                  </a:lnTo>
                  <a:lnTo>
                    <a:pt x="1328" y="1616"/>
                  </a:lnTo>
                  <a:lnTo>
                    <a:pt x="1330" y="1616"/>
                  </a:lnTo>
                  <a:lnTo>
                    <a:pt x="1334" y="1618"/>
                  </a:lnTo>
                  <a:lnTo>
                    <a:pt x="1340" y="1614"/>
                  </a:lnTo>
                  <a:lnTo>
                    <a:pt x="1348" y="1610"/>
                  </a:lnTo>
                  <a:lnTo>
                    <a:pt x="1352" y="1604"/>
                  </a:lnTo>
                  <a:lnTo>
                    <a:pt x="1356" y="1602"/>
                  </a:lnTo>
                  <a:lnTo>
                    <a:pt x="1358" y="1602"/>
                  </a:lnTo>
                  <a:lnTo>
                    <a:pt x="1358" y="1604"/>
                  </a:lnTo>
                  <a:lnTo>
                    <a:pt x="1362" y="1604"/>
                  </a:lnTo>
                  <a:lnTo>
                    <a:pt x="1364" y="1602"/>
                  </a:lnTo>
                  <a:lnTo>
                    <a:pt x="1362" y="1602"/>
                  </a:lnTo>
                  <a:lnTo>
                    <a:pt x="1354" y="1596"/>
                  </a:lnTo>
                  <a:lnTo>
                    <a:pt x="1348" y="1594"/>
                  </a:lnTo>
                  <a:lnTo>
                    <a:pt x="1342" y="1594"/>
                  </a:lnTo>
                  <a:lnTo>
                    <a:pt x="1338" y="1594"/>
                  </a:lnTo>
                  <a:lnTo>
                    <a:pt x="1334" y="1592"/>
                  </a:lnTo>
                  <a:lnTo>
                    <a:pt x="1330" y="1590"/>
                  </a:lnTo>
                  <a:lnTo>
                    <a:pt x="1324" y="1592"/>
                  </a:lnTo>
                  <a:lnTo>
                    <a:pt x="1318" y="1594"/>
                  </a:lnTo>
                  <a:lnTo>
                    <a:pt x="1314" y="1600"/>
                  </a:lnTo>
                  <a:lnTo>
                    <a:pt x="1312" y="1602"/>
                  </a:lnTo>
                  <a:lnTo>
                    <a:pt x="1310" y="1602"/>
                  </a:lnTo>
                  <a:lnTo>
                    <a:pt x="1308" y="1598"/>
                  </a:lnTo>
                  <a:lnTo>
                    <a:pt x="1304" y="1598"/>
                  </a:lnTo>
                  <a:lnTo>
                    <a:pt x="1304" y="1600"/>
                  </a:lnTo>
                  <a:lnTo>
                    <a:pt x="1306" y="1604"/>
                  </a:lnTo>
                  <a:lnTo>
                    <a:pt x="1308" y="1606"/>
                  </a:lnTo>
                  <a:lnTo>
                    <a:pt x="1308" y="1608"/>
                  </a:lnTo>
                  <a:lnTo>
                    <a:pt x="1306" y="1608"/>
                  </a:lnTo>
                  <a:close/>
                  <a:moveTo>
                    <a:pt x="1364" y="1596"/>
                  </a:moveTo>
                  <a:lnTo>
                    <a:pt x="1364" y="1596"/>
                  </a:lnTo>
                  <a:lnTo>
                    <a:pt x="1364" y="1592"/>
                  </a:lnTo>
                  <a:lnTo>
                    <a:pt x="1360" y="1590"/>
                  </a:lnTo>
                  <a:lnTo>
                    <a:pt x="1356" y="1588"/>
                  </a:lnTo>
                  <a:lnTo>
                    <a:pt x="1354" y="1588"/>
                  </a:lnTo>
                  <a:lnTo>
                    <a:pt x="1354" y="1592"/>
                  </a:lnTo>
                  <a:lnTo>
                    <a:pt x="1356" y="1596"/>
                  </a:lnTo>
                  <a:lnTo>
                    <a:pt x="1360" y="1598"/>
                  </a:lnTo>
                  <a:lnTo>
                    <a:pt x="1364" y="1596"/>
                  </a:lnTo>
                  <a:close/>
                  <a:moveTo>
                    <a:pt x="1102" y="2532"/>
                  </a:moveTo>
                  <a:lnTo>
                    <a:pt x="1102" y="2532"/>
                  </a:lnTo>
                  <a:lnTo>
                    <a:pt x="1110" y="2530"/>
                  </a:lnTo>
                  <a:lnTo>
                    <a:pt x="1112" y="2530"/>
                  </a:lnTo>
                  <a:lnTo>
                    <a:pt x="1110" y="2528"/>
                  </a:lnTo>
                  <a:lnTo>
                    <a:pt x="1098" y="2526"/>
                  </a:lnTo>
                  <a:lnTo>
                    <a:pt x="1092" y="2528"/>
                  </a:lnTo>
                  <a:lnTo>
                    <a:pt x="1094" y="2530"/>
                  </a:lnTo>
                  <a:lnTo>
                    <a:pt x="1096" y="2532"/>
                  </a:lnTo>
                  <a:lnTo>
                    <a:pt x="1102" y="2532"/>
                  </a:lnTo>
                  <a:close/>
                  <a:moveTo>
                    <a:pt x="470" y="2754"/>
                  </a:moveTo>
                  <a:lnTo>
                    <a:pt x="470" y="2754"/>
                  </a:lnTo>
                  <a:lnTo>
                    <a:pt x="472" y="2756"/>
                  </a:lnTo>
                  <a:lnTo>
                    <a:pt x="476" y="2756"/>
                  </a:lnTo>
                  <a:lnTo>
                    <a:pt x="482" y="2752"/>
                  </a:lnTo>
                  <a:lnTo>
                    <a:pt x="486" y="2746"/>
                  </a:lnTo>
                  <a:lnTo>
                    <a:pt x="486" y="2744"/>
                  </a:lnTo>
                  <a:lnTo>
                    <a:pt x="484" y="2740"/>
                  </a:lnTo>
                  <a:lnTo>
                    <a:pt x="482" y="2740"/>
                  </a:lnTo>
                  <a:lnTo>
                    <a:pt x="480" y="2740"/>
                  </a:lnTo>
                  <a:lnTo>
                    <a:pt x="474" y="2744"/>
                  </a:lnTo>
                  <a:lnTo>
                    <a:pt x="470" y="2750"/>
                  </a:lnTo>
                  <a:lnTo>
                    <a:pt x="470" y="2752"/>
                  </a:lnTo>
                  <a:lnTo>
                    <a:pt x="470" y="2754"/>
                  </a:lnTo>
                  <a:close/>
                  <a:moveTo>
                    <a:pt x="808" y="2632"/>
                  </a:moveTo>
                  <a:lnTo>
                    <a:pt x="808" y="2632"/>
                  </a:lnTo>
                  <a:lnTo>
                    <a:pt x="804" y="2628"/>
                  </a:lnTo>
                  <a:lnTo>
                    <a:pt x="802" y="2626"/>
                  </a:lnTo>
                  <a:lnTo>
                    <a:pt x="798" y="2624"/>
                  </a:lnTo>
                  <a:lnTo>
                    <a:pt x="794" y="2626"/>
                  </a:lnTo>
                  <a:lnTo>
                    <a:pt x="790" y="2628"/>
                  </a:lnTo>
                  <a:lnTo>
                    <a:pt x="776" y="2638"/>
                  </a:lnTo>
                  <a:lnTo>
                    <a:pt x="768" y="2644"/>
                  </a:lnTo>
                  <a:lnTo>
                    <a:pt x="762" y="2646"/>
                  </a:lnTo>
                  <a:lnTo>
                    <a:pt x="758" y="2644"/>
                  </a:lnTo>
                  <a:lnTo>
                    <a:pt x="756" y="2642"/>
                  </a:lnTo>
                  <a:lnTo>
                    <a:pt x="752" y="2640"/>
                  </a:lnTo>
                  <a:lnTo>
                    <a:pt x="750" y="2650"/>
                  </a:lnTo>
                  <a:lnTo>
                    <a:pt x="752" y="2654"/>
                  </a:lnTo>
                  <a:lnTo>
                    <a:pt x="752" y="2658"/>
                  </a:lnTo>
                  <a:lnTo>
                    <a:pt x="756" y="2664"/>
                  </a:lnTo>
                  <a:lnTo>
                    <a:pt x="760" y="2672"/>
                  </a:lnTo>
                  <a:lnTo>
                    <a:pt x="762" y="2678"/>
                  </a:lnTo>
                  <a:lnTo>
                    <a:pt x="762" y="2686"/>
                  </a:lnTo>
                  <a:lnTo>
                    <a:pt x="762" y="2694"/>
                  </a:lnTo>
                  <a:lnTo>
                    <a:pt x="764" y="2698"/>
                  </a:lnTo>
                  <a:lnTo>
                    <a:pt x="764" y="2702"/>
                  </a:lnTo>
                  <a:lnTo>
                    <a:pt x="762" y="2714"/>
                  </a:lnTo>
                  <a:lnTo>
                    <a:pt x="760" y="2728"/>
                  </a:lnTo>
                  <a:lnTo>
                    <a:pt x="764" y="2742"/>
                  </a:lnTo>
                  <a:lnTo>
                    <a:pt x="766" y="2746"/>
                  </a:lnTo>
                  <a:lnTo>
                    <a:pt x="770" y="2750"/>
                  </a:lnTo>
                  <a:lnTo>
                    <a:pt x="774" y="2752"/>
                  </a:lnTo>
                  <a:lnTo>
                    <a:pt x="778" y="2752"/>
                  </a:lnTo>
                  <a:lnTo>
                    <a:pt x="782" y="2752"/>
                  </a:lnTo>
                  <a:lnTo>
                    <a:pt x="784" y="2748"/>
                  </a:lnTo>
                  <a:lnTo>
                    <a:pt x="788" y="2742"/>
                  </a:lnTo>
                  <a:lnTo>
                    <a:pt x="790" y="2738"/>
                  </a:lnTo>
                  <a:lnTo>
                    <a:pt x="792" y="2736"/>
                  </a:lnTo>
                  <a:lnTo>
                    <a:pt x="796" y="2738"/>
                  </a:lnTo>
                  <a:lnTo>
                    <a:pt x="802" y="2740"/>
                  </a:lnTo>
                  <a:lnTo>
                    <a:pt x="806" y="2740"/>
                  </a:lnTo>
                  <a:lnTo>
                    <a:pt x="808" y="2736"/>
                  </a:lnTo>
                  <a:lnTo>
                    <a:pt x="810" y="2726"/>
                  </a:lnTo>
                  <a:lnTo>
                    <a:pt x="814" y="2708"/>
                  </a:lnTo>
                  <a:lnTo>
                    <a:pt x="816" y="2698"/>
                  </a:lnTo>
                  <a:lnTo>
                    <a:pt x="814" y="2690"/>
                  </a:lnTo>
                  <a:lnTo>
                    <a:pt x="812" y="2682"/>
                  </a:lnTo>
                  <a:lnTo>
                    <a:pt x="810" y="2678"/>
                  </a:lnTo>
                  <a:lnTo>
                    <a:pt x="814" y="2672"/>
                  </a:lnTo>
                  <a:lnTo>
                    <a:pt x="818" y="2668"/>
                  </a:lnTo>
                  <a:lnTo>
                    <a:pt x="818" y="2662"/>
                  </a:lnTo>
                  <a:lnTo>
                    <a:pt x="818" y="2652"/>
                  </a:lnTo>
                  <a:lnTo>
                    <a:pt x="814" y="2642"/>
                  </a:lnTo>
                  <a:lnTo>
                    <a:pt x="808" y="2632"/>
                  </a:lnTo>
                  <a:close/>
                  <a:moveTo>
                    <a:pt x="576" y="2694"/>
                  </a:moveTo>
                  <a:lnTo>
                    <a:pt x="576" y="2694"/>
                  </a:lnTo>
                  <a:lnTo>
                    <a:pt x="578" y="2696"/>
                  </a:lnTo>
                  <a:lnTo>
                    <a:pt x="580" y="2696"/>
                  </a:lnTo>
                  <a:lnTo>
                    <a:pt x="584" y="2696"/>
                  </a:lnTo>
                  <a:lnTo>
                    <a:pt x="588" y="2698"/>
                  </a:lnTo>
                  <a:lnTo>
                    <a:pt x="592" y="2702"/>
                  </a:lnTo>
                  <a:lnTo>
                    <a:pt x="594" y="2700"/>
                  </a:lnTo>
                  <a:lnTo>
                    <a:pt x="596" y="2698"/>
                  </a:lnTo>
                  <a:lnTo>
                    <a:pt x="594" y="2692"/>
                  </a:lnTo>
                  <a:lnTo>
                    <a:pt x="594" y="2690"/>
                  </a:lnTo>
                  <a:lnTo>
                    <a:pt x="590" y="2688"/>
                  </a:lnTo>
                  <a:lnTo>
                    <a:pt x="584" y="2686"/>
                  </a:lnTo>
                  <a:lnTo>
                    <a:pt x="578" y="2688"/>
                  </a:lnTo>
                  <a:lnTo>
                    <a:pt x="576" y="2690"/>
                  </a:lnTo>
                  <a:lnTo>
                    <a:pt x="576" y="2694"/>
                  </a:lnTo>
                  <a:close/>
                  <a:moveTo>
                    <a:pt x="1022" y="2792"/>
                  </a:moveTo>
                  <a:lnTo>
                    <a:pt x="1022" y="2792"/>
                  </a:lnTo>
                  <a:lnTo>
                    <a:pt x="1016" y="2792"/>
                  </a:lnTo>
                  <a:lnTo>
                    <a:pt x="1010" y="2794"/>
                  </a:lnTo>
                  <a:lnTo>
                    <a:pt x="998" y="2800"/>
                  </a:lnTo>
                  <a:lnTo>
                    <a:pt x="990" y="2802"/>
                  </a:lnTo>
                  <a:lnTo>
                    <a:pt x="982" y="2802"/>
                  </a:lnTo>
                  <a:lnTo>
                    <a:pt x="974" y="2800"/>
                  </a:lnTo>
                  <a:lnTo>
                    <a:pt x="966" y="2796"/>
                  </a:lnTo>
                  <a:lnTo>
                    <a:pt x="960" y="2790"/>
                  </a:lnTo>
                  <a:lnTo>
                    <a:pt x="954" y="2790"/>
                  </a:lnTo>
                  <a:lnTo>
                    <a:pt x="950" y="2792"/>
                  </a:lnTo>
                  <a:lnTo>
                    <a:pt x="948" y="2794"/>
                  </a:lnTo>
                  <a:lnTo>
                    <a:pt x="944" y="2800"/>
                  </a:lnTo>
                  <a:lnTo>
                    <a:pt x="942" y="2800"/>
                  </a:lnTo>
                  <a:lnTo>
                    <a:pt x="938" y="2794"/>
                  </a:lnTo>
                  <a:lnTo>
                    <a:pt x="936" y="2794"/>
                  </a:lnTo>
                  <a:lnTo>
                    <a:pt x="934" y="2792"/>
                  </a:lnTo>
                  <a:lnTo>
                    <a:pt x="930" y="2796"/>
                  </a:lnTo>
                  <a:lnTo>
                    <a:pt x="926" y="2802"/>
                  </a:lnTo>
                  <a:lnTo>
                    <a:pt x="924" y="2814"/>
                  </a:lnTo>
                  <a:lnTo>
                    <a:pt x="926" y="2820"/>
                  </a:lnTo>
                  <a:lnTo>
                    <a:pt x="930" y="2822"/>
                  </a:lnTo>
                  <a:lnTo>
                    <a:pt x="944" y="2828"/>
                  </a:lnTo>
                  <a:lnTo>
                    <a:pt x="954" y="2832"/>
                  </a:lnTo>
                  <a:lnTo>
                    <a:pt x="966" y="2840"/>
                  </a:lnTo>
                  <a:lnTo>
                    <a:pt x="976" y="2848"/>
                  </a:lnTo>
                  <a:lnTo>
                    <a:pt x="982" y="2850"/>
                  </a:lnTo>
                  <a:lnTo>
                    <a:pt x="986" y="2850"/>
                  </a:lnTo>
                  <a:lnTo>
                    <a:pt x="994" y="2852"/>
                  </a:lnTo>
                  <a:lnTo>
                    <a:pt x="1000" y="2858"/>
                  </a:lnTo>
                  <a:lnTo>
                    <a:pt x="1008" y="2864"/>
                  </a:lnTo>
                  <a:lnTo>
                    <a:pt x="1016" y="2870"/>
                  </a:lnTo>
                  <a:lnTo>
                    <a:pt x="1030" y="2874"/>
                  </a:lnTo>
                  <a:lnTo>
                    <a:pt x="1032" y="2874"/>
                  </a:lnTo>
                  <a:lnTo>
                    <a:pt x="1032" y="2870"/>
                  </a:lnTo>
                  <a:lnTo>
                    <a:pt x="1034" y="2862"/>
                  </a:lnTo>
                  <a:lnTo>
                    <a:pt x="1036" y="2852"/>
                  </a:lnTo>
                  <a:lnTo>
                    <a:pt x="1036" y="2844"/>
                  </a:lnTo>
                  <a:lnTo>
                    <a:pt x="1034" y="2840"/>
                  </a:lnTo>
                  <a:lnTo>
                    <a:pt x="1032" y="2838"/>
                  </a:lnTo>
                  <a:lnTo>
                    <a:pt x="1030" y="2834"/>
                  </a:lnTo>
                  <a:lnTo>
                    <a:pt x="1030" y="2828"/>
                  </a:lnTo>
                  <a:lnTo>
                    <a:pt x="1036" y="2814"/>
                  </a:lnTo>
                  <a:lnTo>
                    <a:pt x="1050" y="2788"/>
                  </a:lnTo>
                  <a:lnTo>
                    <a:pt x="1052" y="2786"/>
                  </a:lnTo>
                  <a:lnTo>
                    <a:pt x="1050" y="2784"/>
                  </a:lnTo>
                  <a:lnTo>
                    <a:pt x="1042" y="2788"/>
                  </a:lnTo>
                  <a:lnTo>
                    <a:pt x="1032" y="2792"/>
                  </a:lnTo>
                  <a:lnTo>
                    <a:pt x="1026" y="2792"/>
                  </a:lnTo>
                  <a:lnTo>
                    <a:pt x="1022" y="2792"/>
                  </a:lnTo>
                  <a:close/>
                  <a:moveTo>
                    <a:pt x="802" y="2526"/>
                  </a:moveTo>
                  <a:lnTo>
                    <a:pt x="802" y="2526"/>
                  </a:lnTo>
                  <a:lnTo>
                    <a:pt x="800" y="2524"/>
                  </a:lnTo>
                  <a:lnTo>
                    <a:pt x="800" y="2526"/>
                  </a:lnTo>
                  <a:lnTo>
                    <a:pt x="798" y="2534"/>
                  </a:lnTo>
                  <a:lnTo>
                    <a:pt x="798" y="2540"/>
                  </a:lnTo>
                  <a:lnTo>
                    <a:pt x="798" y="2542"/>
                  </a:lnTo>
                  <a:lnTo>
                    <a:pt x="794" y="2542"/>
                  </a:lnTo>
                  <a:lnTo>
                    <a:pt x="790" y="2542"/>
                  </a:lnTo>
                  <a:lnTo>
                    <a:pt x="788" y="2542"/>
                  </a:lnTo>
                  <a:lnTo>
                    <a:pt x="782" y="2546"/>
                  </a:lnTo>
                  <a:lnTo>
                    <a:pt x="778" y="2548"/>
                  </a:lnTo>
                  <a:lnTo>
                    <a:pt x="774" y="2550"/>
                  </a:lnTo>
                  <a:lnTo>
                    <a:pt x="772" y="2550"/>
                  </a:lnTo>
                  <a:lnTo>
                    <a:pt x="772" y="2554"/>
                  </a:lnTo>
                  <a:lnTo>
                    <a:pt x="770" y="2568"/>
                  </a:lnTo>
                  <a:lnTo>
                    <a:pt x="770" y="2580"/>
                  </a:lnTo>
                  <a:lnTo>
                    <a:pt x="770" y="2584"/>
                  </a:lnTo>
                  <a:lnTo>
                    <a:pt x="772" y="2586"/>
                  </a:lnTo>
                  <a:lnTo>
                    <a:pt x="776" y="2586"/>
                  </a:lnTo>
                  <a:lnTo>
                    <a:pt x="776" y="2588"/>
                  </a:lnTo>
                  <a:lnTo>
                    <a:pt x="774" y="2592"/>
                  </a:lnTo>
                  <a:lnTo>
                    <a:pt x="772" y="2594"/>
                  </a:lnTo>
                  <a:lnTo>
                    <a:pt x="772" y="2596"/>
                  </a:lnTo>
                  <a:lnTo>
                    <a:pt x="778" y="2596"/>
                  </a:lnTo>
                  <a:lnTo>
                    <a:pt x="780" y="2598"/>
                  </a:lnTo>
                  <a:lnTo>
                    <a:pt x="778" y="2602"/>
                  </a:lnTo>
                  <a:lnTo>
                    <a:pt x="776" y="2604"/>
                  </a:lnTo>
                  <a:lnTo>
                    <a:pt x="776" y="2606"/>
                  </a:lnTo>
                  <a:lnTo>
                    <a:pt x="778" y="2608"/>
                  </a:lnTo>
                  <a:lnTo>
                    <a:pt x="786" y="2612"/>
                  </a:lnTo>
                  <a:lnTo>
                    <a:pt x="788" y="2614"/>
                  </a:lnTo>
                  <a:lnTo>
                    <a:pt x="790" y="2616"/>
                  </a:lnTo>
                  <a:lnTo>
                    <a:pt x="792" y="2616"/>
                  </a:lnTo>
                  <a:lnTo>
                    <a:pt x="794" y="2616"/>
                  </a:lnTo>
                  <a:lnTo>
                    <a:pt x="794" y="2612"/>
                  </a:lnTo>
                  <a:lnTo>
                    <a:pt x="794" y="2610"/>
                  </a:lnTo>
                  <a:lnTo>
                    <a:pt x="796" y="2606"/>
                  </a:lnTo>
                  <a:lnTo>
                    <a:pt x="800" y="2604"/>
                  </a:lnTo>
                  <a:lnTo>
                    <a:pt x="800" y="2600"/>
                  </a:lnTo>
                  <a:lnTo>
                    <a:pt x="802" y="2588"/>
                  </a:lnTo>
                  <a:lnTo>
                    <a:pt x="802" y="2582"/>
                  </a:lnTo>
                  <a:lnTo>
                    <a:pt x="804" y="2578"/>
                  </a:lnTo>
                  <a:lnTo>
                    <a:pt x="808" y="2574"/>
                  </a:lnTo>
                  <a:lnTo>
                    <a:pt x="808" y="2562"/>
                  </a:lnTo>
                  <a:lnTo>
                    <a:pt x="806" y="2552"/>
                  </a:lnTo>
                  <a:lnTo>
                    <a:pt x="804" y="2546"/>
                  </a:lnTo>
                  <a:lnTo>
                    <a:pt x="804" y="2544"/>
                  </a:lnTo>
                  <a:lnTo>
                    <a:pt x="804" y="2540"/>
                  </a:lnTo>
                  <a:lnTo>
                    <a:pt x="804" y="2530"/>
                  </a:lnTo>
                  <a:lnTo>
                    <a:pt x="804" y="2528"/>
                  </a:lnTo>
                  <a:lnTo>
                    <a:pt x="802" y="2526"/>
                  </a:lnTo>
                  <a:close/>
                  <a:moveTo>
                    <a:pt x="550" y="2700"/>
                  </a:moveTo>
                  <a:lnTo>
                    <a:pt x="550" y="2700"/>
                  </a:lnTo>
                  <a:lnTo>
                    <a:pt x="548" y="2696"/>
                  </a:lnTo>
                  <a:lnTo>
                    <a:pt x="544" y="2696"/>
                  </a:lnTo>
                  <a:lnTo>
                    <a:pt x="538" y="2698"/>
                  </a:lnTo>
                  <a:lnTo>
                    <a:pt x="532" y="2702"/>
                  </a:lnTo>
                  <a:lnTo>
                    <a:pt x="520" y="2712"/>
                  </a:lnTo>
                  <a:lnTo>
                    <a:pt x="518" y="2716"/>
                  </a:lnTo>
                  <a:lnTo>
                    <a:pt x="520" y="2718"/>
                  </a:lnTo>
                  <a:lnTo>
                    <a:pt x="520" y="2720"/>
                  </a:lnTo>
                  <a:lnTo>
                    <a:pt x="526" y="2718"/>
                  </a:lnTo>
                  <a:lnTo>
                    <a:pt x="530" y="2718"/>
                  </a:lnTo>
                  <a:lnTo>
                    <a:pt x="532" y="2720"/>
                  </a:lnTo>
                  <a:lnTo>
                    <a:pt x="536" y="2726"/>
                  </a:lnTo>
                  <a:lnTo>
                    <a:pt x="542" y="2730"/>
                  </a:lnTo>
                  <a:lnTo>
                    <a:pt x="546" y="2732"/>
                  </a:lnTo>
                  <a:lnTo>
                    <a:pt x="548" y="2732"/>
                  </a:lnTo>
                  <a:lnTo>
                    <a:pt x="554" y="2726"/>
                  </a:lnTo>
                  <a:lnTo>
                    <a:pt x="562" y="2708"/>
                  </a:lnTo>
                  <a:lnTo>
                    <a:pt x="564" y="2706"/>
                  </a:lnTo>
                  <a:lnTo>
                    <a:pt x="564" y="2704"/>
                  </a:lnTo>
                  <a:lnTo>
                    <a:pt x="558" y="2704"/>
                  </a:lnTo>
                  <a:lnTo>
                    <a:pt x="552" y="2706"/>
                  </a:lnTo>
                  <a:lnTo>
                    <a:pt x="550" y="2704"/>
                  </a:lnTo>
                  <a:lnTo>
                    <a:pt x="550" y="2700"/>
                  </a:lnTo>
                  <a:close/>
                  <a:moveTo>
                    <a:pt x="1254" y="2806"/>
                  </a:moveTo>
                  <a:lnTo>
                    <a:pt x="1254" y="2806"/>
                  </a:lnTo>
                  <a:lnTo>
                    <a:pt x="1252" y="2810"/>
                  </a:lnTo>
                  <a:lnTo>
                    <a:pt x="1254" y="2814"/>
                  </a:lnTo>
                  <a:lnTo>
                    <a:pt x="1260" y="2818"/>
                  </a:lnTo>
                  <a:lnTo>
                    <a:pt x="1264" y="2820"/>
                  </a:lnTo>
                  <a:lnTo>
                    <a:pt x="1266" y="2818"/>
                  </a:lnTo>
                  <a:lnTo>
                    <a:pt x="1266" y="2816"/>
                  </a:lnTo>
                  <a:lnTo>
                    <a:pt x="1264" y="2812"/>
                  </a:lnTo>
                  <a:lnTo>
                    <a:pt x="1258" y="2808"/>
                  </a:lnTo>
                  <a:lnTo>
                    <a:pt x="1254" y="2806"/>
                  </a:lnTo>
                  <a:close/>
                  <a:moveTo>
                    <a:pt x="1410" y="2874"/>
                  </a:moveTo>
                  <a:lnTo>
                    <a:pt x="1410" y="2874"/>
                  </a:lnTo>
                  <a:lnTo>
                    <a:pt x="1412" y="2870"/>
                  </a:lnTo>
                  <a:lnTo>
                    <a:pt x="1410" y="2868"/>
                  </a:lnTo>
                  <a:lnTo>
                    <a:pt x="1408" y="2868"/>
                  </a:lnTo>
                  <a:lnTo>
                    <a:pt x="1402" y="2870"/>
                  </a:lnTo>
                  <a:lnTo>
                    <a:pt x="1402" y="2872"/>
                  </a:lnTo>
                  <a:lnTo>
                    <a:pt x="1400" y="2874"/>
                  </a:lnTo>
                  <a:lnTo>
                    <a:pt x="1402" y="2876"/>
                  </a:lnTo>
                  <a:lnTo>
                    <a:pt x="1406" y="2876"/>
                  </a:lnTo>
                  <a:lnTo>
                    <a:pt x="1410" y="2874"/>
                  </a:lnTo>
                  <a:close/>
                  <a:moveTo>
                    <a:pt x="1214" y="2706"/>
                  </a:moveTo>
                  <a:lnTo>
                    <a:pt x="1214" y="2706"/>
                  </a:lnTo>
                  <a:lnTo>
                    <a:pt x="1214" y="2712"/>
                  </a:lnTo>
                  <a:lnTo>
                    <a:pt x="1218" y="2718"/>
                  </a:lnTo>
                  <a:lnTo>
                    <a:pt x="1224" y="2722"/>
                  </a:lnTo>
                  <a:lnTo>
                    <a:pt x="1230" y="2726"/>
                  </a:lnTo>
                  <a:lnTo>
                    <a:pt x="1232" y="2726"/>
                  </a:lnTo>
                  <a:lnTo>
                    <a:pt x="1230" y="2724"/>
                  </a:lnTo>
                  <a:lnTo>
                    <a:pt x="1228" y="2720"/>
                  </a:lnTo>
                  <a:lnTo>
                    <a:pt x="1224" y="2714"/>
                  </a:lnTo>
                  <a:lnTo>
                    <a:pt x="1222" y="2708"/>
                  </a:lnTo>
                  <a:lnTo>
                    <a:pt x="1222" y="2704"/>
                  </a:lnTo>
                  <a:lnTo>
                    <a:pt x="1218" y="2702"/>
                  </a:lnTo>
                  <a:lnTo>
                    <a:pt x="1216" y="2702"/>
                  </a:lnTo>
                  <a:lnTo>
                    <a:pt x="1214" y="2706"/>
                  </a:lnTo>
                  <a:close/>
                  <a:moveTo>
                    <a:pt x="1468" y="2954"/>
                  </a:moveTo>
                  <a:lnTo>
                    <a:pt x="1468" y="2954"/>
                  </a:lnTo>
                  <a:lnTo>
                    <a:pt x="1464" y="2956"/>
                  </a:lnTo>
                  <a:lnTo>
                    <a:pt x="1462" y="2956"/>
                  </a:lnTo>
                  <a:lnTo>
                    <a:pt x="1460" y="2952"/>
                  </a:lnTo>
                  <a:lnTo>
                    <a:pt x="1460" y="2948"/>
                  </a:lnTo>
                  <a:lnTo>
                    <a:pt x="1456" y="2946"/>
                  </a:lnTo>
                  <a:lnTo>
                    <a:pt x="1452" y="2946"/>
                  </a:lnTo>
                  <a:lnTo>
                    <a:pt x="1446" y="2948"/>
                  </a:lnTo>
                  <a:lnTo>
                    <a:pt x="1442" y="2946"/>
                  </a:lnTo>
                  <a:lnTo>
                    <a:pt x="1434" y="2944"/>
                  </a:lnTo>
                  <a:lnTo>
                    <a:pt x="1424" y="2942"/>
                  </a:lnTo>
                  <a:lnTo>
                    <a:pt x="1418" y="2942"/>
                  </a:lnTo>
                  <a:lnTo>
                    <a:pt x="1410" y="2944"/>
                  </a:lnTo>
                  <a:lnTo>
                    <a:pt x="1406" y="2944"/>
                  </a:lnTo>
                  <a:lnTo>
                    <a:pt x="1402" y="2942"/>
                  </a:lnTo>
                  <a:lnTo>
                    <a:pt x="1398" y="2938"/>
                  </a:lnTo>
                  <a:lnTo>
                    <a:pt x="1396" y="2934"/>
                  </a:lnTo>
                  <a:lnTo>
                    <a:pt x="1394" y="2932"/>
                  </a:lnTo>
                  <a:lnTo>
                    <a:pt x="1392" y="2934"/>
                  </a:lnTo>
                  <a:lnTo>
                    <a:pt x="1390" y="2934"/>
                  </a:lnTo>
                  <a:lnTo>
                    <a:pt x="1386" y="2934"/>
                  </a:lnTo>
                  <a:lnTo>
                    <a:pt x="1382" y="2932"/>
                  </a:lnTo>
                  <a:lnTo>
                    <a:pt x="1380" y="2928"/>
                  </a:lnTo>
                  <a:lnTo>
                    <a:pt x="1378" y="2928"/>
                  </a:lnTo>
                  <a:lnTo>
                    <a:pt x="1378" y="2930"/>
                  </a:lnTo>
                  <a:lnTo>
                    <a:pt x="1376" y="2934"/>
                  </a:lnTo>
                  <a:lnTo>
                    <a:pt x="1374" y="2936"/>
                  </a:lnTo>
                  <a:lnTo>
                    <a:pt x="1372" y="2938"/>
                  </a:lnTo>
                  <a:lnTo>
                    <a:pt x="1372" y="2946"/>
                  </a:lnTo>
                  <a:lnTo>
                    <a:pt x="1372" y="2950"/>
                  </a:lnTo>
                  <a:lnTo>
                    <a:pt x="1376" y="2952"/>
                  </a:lnTo>
                  <a:lnTo>
                    <a:pt x="1388" y="2952"/>
                  </a:lnTo>
                  <a:lnTo>
                    <a:pt x="1402" y="2954"/>
                  </a:lnTo>
                  <a:lnTo>
                    <a:pt x="1410" y="2958"/>
                  </a:lnTo>
                  <a:lnTo>
                    <a:pt x="1418" y="2962"/>
                  </a:lnTo>
                  <a:lnTo>
                    <a:pt x="1422" y="2964"/>
                  </a:lnTo>
                  <a:lnTo>
                    <a:pt x="1428" y="2966"/>
                  </a:lnTo>
                  <a:lnTo>
                    <a:pt x="1440" y="2966"/>
                  </a:lnTo>
                  <a:lnTo>
                    <a:pt x="1452" y="2964"/>
                  </a:lnTo>
                  <a:lnTo>
                    <a:pt x="1468" y="2964"/>
                  </a:lnTo>
                  <a:lnTo>
                    <a:pt x="1476" y="2962"/>
                  </a:lnTo>
                  <a:lnTo>
                    <a:pt x="1480" y="2960"/>
                  </a:lnTo>
                  <a:lnTo>
                    <a:pt x="1482" y="2958"/>
                  </a:lnTo>
                  <a:lnTo>
                    <a:pt x="1484" y="2954"/>
                  </a:lnTo>
                  <a:lnTo>
                    <a:pt x="1482" y="2952"/>
                  </a:lnTo>
                  <a:lnTo>
                    <a:pt x="1478" y="2950"/>
                  </a:lnTo>
                  <a:lnTo>
                    <a:pt x="1474" y="2950"/>
                  </a:lnTo>
                  <a:lnTo>
                    <a:pt x="1468" y="2954"/>
                  </a:lnTo>
                  <a:close/>
                  <a:moveTo>
                    <a:pt x="1518" y="2942"/>
                  </a:moveTo>
                  <a:lnTo>
                    <a:pt x="1518" y="2942"/>
                  </a:lnTo>
                  <a:lnTo>
                    <a:pt x="1520" y="2940"/>
                  </a:lnTo>
                  <a:lnTo>
                    <a:pt x="1520" y="2938"/>
                  </a:lnTo>
                  <a:lnTo>
                    <a:pt x="1518" y="2926"/>
                  </a:lnTo>
                  <a:lnTo>
                    <a:pt x="1516" y="2924"/>
                  </a:lnTo>
                  <a:lnTo>
                    <a:pt x="1516" y="2926"/>
                  </a:lnTo>
                  <a:lnTo>
                    <a:pt x="1514" y="2932"/>
                  </a:lnTo>
                  <a:lnTo>
                    <a:pt x="1514" y="2938"/>
                  </a:lnTo>
                  <a:lnTo>
                    <a:pt x="1516" y="2940"/>
                  </a:lnTo>
                  <a:lnTo>
                    <a:pt x="1518" y="2942"/>
                  </a:lnTo>
                  <a:close/>
                  <a:moveTo>
                    <a:pt x="1252" y="2768"/>
                  </a:moveTo>
                  <a:lnTo>
                    <a:pt x="1252" y="2768"/>
                  </a:lnTo>
                  <a:lnTo>
                    <a:pt x="1254" y="2768"/>
                  </a:lnTo>
                  <a:lnTo>
                    <a:pt x="1256" y="2766"/>
                  </a:lnTo>
                  <a:lnTo>
                    <a:pt x="1256" y="2764"/>
                  </a:lnTo>
                  <a:lnTo>
                    <a:pt x="1254" y="2760"/>
                  </a:lnTo>
                  <a:lnTo>
                    <a:pt x="1254" y="2758"/>
                  </a:lnTo>
                  <a:lnTo>
                    <a:pt x="1252" y="2758"/>
                  </a:lnTo>
                  <a:lnTo>
                    <a:pt x="1250" y="2762"/>
                  </a:lnTo>
                  <a:lnTo>
                    <a:pt x="1248" y="2766"/>
                  </a:lnTo>
                  <a:lnTo>
                    <a:pt x="1250" y="2768"/>
                  </a:lnTo>
                  <a:lnTo>
                    <a:pt x="1252" y="2768"/>
                  </a:lnTo>
                  <a:close/>
                  <a:moveTo>
                    <a:pt x="1256" y="2790"/>
                  </a:moveTo>
                  <a:lnTo>
                    <a:pt x="1256" y="2790"/>
                  </a:lnTo>
                  <a:lnTo>
                    <a:pt x="1254" y="2786"/>
                  </a:lnTo>
                  <a:lnTo>
                    <a:pt x="1252" y="2782"/>
                  </a:lnTo>
                  <a:lnTo>
                    <a:pt x="1252" y="2780"/>
                  </a:lnTo>
                  <a:lnTo>
                    <a:pt x="1250" y="2780"/>
                  </a:lnTo>
                  <a:lnTo>
                    <a:pt x="1248" y="2782"/>
                  </a:lnTo>
                  <a:lnTo>
                    <a:pt x="1244" y="2782"/>
                  </a:lnTo>
                  <a:lnTo>
                    <a:pt x="1242" y="2784"/>
                  </a:lnTo>
                  <a:lnTo>
                    <a:pt x="1242" y="2790"/>
                  </a:lnTo>
                  <a:lnTo>
                    <a:pt x="1244" y="2794"/>
                  </a:lnTo>
                  <a:lnTo>
                    <a:pt x="1246" y="2794"/>
                  </a:lnTo>
                  <a:lnTo>
                    <a:pt x="1250" y="2794"/>
                  </a:lnTo>
                  <a:lnTo>
                    <a:pt x="1256" y="2796"/>
                  </a:lnTo>
                  <a:lnTo>
                    <a:pt x="1260" y="2798"/>
                  </a:lnTo>
                  <a:lnTo>
                    <a:pt x="1260" y="2794"/>
                  </a:lnTo>
                  <a:lnTo>
                    <a:pt x="1256" y="2790"/>
                  </a:lnTo>
                  <a:close/>
                  <a:moveTo>
                    <a:pt x="1348" y="2902"/>
                  </a:moveTo>
                  <a:lnTo>
                    <a:pt x="1348" y="2902"/>
                  </a:lnTo>
                  <a:lnTo>
                    <a:pt x="1352" y="2904"/>
                  </a:lnTo>
                  <a:lnTo>
                    <a:pt x="1352" y="2902"/>
                  </a:lnTo>
                  <a:lnTo>
                    <a:pt x="1352" y="2898"/>
                  </a:lnTo>
                  <a:lnTo>
                    <a:pt x="1350" y="2892"/>
                  </a:lnTo>
                  <a:lnTo>
                    <a:pt x="1346" y="2890"/>
                  </a:lnTo>
                  <a:lnTo>
                    <a:pt x="1344" y="2892"/>
                  </a:lnTo>
                  <a:lnTo>
                    <a:pt x="1346" y="2896"/>
                  </a:lnTo>
                  <a:lnTo>
                    <a:pt x="1348" y="2902"/>
                  </a:lnTo>
                  <a:close/>
                  <a:moveTo>
                    <a:pt x="1448" y="2860"/>
                  </a:moveTo>
                  <a:lnTo>
                    <a:pt x="1448" y="2860"/>
                  </a:lnTo>
                  <a:lnTo>
                    <a:pt x="1450" y="2860"/>
                  </a:lnTo>
                  <a:lnTo>
                    <a:pt x="1452" y="2860"/>
                  </a:lnTo>
                  <a:lnTo>
                    <a:pt x="1454" y="2854"/>
                  </a:lnTo>
                  <a:lnTo>
                    <a:pt x="1452" y="2848"/>
                  </a:lnTo>
                  <a:lnTo>
                    <a:pt x="1452" y="2846"/>
                  </a:lnTo>
                  <a:lnTo>
                    <a:pt x="1448" y="2846"/>
                  </a:lnTo>
                  <a:lnTo>
                    <a:pt x="1446" y="2850"/>
                  </a:lnTo>
                  <a:lnTo>
                    <a:pt x="1444" y="2852"/>
                  </a:lnTo>
                  <a:lnTo>
                    <a:pt x="1446" y="2856"/>
                  </a:lnTo>
                  <a:lnTo>
                    <a:pt x="1448" y="2860"/>
                  </a:lnTo>
                  <a:close/>
                  <a:moveTo>
                    <a:pt x="1440" y="2848"/>
                  </a:moveTo>
                  <a:lnTo>
                    <a:pt x="1440" y="2848"/>
                  </a:lnTo>
                  <a:lnTo>
                    <a:pt x="1438" y="2848"/>
                  </a:lnTo>
                  <a:lnTo>
                    <a:pt x="1434" y="2850"/>
                  </a:lnTo>
                  <a:lnTo>
                    <a:pt x="1434" y="2854"/>
                  </a:lnTo>
                  <a:lnTo>
                    <a:pt x="1436" y="2856"/>
                  </a:lnTo>
                  <a:lnTo>
                    <a:pt x="1438" y="2856"/>
                  </a:lnTo>
                  <a:lnTo>
                    <a:pt x="1440" y="2854"/>
                  </a:lnTo>
                  <a:lnTo>
                    <a:pt x="1440" y="2850"/>
                  </a:lnTo>
                  <a:lnTo>
                    <a:pt x="1440" y="2848"/>
                  </a:lnTo>
                  <a:close/>
                  <a:moveTo>
                    <a:pt x="2822" y="3608"/>
                  </a:moveTo>
                  <a:lnTo>
                    <a:pt x="2822" y="3608"/>
                  </a:lnTo>
                  <a:lnTo>
                    <a:pt x="2818" y="3606"/>
                  </a:lnTo>
                  <a:lnTo>
                    <a:pt x="2814" y="3598"/>
                  </a:lnTo>
                  <a:lnTo>
                    <a:pt x="2802" y="3578"/>
                  </a:lnTo>
                  <a:lnTo>
                    <a:pt x="2798" y="3570"/>
                  </a:lnTo>
                  <a:lnTo>
                    <a:pt x="2792" y="3562"/>
                  </a:lnTo>
                  <a:lnTo>
                    <a:pt x="2786" y="3558"/>
                  </a:lnTo>
                  <a:lnTo>
                    <a:pt x="2782" y="3556"/>
                  </a:lnTo>
                  <a:lnTo>
                    <a:pt x="2780" y="3558"/>
                  </a:lnTo>
                  <a:lnTo>
                    <a:pt x="2776" y="3558"/>
                  </a:lnTo>
                  <a:lnTo>
                    <a:pt x="2774" y="3558"/>
                  </a:lnTo>
                  <a:lnTo>
                    <a:pt x="2768" y="3554"/>
                  </a:lnTo>
                  <a:lnTo>
                    <a:pt x="2762" y="3550"/>
                  </a:lnTo>
                  <a:lnTo>
                    <a:pt x="2756" y="3548"/>
                  </a:lnTo>
                  <a:lnTo>
                    <a:pt x="2746" y="3546"/>
                  </a:lnTo>
                  <a:lnTo>
                    <a:pt x="2738" y="3544"/>
                  </a:lnTo>
                  <a:lnTo>
                    <a:pt x="2728" y="3540"/>
                  </a:lnTo>
                  <a:lnTo>
                    <a:pt x="2720" y="3532"/>
                  </a:lnTo>
                  <a:lnTo>
                    <a:pt x="2712" y="3524"/>
                  </a:lnTo>
                  <a:lnTo>
                    <a:pt x="2706" y="3516"/>
                  </a:lnTo>
                  <a:lnTo>
                    <a:pt x="2700" y="3506"/>
                  </a:lnTo>
                  <a:lnTo>
                    <a:pt x="2696" y="3496"/>
                  </a:lnTo>
                  <a:lnTo>
                    <a:pt x="2694" y="3488"/>
                  </a:lnTo>
                  <a:lnTo>
                    <a:pt x="2694" y="3464"/>
                  </a:lnTo>
                  <a:lnTo>
                    <a:pt x="2694" y="3458"/>
                  </a:lnTo>
                  <a:lnTo>
                    <a:pt x="2692" y="3454"/>
                  </a:lnTo>
                  <a:lnTo>
                    <a:pt x="2692" y="3448"/>
                  </a:lnTo>
                  <a:lnTo>
                    <a:pt x="2694" y="3442"/>
                  </a:lnTo>
                  <a:lnTo>
                    <a:pt x="2696" y="3438"/>
                  </a:lnTo>
                  <a:lnTo>
                    <a:pt x="2696" y="3434"/>
                  </a:lnTo>
                  <a:lnTo>
                    <a:pt x="2696" y="3430"/>
                  </a:lnTo>
                  <a:lnTo>
                    <a:pt x="2698" y="3422"/>
                  </a:lnTo>
                  <a:lnTo>
                    <a:pt x="2700" y="3418"/>
                  </a:lnTo>
                  <a:lnTo>
                    <a:pt x="2698" y="3416"/>
                  </a:lnTo>
                  <a:lnTo>
                    <a:pt x="2696" y="3414"/>
                  </a:lnTo>
                  <a:lnTo>
                    <a:pt x="2694" y="3416"/>
                  </a:lnTo>
                  <a:lnTo>
                    <a:pt x="2692" y="3416"/>
                  </a:lnTo>
                  <a:lnTo>
                    <a:pt x="2692" y="3420"/>
                  </a:lnTo>
                  <a:lnTo>
                    <a:pt x="2694" y="3424"/>
                  </a:lnTo>
                  <a:lnTo>
                    <a:pt x="2692" y="3424"/>
                  </a:lnTo>
                  <a:lnTo>
                    <a:pt x="2688" y="3422"/>
                  </a:lnTo>
                  <a:lnTo>
                    <a:pt x="2686" y="3422"/>
                  </a:lnTo>
                  <a:lnTo>
                    <a:pt x="2684" y="3432"/>
                  </a:lnTo>
                  <a:lnTo>
                    <a:pt x="2680" y="3444"/>
                  </a:lnTo>
                  <a:lnTo>
                    <a:pt x="2678" y="3444"/>
                  </a:lnTo>
                  <a:lnTo>
                    <a:pt x="2676" y="3444"/>
                  </a:lnTo>
                  <a:lnTo>
                    <a:pt x="2674" y="3444"/>
                  </a:lnTo>
                  <a:lnTo>
                    <a:pt x="2670" y="3452"/>
                  </a:lnTo>
                  <a:lnTo>
                    <a:pt x="2666" y="3458"/>
                  </a:lnTo>
                  <a:lnTo>
                    <a:pt x="2660" y="3462"/>
                  </a:lnTo>
                  <a:lnTo>
                    <a:pt x="2654" y="3468"/>
                  </a:lnTo>
                  <a:lnTo>
                    <a:pt x="2646" y="3476"/>
                  </a:lnTo>
                  <a:lnTo>
                    <a:pt x="2638" y="3488"/>
                  </a:lnTo>
                  <a:lnTo>
                    <a:pt x="2628" y="3496"/>
                  </a:lnTo>
                  <a:lnTo>
                    <a:pt x="2614" y="3508"/>
                  </a:lnTo>
                  <a:lnTo>
                    <a:pt x="2616" y="3510"/>
                  </a:lnTo>
                  <a:lnTo>
                    <a:pt x="2618" y="3512"/>
                  </a:lnTo>
                  <a:lnTo>
                    <a:pt x="2618" y="3516"/>
                  </a:lnTo>
                  <a:lnTo>
                    <a:pt x="2614" y="3524"/>
                  </a:lnTo>
                  <a:lnTo>
                    <a:pt x="2606" y="3530"/>
                  </a:lnTo>
                  <a:lnTo>
                    <a:pt x="2598" y="3532"/>
                  </a:lnTo>
                  <a:lnTo>
                    <a:pt x="2588" y="3534"/>
                  </a:lnTo>
                  <a:lnTo>
                    <a:pt x="2578" y="3532"/>
                  </a:lnTo>
                  <a:lnTo>
                    <a:pt x="2558" y="3528"/>
                  </a:lnTo>
                  <a:lnTo>
                    <a:pt x="2546" y="3528"/>
                  </a:lnTo>
                  <a:lnTo>
                    <a:pt x="2538" y="3532"/>
                  </a:lnTo>
                  <a:lnTo>
                    <a:pt x="2522" y="3538"/>
                  </a:lnTo>
                  <a:lnTo>
                    <a:pt x="2514" y="3538"/>
                  </a:lnTo>
                  <a:lnTo>
                    <a:pt x="2512" y="3538"/>
                  </a:lnTo>
                  <a:lnTo>
                    <a:pt x="2510" y="3536"/>
                  </a:lnTo>
                  <a:lnTo>
                    <a:pt x="2510" y="3528"/>
                  </a:lnTo>
                  <a:lnTo>
                    <a:pt x="2510" y="3522"/>
                  </a:lnTo>
                  <a:lnTo>
                    <a:pt x="2506" y="3522"/>
                  </a:lnTo>
                  <a:lnTo>
                    <a:pt x="2502" y="3522"/>
                  </a:lnTo>
                  <a:lnTo>
                    <a:pt x="2496" y="3522"/>
                  </a:lnTo>
                  <a:lnTo>
                    <a:pt x="2492" y="3520"/>
                  </a:lnTo>
                  <a:lnTo>
                    <a:pt x="2490" y="3518"/>
                  </a:lnTo>
                  <a:lnTo>
                    <a:pt x="2492" y="3514"/>
                  </a:lnTo>
                  <a:lnTo>
                    <a:pt x="2496" y="3510"/>
                  </a:lnTo>
                  <a:lnTo>
                    <a:pt x="2496" y="3506"/>
                  </a:lnTo>
                  <a:lnTo>
                    <a:pt x="2492" y="3508"/>
                  </a:lnTo>
                  <a:lnTo>
                    <a:pt x="2490" y="3508"/>
                  </a:lnTo>
                  <a:lnTo>
                    <a:pt x="2488" y="3508"/>
                  </a:lnTo>
                  <a:lnTo>
                    <a:pt x="2486" y="3506"/>
                  </a:lnTo>
                  <a:lnTo>
                    <a:pt x="2488" y="3504"/>
                  </a:lnTo>
                  <a:lnTo>
                    <a:pt x="2490" y="3504"/>
                  </a:lnTo>
                  <a:lnTo>
                    <a:pt x="2494" y="3504"/>
                  </a:lnTo>
                  <a:lnTo>
                    <a:pt x="2496" y="3502"/>
                  </a:lnTo>
                  <a:lnTo>
                    <a:pt x="2498" y="3496"/>
                  </a:lnTo>
                  <a:lnTo>
                    <a:pt x="2502" y="3480"/>
                  </a:lnTo>
                  <a:lnTo>
                    <a:pt x="2502" y="3474"/>
                  </a:lnTo>
                  <a:lnTo>
                    <a:pt x="2500" y="3468"/>
                  </a:lnTo>
                  <a:lnTo>
                    <a:pt x="2496" y="3462"/>
                  </a:lnTo>
                  <a:lnTo>
                    <a:pt x="2496" y="3458"/>
                  </a:lnTo>
                  <a:lnTo>
                    <a:pt x="2498" y="3454"/>
                  </a:lnTo>
                  <a:lnTo>
                    <a:pt x="2500" y="3448"/>
                  </a:lnTo>
                  <a:lnTo>
                    <a:pt x="2498" y="3440"/>
                  </a:lnTo>
                  <a:lnTo>
                    <a:pt x="2494" y="3434"/>
                  </a:lnTo>
                  <a:lnTo>
                    <a:pt x="2490" y="3428"/>
                  </a:lnTo>
                  <a:lnTo>
                    <a:pt x="2486" y="3426"/>
                  </a:lnTo>
                  <a:lnTo>
                    <a:pt x="2484" y="3426"/>
                  </a:lnTo>
                  <a:lnTo>
                    <a:pt x="2480" y="3430"/>
                  </a:lnTo>
                  <a:lnTo>
                    <a:pt x="2476" y="3444"/>
                  </a:lnTo>
                  <a:lnTo>
                    <a:pt x="2470" y="3456"/>
                  </a:lnTo>
                  <a:lnTo>
                    <a:pt x="2470" y="3466"/>
                  </a:lnTo>
                  <a:lnTo>
                    <a:pt x="2468" y="3498"/>
                  </a:lnTo>
                  <a:lnTo>
                    <a:pt x="2464" y="3486"/>
                  </a:lnTo>
                  <a:lnTo>
                    <a:pt x="2460" y="3478"/>
                  </a:lnTo>
                  <a:lnTo>
                    <a:pt x="2458" y="3468"/>
                  </a:lnTo>
                  <a:lnTo>
                    <a:pt x="2452" y="3462"/>
                  </a:lnTo>
                  <a:lnTo>
                    <a:pt x="2448" y="3456"/>
                  </a:lnTo>
                  <a:lnTo>
                    <a:pt x="2448" y="3454"/>
                  </a:lnTo>
                  <a:lnTo>
                    <a:pt x="2448" y="3450"/>
                  </a:lnTo>
                  <a:lnTo>
                    <a:pt x="2444" y="3444"/>
                  </a:lnTo>
                  <a:lnTo>
                    <a:pt x="2442" y="3438"/>
                  </a:lnTo>
                  <a:lnTo>
                    <a:pt x="2442" y="3434"/>
                  </a:lnTo>
                  <a:lnTo>
                    <a:pt x="2442" y="3428"/>
                  </a:lnTo>
                  <a:lnTo>
                    <a:pt x="2444" y="3420"/>
                  </a:lnTo>
                  <a:lnTo>
                    <a:pt x="2442" y="3414"/>
                  </a:lnTo>
                  <a:lnTo>
                    <a:pt x="2440" y="3408"/>
                  </a:lnTo>
                  <a:lnTo>
                    <a:pt x="2438" y="3402"/>
                  </a:lnTo>
                  <a:lnTo>
                    <a:pt x="2438" y="3400"/>
                  </a:lnTo>
                  <a:lnTo>
                    <a:pt x="2442" y="3400"/>
                  </a:lnTo>
                  <a:lnTo>
                    <a:pt x="2444" y="3404"/>
                  </a:lnTo>
                  <a:lnTo>
                    <a:pt x="2448" y="3404"/>
                  </a:lnTo>
                  <a:lnTo>
                    <a:pt x="2448" y="3406"/>
                  </a:lnTo>
                  <a:lnTo>
                    <a:pt x="2446" y="3408"/>
                  </a:lnTo>
                  <a:lnTo>
                    <a:pt x="2444" y="3410"/>
                  </a:lnTo>
                  <a:lnTo>
                    <a:pt x="2448" y="3410"/>
                  </a:lnTo>
                  <a:lnTo>
                    <a:pt x="2450" y="3412"/>
                  </a:lnTo>
                  <a:lnTo>
                    <a:pt x="2448" y="3414"/>
                  </a:lnTo>
                  <a:lnTo>
                    <a:pt x="2450" y="3416"/>
                  </a:lnTo>
                  <a:lnTo>
                    <a:pt x="2454" y="3420"/>
                  </a:lnTo>
                  <a:lnTo>
                    <a:pt x="2456" y="3422"/>
                  </a:lnTo>
                  <a:lnTo>
                    <a:pt x="2458" y="3422"/>
                  </a:lnTo>
                  <a:lnTo>
                    <a:pt x="2460" y="3422"/>
                  </a:lnTo>
                  <a:lnTo>
                    <a:pt x="2460" y="3420"/>
                  </a:lnTo>
                  <a:lnTo>
                    <a:pt x="2460" y="3418"/>
                  </a:lnTo>
                  <a:lnTo>
                    <a:pt x="2462" y="3416"/>
                  </a:lnTo>
                  <a:lnTo>
                    <a:pt x="2464" y="3412"/>
                  </a:lnTo>
                  <a:lnTo>
                    <a:pt x="2466" y="3406"/>
                  </a:lnTo>
                  <a:lnTo>
                    <a:pt x="2466" y="3402"/>
                  </a:lnTo>
                  <a:lnTo>
                    <a:pt x="2468" y="3400"/>
                  </a:lnTo>
                  <a:lnTo>
                    <a:pt x="2468" y="3402"/>
                  </a:lnTo>
                  <a:lnTo>
                    <a:pt x="2474" y="3404"/>
                  </a:lnTo>
                  <a:lnTo>
                    <a:pt x="2476" y="3404"/>
                  </a:lnTo>
                  <a:lnTo>
                    <a:pt x="2476" y="3402"/>
                  </a:lnTo>
                  <a:lnTo>
                    <a:pt x="2478" y="3402"/>
                  </a:lnTo>
                  <a:lnTo>
                    <a:pt x="2480" y="3400"/>
                  </a:lnTo>
                  <a:lnTo>
                    <a:pt x="2480" y="3398"/>
                  </a:lnTo>
                  <a:lnTo>
                    <a:pt x="2482" y="3396"/>
                  </a:lnTo>
                  <a:lnTo>
                    <a:pt x="2482" y="3394"/>
                  </a:lnTo>
                  <a:lnTo>
                    <a:pt x="2482" y="3392"/>
                  </a:lnTo>
                  <a:lnTo>
                    <a:pt x="2482" y="3388"/>
                  </a:lnTo>
                  <a:lnTo>
                    <a:pt x="2480" y="3386"/>
                  </a:lnTo>
                  <a:lnTo>
                    <a:pt x="2482" y="3384"/>
                  </a:lnTo>
                  <a:lnTo>
                    <a:pt x="2480" y="3384"/>
                  </a:lnTo>
                  <a:lnTo>
                    <a:pt x="2478" y="3384"/>
                  </a:lnTo>
                  <a:lnTo>
                    <a:pt x="2478" y="3386"/>
                  </a:lnTo>
                  <a:lnTo>
                    <a:pt x="2476" y="3388"/>
                  </a:lnTo>
                  <a:lnTo>
                    <a:pt x="2472" y="3388"/>
                  </a:lnTo>
                  <a:lnTo>
                    <a:pt x="2470" y="3388"/>
                  </a:lnTo>
                  <a:lnTo>
                    <a:pt x="2468" y="3382"/>
                  </a:lnTo>
                  <a:lnTo>
                    <a:pt x="2466" y="3378"/>
                  </a:lnTo>
                  <a:lnTo>
                    <a:pt x="2468" y="3374"/>
                  </a:lnTo>
                  <a:lnTo>
                    <a:pt x="2468" y="3372"/>
                  </a:lnTo>
                  <a:lnTo>
                    <a:pt x="2466" y="3370"/>
                  </a:lnTo>
                  <a:lnTo>
                    <a:pt x="2464" y="3370"/>
                  </a:lnTo>
                  <a:lnTo>
                    <a:pt x="2464" y="3374"/>
                  </a:lnTo>
                  <a:lnTo>
                    <a:pt x="2462" y="3378"/>
                  </a:lnTo>
                  <a:lnTo>
                    <a:pt x="2462" y="3380"/>
                  </a:lnTo>
                  <a:lnTo>
                    <a:pt x="2460" y="3380"/>
                  </a:lnTo>
                  <a:lnTo>
                    <a:pt x="2456" y="3380"/>
                  </a:lnTo>
                  <a:lnTo>
                    <a:pt x="2452" y="3382"/>
                  </a:lnTo>
                  <a:lnTo>
                    <a:pt x="2450" y="3384"/>
                  </a:lnTo>
                  <a:lnTo>
                    <a:pt x="2446" y="3384"/>
                  </a:lnTo>
                  <a:lnTo>
                    <a:pt x="2444" y="3384"/>
                  </a:lnTo>
                  <a:lnTo>
                    <a:pt x="2444" y="3388"/>
                  </a:lnTo>
                  <a:lnTo>
                    <a:pt x="2442" y="3394"/>
                  </a:lnTo>
                  <a:lnTo>
                    <a:pt x="2434" y="3388"/>
                  </a:lnTo>
                  <a:lnTo>
                    <a:pt x="2422" y="3378"/>
                  </a:lnTo>
                  <a:lnTo>
                    <a:pt x="2414" y="3368"/>
                  </a:lnTo>
                  <a:lnTo>
                    <a:pt x="2410" y="3364"/>
                  </a:lnTo>
                  <a:lnTo>
                    <a:pt x="2410" y="3358"/>
                  </a:lnTo>
                  <a:lnTo>
                    <a:pt x="2410" y="3354"/>
                  </a:lnTo>
                  <a:lnTo>
                    <a:pt x="2408" y="3352"/>
                  </a:lnTo>
                  <a:lnTo>
                    <a:pt x="2402" y="3350"/>
                  </a:lnTo>
                  <a:lnTo>
                    <a:pt x="2394" y="3350"/>
                  </a:lnTo>
                  <a:lnTo>
                    <a:pt x="2392" y="3348"/>
                  </a:lnTo>
                  <a:lnTo>
                    <a:pt x="2392" y="3344"/>
                  </a:lnTo>
                  <a:lnTo>
                    <a:pt x="2390" y="3338"/>
                  </a:lnTo>
                  <a:lnTo>
                    <a:pt x="2386" y="3330"/>
                  </a:lnTo>
                  <a:lnTo>
                    <a:pt x="2382" y="3320"/>
                  </a:lnTo>
                  <a:lnTo>
                    <a:pt x="2376" y="3302"/>
                  </a:lnTo>
                  <a:lnTo>
                    <a:pt x="2370" y="3290"/>
                  </a:lnTo>
                  <a:lnTo>
                    <a:pt x="2366" y="3284"/>
                  </a:lnTo>
                  <a:lnTo>
                    <a:pt x="2364" y="3280"/>
                  </a:lnTo>
                  <a:lnTo>
                    <a:pt x="2362" y="3270"/>
                  </a:lnTo>
                  <a:lnTo>
                    <a:pt x="2360" y="3266"/>
                  </a:lnTo>
                  <a:lnTo>
                    <a:pt x="2358" y="3264"/>
                  </a:lnTo>
                  <a:lnTo>
                    <a:pt x="2352" y="3262"/>
                  </a:lnTo>
                  <a:lnTo>
                    <a:pt x="2346" y="3260"/>
                  </a:lnTo>
                  <a:lnTo>
                    <a:pt x="2346" y="3258"/>
                  </a:lnTo>
                  <a:lnTo>
                    <a:pt x="2346" y="3254"/>
                  </a:lnTo>
                  <a:lnTo>
                    <a:pt x="2350" y="3250"/>
                  </a:lnTo>
                  <a:lnTo>
                    <a:pt x="2354" y="3248"/>
                  </a:lnTo>
                  <a:lnTo>
                    <a:pt x="2360" y="3250"/>
                  </a:lnTo>
                  <a:lnTo>
                    <a:pt x="2362" y="3248"/>
                  </a:lnTo>
                  <a:lnTo>
                    <a:pt x="2362" y="3246"/>
                  </a:lnTo>
                  <a:lnTo>
                    <a:pt x="2354" y="3228"/>
                  </a:lnTo>
                  <a:lnTo>
                    <a:pt x="2354" y="3224"/>
                  </a:lnTo>
                  <a:lnTo>
                    <a:pt x="2356" y="3224"/>
                  </a:lnTo>
                  <a:lnTo>
                    <a:pt x="2364" y="3226"/>
                  </a:lnTo>
                  <a:lnTo>
                    <a:pt x="2372" y="3230"/>
                  </a:lnTo>
                  <a:lnTo>
                    <a:pt x="2376" y="3232"/>
                  </a:lnTo>
                  <a:lnTo>
                    <a:pt x="2378" y="3230"/>
                  </a:lnTo>
                  <a:lnTo>
                    <a:pt x="2384" y="3226"/>
                  </a:lnTo>
                  <a:lnTo>
                    <a:pt x="2390" y="3226"/>
                  </a:lnTo>
                  <a:lnTo>
                    <a:pt x="2392" y="3224"/>
                  </a:lnTo>
                  <a:lnTo>
                    <a:pt x="2394" y="3216"/>
                  </a:lnTo>
                  <a:lnTo>
                    <a:pt x="2396" y="3212"/>
                  </a:lnTo>
                  <a:lnTo>
                    <a:pt x="2398" y="3212"/>
                  </a:lnTo>
                  <a:lnTo>
                    <a:pt x="2406" y="3218"/>
                  </a:lnTo>
                  <a:lnTo>
                    <a:pt x="2412" y="3222"/>
                  </a:lnTo>
                  <a:lnTo>
                    <a:pt x="2416" y="3224"/>
                  </a:lnTo>
                  <a:lnTo>
                    <a:pt x="2424" y="3224"/>
                  </a:lnTo>
                  <a:lnTo>
                    <a:pt x="2430" y="3222"/>
                  </a:lnTo>
                  <a:lnTo>
                    <a:pt x="2436" y="3218"/>
                  </a:lnTo>
                  <a:lnTo>
                    <a:pt x="2438" y="3218"/>
                  </a:lnTo>
                  <a:lnTo>
                    <a:pt x="2440" y="3220"/>
                  </a:lnTo>
                  <a:lnTo>
                    <a:pt x="2442" y="3222"/>
                  </a:lnTo>
                  <a:lnTo>
                    <a:pt x="2444" y="3232"/>
                  </a:lnTo>
                  <a:lnTo>
                    <a:pt x="2448" y="3238"/>
                  </a:lnTo>
                  <a:lnTo>
                    <a:pt x="2452" y="3244"/>
                  </a:lnTo>
                  <a:lnTo>
                    <a:pt x="2452" y="3220"/>
                  </a:lnTo>
                  <a:lnTo>
                    <a:pt x="2414" y="3146"/>
                  </a:lnTo>
                  <a:lnTo>
                    <a:pt x="2378" y="3050"/>
                  </a:lnTo>
                  <a:lnTo>
                    <a:pt x="2372" y="3006"/>
                  </a:lnTo>
                  <a:lnTo>
                    <a:pt x="2378" y="2910"/>
                  </a:lnTo>
                  <a:lnTo>
                    <a:pt x="2378" y="2868"/>
                  </a:lnTo>
                  <a:lnTo>
                    <a:pt x="2392" y="2778"/>
                  </a:lnTo>
                  <a:lnTo>
                    <a:pt x="2386" y="2780"/>
                  </a:lnTo>
                  <a:lnTo>
                    <a:pt x="2382" y="2780"/>
                  </a:lnTo>
                  <a:lnTo>
                    <a:pt x="2380" y="2778"/>
                  </a:lnTo>
                  <a:lnTo>
                    <a:pt x="2380" y="2776"/>
                  </a:lnTo>
                  <a:lnTo>
                    <a:pt x="2378" y="2770"/>
                  </a:lnTo>
                  <a:lnTo>
                    <a:pt x="2376" y="2768"/>
                  </a:lnTo>
                  <a:lnTo>
                    <a:pt x="2374" y="2768"/>
                  </a:lnTo>
                  <a:lnTo>
                    <a:pt x="2376" y="2768"/>
                  </a:lnTo>
                  <a:lnTo>
                    <a:pt x="2378" y="2770"/>
                  </a:lnTo>
                  <a:lnTo>
                    <a:pt x="2380" y="2776"/>
                  </a:lnTo>
                  <a:lnTo>
                    <a:pt x="2380" y="2778"/>
                  </a:lnTo>
                  <a:lnTo>
                    <a:pt x="2382" y="2780"/>
                  </a:lnTo>
                  <a:lnTo>
                    <a:pt x="2386" y="2780"/>
                  </a:lnTo>
                  <a:lnTo>
                    <a:pt x="2392" y="2778"/>
                  </a:lnTo>
                  <a:lnTo>
                    <a:pt x="2390" y="2764"/>
                  </a:lnTo>
                  <a:lnTo>
                    <a:pt x="2394" y="2746"/>
                  </a:lnTo>
                  <a:lnTo>
                    <a:pt x="2390" y="2726"/>
                  </a:lnTo>
                  <a:lnTo>
                    <a:pt x="2386" y="2674"/>
                  </a:lnTo>
                  <a:lnTo>
                    <a:pt x="2384" y="2658"/>
                  </a:lnTo>
                  <a:lnTo>
                    <a:pt x="2386" y="2626"/>
                  </a:lnTo>
                  <a:lnTo>
                    <a:pt x="2360" y="2586"/>
                  </a:lnTo>
                  <a:lnTo>
                    <a:pt x="2336" y="2534"/>
                  </a:lnTo>
                  <a:lnTo>
                    <a:pt x="2284" y="2470"/>
                  </a:lnTo>
                  <a:lnTo>
                    <a:pt x="2274" y="2434"/>
                  </a:lnTo>
                  <a:lnTo>
                    <a:pt x="2302" y="2390"/>
                  </a:lnTo>
                  <a:lnTo>
                    <a:pt x="2334" y="2368"/>
                  </a:lnTo>
                  <a:lnTo>
                    <a:pt x="2352" y="2336"/>
                  </a:lnTo>
                  <a:lnTo>
                    <a:pt x="2346" y="2304"/>
                  </a:lnTo>
                  <a:lnTo>
                    <a:pt x="2318" y="2270"/>
                  </a:lnTo>
                  <a:lnTo>
                    <a:pt x="2280" y="2246"/>
                  </a:lnTo>
                  <a:lnTo>
                    <a:pt x="2264" y="2186"/>
                  </a:lnTo>
                  <a:lnTo>
                    <a:pt x="2274" y="2140"/>
                  </a:lnTo>
                  <a:lnTo>
                    <a:pt x="2288" y="2090"/>
                  </a:lnTo>
                  <a:lnTo>
                    <a:pt x="2290" y="2086"/>
                  </a:lnTo>
                  <a:lnTo>
                    <a:pt x="2296" y="2086"/>
                  </a:lnTo>
                  <a:lnTo>
                    <a:pt x="2308" y="2088"/>
                  </a:lnTo>
                  <a:lnTo>
                    <a:pt x="2328" y="2096"/>
                  </a:lnTo>
                  <a:lnTo>
                    <a:pt x="2370" y="2082"/>
                  </a:lnTo>
                  <a:lnTo>
                    <a:pt x="2376" y="2058"/>
                  </a:lnTo>
                  <a:lnTo>
                    <a:pt x="2440" y="2024"/>
                  </a:lnTo>
                  <a:lnTo>
                    <a:pt x="2384" y="1780"/>
                  </a:lnTo>
                  <a:lnTo>
                    <a:pt x="2264" y="1588"/>
                  </a:lnTo>
                  <a:lnTo>
                    <a:pt x="2204" y="1444"/>
                  </a:lnTo>
                  <a:lnTo>
                    <a:pt x="2204" y="1264"/>
                  </a:lnTo>
                  <a:lnTo>
                    <a:pt x="2212" y="1228"/>
                  </a:lnTo>
                  <a:lnTo>
                    <a:pt x="2224" y="1194"/>
                  </a:lnTo>
                  <a:lnTo>
                    <a:pt x="2232" y="1174"/>
                  </a:lnTo>
                  <a:lnTo>
                    <a:pt x="2240" y="1156"/>
                  </a:lnTo>
                  <a:lnTo>
                    <a:pt x="2248" y="1138"/>
                  </a:lnTo>
                  <a:lnTo>
                    <a:pt x="2258" y="1112"/>
                  </a:lnTo>
                  <a:lnTo>
                    <a:pt x="2282" y="1046"/>
                  </a:lnTo>
                  <a:lnTo>
                    <a:pt x="2276" y="1048"/>
                  </a:lnTo>
                  <a:lnTo>
                    <a:pt x="2274" y="1046"/>
                  </a:lnTo>
                  <a:lnTo>
                    <a:pt x="2270" y="1038"/>
                  </a:lnTo>
                  <a:lnTo>
                    <a:pt x="2266" y="1032"/>
                  </a:lnTo>
                  <a:lnTo>
                    <a:pt x="2262" y="1026"/>
                  </a:lnTo>
                  <a:lnTo>
                    <a:pt x="2256" y="1018"/>
                  </a:lnTo>
                  <a:lnTo>
                    <a:pt x="2246" y="1014"/>
                  </a:lnTo>
                  <a:lnTo>
                    <a:pt x="2236" y="1006"/>
                  </a:lnTo>
                  <a:lnTo>
                    <a:pt x="2234" y="1004"/>
                  </a:lnTo>
                  <a:lnTo>
                    <a:pt x="2232" y="1000"/>
                  </a:lnTo>
                  <a:lnTo>
                    <a:pt x="2234" y="998"/>
                  </a:lnTo>
                  <a:lnTo>
                    <a:pt x="2234" y="994"/>
                  </a:lnTo>
                  <a:lnTo>
                    <a:pt x="2242" y="988"/>
                  </a:lnTo>
                  <a:lnTo>
                    <a:pt x="2250" y="982"/>
                  </a:lnTo>
                  <a:lnTo>
                    <a:pt x="2262" y="978"/>
                  </a:lnTo>
                  <a:lnTo>
                    <a:pt x="2274" y="974"/>
                  </a:lnTo>
                  <a:lnTo>
                    <a:pt x="2286" y="974"/>
                  </a:lnTo>
                  <a:lnTo>
                    <a:pt x="2292" y="974"/>
                  </a:lnTo>
                  <a:lnTo>
                    <a:pt x="2296" y="972"/>
                  </a:lnTo>
                  <a:lnTo>
                    <a:pt x="2298" y="968"/>
                  </a:lnTo>
                  <a:lnTo>
                    <a:pt x="2300" y="966"/>
                  </a:lnTo>
                  <a:lnTo>
                    <a:pt x="2298" y="956"/>
                  </a:lnTo>
                  <a:lnTo>
                    <a:pt x="2294" y="946"/>
                  </a:lnTo>
                  <a:lnTo>
                    <a:pt x="2284" y="936"/>
                  </a:lnTo>
                  <a:lnTo>
                    <a:pt x="2272" y="928"/>
                  </a:lnTo>
                  <a:lnTo>
                    <a:pt x="2258" y="922"/>
                  </a:lnTo>
                  <a:lnTo>
                    <a:pt x="2250" y="922"/>
                  </a:lnTo>
                  <a:lnTo>
                    <a:pt x="2242" y="920"/>
                  </a:lnTo>
                  <a:lnTo>
                    <a:pt x="2224" y="920"/>
                  </a:lnTo>
                  <a:lnTo>
                    <a:pt x="2208" y="918"/>
                  </a:lnTo>
                  <a:lnTo>
                    <a:pt x="2182" y="912"/>
                  </a:lnTo>
                  <a:lnTo>
                    <a:pt x="2174" y="912"/>
                  </a:lnTo>
                  <a:lnTo>
                    <a:pt x="2172" y="912"/>
                  </a:lnTo>
                  <a:lnTo>
                    <a:pt x="2172" y="914"/>
                  </a:lnTo>
                  <a:lnTo>
                    <a:pt x="2174" y="918"/>
                  </a:lnTo>
                  <a:lnTo>
                    <a:pt x="2186" y="928"/>
                  </a:lnTo>
                  <a:lnTo>
                    <a:pt x="2192" y="934"/>
                  </a:lnTo>
                  <a:lnTo>
                    <a:pt x="2196" y="942"/>
                  </a:lnTo>
                  <a:lnTo>
                    <a:pt x="2198" y="948"/>
                  </a:lnTo>
                  <a:lnTo>
                    <a:pt x="2200" y="954"/>
                  </a:lnTo>
                  <a:lnTo>
                    <a:pt x="2196" y="966"/>
                  </a:lnTo>
                  <a:lnTo>
                    <a:pt x="2192" y="978"/>
                  </a:lnTo>
                  <a:lnTo>
                    <a:pt x="2188" y="990"/>
                  </a:lnTo>
                  <a:lnTo>
                    <a:pt x="2186" y="1000"/>
                  </a:lnTo>
                  <a:lnTo>
                    <a:pt x="2186" y="1006"/>
                  </a:lnTo>
                  <a:lnTo>
                    <a:pt x="2188" y="1012"/>
                  </a:lnTo>
                  <a:lnTo>
                    <a:pt x="2194" y="1016"/>
                  </a:lnTo>
                  <a:lnTo>
                    <a:pt x="2200" y="1022"/>
                  </a:lnTo>
                  <a:lnTo>
                    <a:pt x="2212" y="1032"/>
                  </a:lnTo>
                  <a:lnTo>
                    <a:pt x="2216" y="1036"/>
                  </a:lnTo>
                  <a:lnTo>
                    <a:pt x="2218" y="1040"/>
                  </a:lnTo>
                  <a:lnTo>
                    <a:pt x="2216" y="1046"/>
                  </a:lnTo>
                  <a:lnTo>
                    <a:pt x="2214" y="1054"/>
                  </a:lnTo>
                  <a:lnTo>
                    <a:pt x="2208" y="1062"/>
                  </a:lnTo>
                  <a:lnTo>
                    <a:pt x="2204" y="1072"/>
                  </a:lnTo>
                  <a:lnTo>
                    <a:pt x="2200" y="1084"/>
                  </a:lnTo>
                  <a:lnTo>
                    <a:pt x="2202" y="1098"/>
                  </a:lnTo>
                  <a:lnTo>
                    <a:pt x="2202" y="1106"/>
                  </a:lnTo>
                  <a:lnTo>
                    <a:pt x="2200" y="1104"/>
                  </a:lnTo>
                  <a:lnTo>
                    <a:pt x="2192" y="1096"/>
                  </a:lnTo>
                  <a:lnTo>
                    <a:pt x="2180" y="1084"/>
                  </a:lnTo>
                  <a:lnTo>
                    <a:pt x="2166" y="1072"/>
                  </a:lnTo>
                  <a:lnTo>
                    <a:pt x="2156" y="1068"/>
                  </a:lnTo>
                  <a:lnTo>
                    <a:pt x="2148" y="1066"/>
                  </a:lnTo>
                  <a:lnTo>
                    <a:pt x="2136" y="1064"/>
                  </a:lnTo>
                  <a:lnTo>
                    <a:pt x="2126" y="1066"/>
                  </a:lnTo>
                  <a:lnTo>
                    <a:pt x="2114" y="1070"/>
                  </a:lnTo>
                  <a:lnTo>
                    <a:pt x="2102" y="1076"/>
                  </a:lnTo>
                  <a:lnTo>
                    <a:pt x="2078" y="1092"/>
                  </a:lnTo>
                  <a:lnTo>
                    <a:pt x="2056" y="1104"/>
                  </a:lnTo>
                  <a:lnTo>
                    <a:pt x="2040" y="1114"/>
                  </a:lnTo>
                  <a:lnTo>
                    <a:pt x="2028" y="1122"/>
                  </a:lnTo>
                  <a:lnTo>
                    <a:pt x="2022" y="1130"/>
                  </a:lnTo>
                  <a:lnTo>
                    <a:pt x="2020" y="1134"/>
                  </a:lnTo>
                  <a:lnTo>
                    <a:pt x="2022" y="1140"/>
                  </a:lnTo>
                  <a:lnTo>
                    <a:pt x="2026" y="1150"/>
                  </a:lnTo>
                  <a:lnTo>
                    <a:pt x="2040" y="1166"/>
                  </a:lnTo>
                  <a:lnTo>
                    <a:pt x="2052" y="1180"/>
                  </a:lnTo>
                  <a:lnTo>
                    <a:pt x="2054" y="1186"/>
                  </a:lnTo>
                  <a:lnTo>
                    <a:pt x="2054" y="1192"/>
                  </a:lnTo>
                  <a:lnTo>
                    <a:pt x="2054" y="1196"/>
                  </a:lnTo>
                  <a:lnTo>
                    <a:pt x="2050" y="1198"/>
                  </a:lnTo>
                  <a:lnTo>
                    <a:pt x="2046" y="1200"/>
                  </a:lnTo>
                  <a:lnTo>
                    <a:pt x="2040" y="1202"/>
                  </a:lnTo>
                  <a:lnTo>
                    <a:pt x="2026" y="1202"/>
                  </a:lnTo>
                  <a:lnTo>
                    <a:pt x="2006" y="1198"/>
                  </a:lnTo>
                  <a:lnTo>
                    <a:pt x="1984" y="1190"/>
                  </a:lnTo>
                  <a:lnTo>
                    <a:pt x="1958" y="1180"/>
                  </a:lnTo>
                  <a:lnTo>
                    <a:pt x="1934" y="1170"/>
                  </a:lnTo>
                  <a:lnTo>
                    <a:pt x="1916" y="1164"/>
                  </a:lnTo>
                  <a:lnTo>
                    <a:pt x="1900" y="1162"/>
                  </a:lnTo>
                  <a:lnTo>
                    <a:pt x="1892" y="1164"/>
                  </a:lnTo>
                  <a:lnTo>
                    <a:pt x="1888" y="1166"/>
                  </a:lnTo>
                  <a:lnTo>
                    <a:pt x="1886" y="1170"/>
                  </a:lnTo>
                  <a:lnTo>
                    <a:pt x="1886" y="1176"/>
                  </a:lnTo>
                  <a:lnTo>
                    <a:pt x="1892" y="1186"/>
                  </a:lnTo>
                  <a:lnTo>
                    <a:pt x="1900" y="1196"/>
                  </a:lnTo>
                  <a:lnTo>
                    <a:pt x="1912" y="1206"/>
                  </a:lnTo>
                  <a:lnTo>
                    <a:pt x="1924" y="1214"/>
                  </a:lnTo>
                  <a:lnTo>
                    <a:pt x="1946" y="1222"/>
                  </a:lnTo>
                  <a:lnTo>
                    <a:pt x="1954" y="1226"/>
                  </a:lnTo>
                  <a:lnTo>
                    <a:pt x="1956" y="1228"/>
                  </a:lnTo>
                  <a:lnTo>
                    <a:pt x="1956" y="1232"/>
                  </a:lnTo>
                  <a:lnTo>
                    <a:pt x="1952" y="1238"/>
                  </a:lnTo>
                  <a:lnTo>
                    <a:pt x="1940" y="1246"/>
                  </a:lnTo>
                  <a:lnTo>
                    <a:pt x="1926" y="1252"/>
                  </a:lnTo>
                  <a:lnTo>
                    <a:pt x="1920" y="1252"/>
                  </a:lnTo>
                  <a:lnTo>
                    <a:pt x="1916" y="1252"/>
                  </a:lnTo>
                  <a:lnTo>
                    <a:pt x="1908" y="1248"/>
                  </a:lnTo>
                  <a:lnTo>
                    <a:pt x="1902" y="1240"/>
                  </a:lnTo>
                  <a:lnTo>
                    <a:pt x="1894" y="1232"/>
                  </a:lnTo>
                  <a:lnTo>
                    <a:pt x="1886" y="1224"/>
                  </a:lnTo>
                  <a:lnTo>
                    <a:pt x="1874" y="1216"/>
                  </a:lnTo>
                  <a:lnTo>
                    <a:pt x="1868" y="1212"/>
                  </a:lnTo>
                  <a:lnTo>
                    <a:pt x="1858" y="1210"/>
                  </a:lnTo>
                  <a:lnTo>
                    <a:pt x="1844" y="1206"/>
                  </a:lnTo>
                  <a:lnTo>
                    <a:pt x="1836" y="1202"/>
                  </a:lnTo>
                  <a:lnTo>
                    <a:pt x="1832" y="1196"/>
                  </a:lnTo>
                  <a:lnTo>
                    <a:pt x="1832" y="1188"/>
                  </a:lnTo>
                  <a:lnTo>
                    <a:pt x="1832" y="1182"/>
                  </a:lnTo>
                  <a:lnTo>
                    <a:pt x="1830" y="1174"/>
                  </a:lnTo>
                  <a:lnTo>
                    <a:pt x="1826" y="1164"/>
                  </a:lnTo>
                  <a:lnTo>
                    <a:pt x="1818" y="1156"/>
                  </a:lnTo>
                  <a:lnTo>
                    <a:pt x="1814" y="1152"/>
                  </a:lnTo>
                  <a:lnTo>
                    <a:pt x="1812" y="1148"/>
                  </a:lnTo>
                  <a:lnTo>
                    <a:pt x="1812" y="1144"/>
                  </a:lnTo>
                  <a:lnTo>
                    <a:pt x="1812" y="1140"/>
                  </a:lnTo>
                  <a:lnTo>
                    <a:pt x="1816" y="1134"/>
                  </a:lnTo>
                  <a:lnTo>
                    <a:pt x="1822" y="1128"/>
                  </a:lnTo>
                  <a:lnTo>
                    <a:pt x="1826" y="1122"/>
                  </a:lnTo>
                  <a:lnTo>
                    <a:pt x="1830" y="1114"/>
                  </a:lnTo>
                  <a:lnTo>
                    <a:pt x="1828" y="1110"/>
                  </a:lnTo>
                  <a:lnTo>
                    <a:pt x="1826" y="1106"/>
                  </a:lnTo>
                  <a:lnTo>
                    <a:pt x="1822" y="1100"/>
                  </a:lnTo>
                  <a:lnTo>
                    <a:pt x="1816" y="1096"/>
                  </a:lnTo>
                  <a:lnTo>
                    <a:pt x="1800" y="1084"/>
                  </a:lnTo>
                  <a:lnTo>
                    <a:pt x="1784" y="1076"/>
                  </a:lnTo>
                  <a:lnTo>
                    <a:pt x="1758" y="1060"/>
                  </a:lnTo>
                  <a:lnTo>
                    <a:pt x="1746" y="1054"/>
                  </a:lnTo>
                  <a:lnTo>
                    <a:pt x="1738" y="1046"/>
                  </a:lnTo>
                  <a:lnTo>
                    <a:pt x="1730" y="1036"/>
                  </a:lnTo>
                  <a:lnTo>
                    <a:pt x="1726" y="1026"/>
                  </a:lnTo>
                  <a:lnTo>
                    <a:pt x="1724" y="1018"/>
                  </a:lnTo>
                  <a:lnTo>
                    <a:pt x="1726" y="1016"/>
                  </a:lnTo>
                  <a:lnTo>
                    <a:pt x="1736" y="1026"/>
                  </a:lnTo>
                  <a:lnTo>
                    <a:pt x="1746" y="1036"/>
                  </a:lnTo>
                  <a:lnTo>
                    <a:pt x="1762" y="1044"/>
                  </a:lnTo>
                  <a:lnTo>
                    <a:pt x="1782" y="1054"/>
                  </a:lnTo>
                  <a:lnTo>
                    <a:pt x="1808" y="1060"/>
                  </a:lnTo>
                  <a:lnTo>
                    <a:pt x="1836" y="1066"/>
                  </a:lnTo>
                  <a:lnTo>
                    <a:pt x="1864" y="1074"/>
                  </a:lnTo>
                  <a:lnTo>
                    <a:pt x="1920" y="1092"/>
                  </a:lnTo>
                  <a:lnTo>
                    <a:pt x="1948" y="1098"/>
                  </a:lnTo>
                  <a:lnTo>
                    <a:pt x="1962" y="1100"/>
                  </a:lnTo>
                  <a:lnTo>
                    <a:pt x="1976" y="1100"/>
                  </a:lnTo>
                  <a:lnTo>
                    <a:pt x="1990" y="1098"/>
                  </a:lnTo>
                  <a:lnTo>
                    <a:pt x="2002" y="1096"/>
                  </a:lnTo>
                  <a:lnTo>
                    <a:pt x="2016" y="1092"/>
                  </a:lnTo>
                  <a:lnTo>
                    <a:pt x="2030" y="1084"/>
                  </a:lnTo>
                  <a:lnTo>
                    <a:pt x="2052" y="1070"/>
                  </a:lnTo>
                  <a:lnTo>
                    <a:pt x="2072" y="1056"/>
                  </a:lnTo>
                  <a:lnTo>
                    <a:pt x="2084" y="1042"/>
                  </a:lnTo>
                  <a:lnTo>
                    <a:pt x="2090" y="1036"/>
                  </a:lnTo>
                  <a:lnTo>
                    <a:pt x="2092" y="1030"/>
                  </a:lnTo>
                  <a:lnTo>
                    <a:pt x="2094" y="1022"/>
                  </a:lnTo>
                  <a:lnTo>
                    <a:pt x="2092" y="1016"/>
                  </a:lnTo>
                  <a:lnTo>
                    <a:pt x="2090" y="1010"/>
                  </a:lnTo>
                  <a:lnTo>
                    <a:pt x="2086" y="1002"/>
                  </a:lnTo>
                  <a:lnTo>
                    <a:pt x="2080" y="994"/>
                  </a:lnTo>
                  <a:lnTo>
                    <a:pt x="2072" y="988"/>
                  </a:lnTo>
                  <a:lnTo>
                    <a:pt x="2050" y="970"/>
                  </a:lnTo>
                  <a:lnTo>
                    <a:pt x="2010" y="946"/>
                  </a:lnTo>
                  <a:lnTo>
                    <a:pt x="1982" y="934"/>
                  </a:lnTo>
                  <a:lnTo>
                    <a:pt x="1954" y="920"/>
                  </a:lnTo>
                  <a:lnTo>
                    <a:pt x="1910" y="896"/>
                  </a:lnTo>
                  <a:lnTo>
                    <a:pt x="1884" y="882"/>
                  </a:lnTo>
                  <a:lnTo>
                    <a:pt x="1868" y="874"/>
                  </a:lnTo>
                  <a:lnTo>
                    <a:pt x="1854" y="870"/>
                  </a:lnTo>
                  <a:lnTo>
                    <a:pt x="1844" y="870"/>
                  </a:lnTo>
                  <a:lnTo>
                    <a:pt x="1834" y="872"/>
                  </a:lnTo>
                  <a:lnTo>
                    <a:pt x="1822" y="872"/>
                  </a:lnTo>
                  <a:lnTo>
                    <a:pt x="1808" y="870"/>
                  </a:lnTo>
                  <a:lnTo>
                    <a:pt x="1786" y="866"/>
                  </a:lnTo>
                  <a:lnTo>
                    <a:pt x="1768" y="858"/>
                  </a:lnTo>
                  <a:lnTo>
                    <a:pt x="1758" y="852"/>
                  </a:lnTo>
                  <a:lnTo>
                    <a:pt x="1756" y="850"/>
                  </a:lnTo>
                  <a:lnTo>
                    <a:pt x="1756" y="846"/>
                  </a:lnTo>
                  <a:lnTo>
                    <a:pt x="1758" y="844"/>
                  </a:lnTo>
                  <a:lnTo>
                    <a:pt x="1758" y="840"/>
                  </a:lnTo>
                  <a:lnTo>
                    <a:pt x="1752" y="834"/>
                  </a:lnTo>
                  <a:lnTo>
                    <a:pt x="1740" y="828"/>
                  </a:lnTo>
                  <a:lnTo>
                    <a:pt x="1726" y="824"/>
                  </a:lnTo>
                  <a:lnTo>
                    <a:pt x="1718" y="824"/>
                  </a:lnTo>
                  <a:lnTo>
                    <a:pt x="1712" y="826"/>
                  </a:lnTo>
                  <a:lnTo>
                    <a:pt x="1710" y="830"/>
                  </a:lnTo>
                  <a:lnTo>
                    <a:pt x="1706" y="834"/>
                  </a:lnTo>
                  <a:lnTo>
                    <a:pt x="1698" y="838"/>
                  </a:lnTo>
                  <a:lnTo>
                    <a:pt x="1686" y="838"/>
                  </a:lnTo>
                  <a:lnTo>
                    <a:pt x="1666" y="834"/>
                  </a:lnTo>
                  <a:lnTo>
                    <a:pt x="1658" y="832"/>
                  </a:lnTo>
                  <a:lnTo>
                    <a:pt x="1652" y="832"/>
                  </a:lnTo>
                  <a:lnTo>
                    <a:pt x="1648" y="832"/>
                  </a:lnTo>
                  <a:lnTo>
                    <a:pt x="1644" y="828"/>
                  </a:lnTo>
                  <a:lnTo>
                    <a:pt x="1640" y="828"/>
                  </a:lnTo>
                  <a:lnTo>
                    <a:pt x="1638" y="830"/>
                  </a:lnTo>
                  <a:lnTo>
                    <a:pt x="1636" y="834"/>
                  </a:lnTo>
                  <a:lnTo>
                    <a:pt x="1630" y="836"/>
                  </a:lnTo>
                  <a:lnTo>
                    <a:pt x="1620" y="838"/>
                  </a:lnTo>
                  <a:lnTo>
                    <a:pt x="1618" y="838"/>
                  </a:lnTo>
                  <a:lnTo>
                    <a:pt x="1618" y="834"/>
                  </a:lnTo>
                  <a:lnTo>
                    <a:pt x="1622" y="830"/>
                  </a:lnTo>
                  <a:lnTo>
                    <a:pt x="1622" y="826"/>
                  </a:lnTo>
                  <a:lnTo>
                    <a:pt x="1620" y="822"/>
                  </a:lnTo>
                  <a:lnTo>
                    <a:pt x="1618" y="820"/>
                  </a:lnTo>
                  <a:lnTo>
                    <a:pt x="1614" y="818"/>
                  </a:lnTo>
                  <a:lnTo>
                    <a:pt x="1608" y="818"/>
                  </a:lnTo>
                  <a:lnTo>
                    <a:pt x="1598" y="816"/>
                  </a:lnTo>
                  <a:lnTo>
                    <a:pt x="1590" y="814"/>
                  </a:lnTo>
                  <a:lnTo>
                    <a:pt x="1586" y="812"/>
                  </a:lnTo>
                  <a:lnTo>
                    <a:pt x="1580" y="810"/>
                  </a:lnTo>
                  <a:lnTo>
                    <a:pt x="1576" y="810"/>
                  </a:lnTo>
                  <a:lnTo>
                    <a:pt x="1580" y="808"/>
                  </a:lnTo>
                  <a:lnTo>
                    <a:pt x="1592" y="808"/>
                  </a:lnTo>
                  <a:lnTo>
                    <a:pt x="1612" y="812"/>
                  </a:lnTo>
                  <a:lnTo>
                    <a:pt x="1624" y="812"/>
                  </a:lnTo>
                  <a:lnTo>
                    <a:pt x="1634" y="812"/>
                  </a:lnTo>
                  <a:lnTo>
                    <a:pt x="1640" y="810"/>
                  </a:lnTo>
                  <a:lnTo>
                    <a:pt x="1646" y="808"/>
                  </a:lnTo>
                  <a:lnTo>
                    <a:pt x="1654" y="800"/>
                  </a:lnTo>
                  <a:lnTo>
                    <a:pt x="1658" y="800"/>
                  </a:lnTo>
                  <a:lnTo>
                    <a:pt x="1662" y="800"/>
                  </a:lnTo>
                  <a:lnTo>
                    <a:pt x="1668" y="800"/>
                  </a:lnTo>
                  <a:lnTo>
                    <a:pt x="1672" y="798"/>
                  </a:lnTo>
                  <a:lnTo>
                    <a:pt x="1674" y="796"/>
                  </a:lnTo>
                  <a:lnTo>
                    <a:pt x="1676" y="794"/>
                  </a:lnTo>
                  <a:lnTo>
                    <a:pt x="1676" y="790"/>
                  </a:lnTo>
                  <a:lnTo>
                    <a:pt x="1674" y="788"/>
                  </a:lnTo>
                  <a:lnTo>
                    <a:pt x="1672" y="786"/>
                  </a:lnTo>
                  <a:lnTo>
                    <a:pt x="1668" y="786"/>
                  </a:lnTo>
                  <a:lnTo>
                    <a:pt x="1660" y="786"/>
                  </a:lnTo>
                  <a:lnTo>
                    <a:pt x="1658" y="782"/>
                  </a:lnTo>
                  <a:lnTo>
                    <a:pt x="1656" y="780"/>
                  </a:lnTo>
                  <a:lnTo>
                    <a:pt x="1650" y="778"/>
                  </a:lnTo>
                  <a:lnTo>
                    <a:pt x="1648" y="776"/>
                  </a:lnTo>
                  <a:lnTo>
                    <a:pt x="1644" y="774"/>
                  </a:lnTo>
                  <a:lnTo>
                    <a:pt x="1640" y="770"/>
                  </a:lnTo>
                  <a:lnTo>
                    <a:pt x="1636" y="766"/>
                  </a:lnTo>
                  <a:lnTo>
                    <a:pt x="1634" y="766"/>
                  </a:lnTo>
                  <a:lnTo>
                    <a:pt x="1630" y="768"/>
                  </a:lnTo>
                  <a:lnTo>
                    <a:pt x="1624" y="768"/>
                  </a:lnTo>
                  <a:lnTo>
                    <a:pt x="1624" y="766"/>
                  </a:lnTo>
                  <a:lnTo>
                    <a:pt x="1620" y="764"/>
                  </a:lnTo>
                  <a:lnTo>
                    <a:pt x="1614" y="766"/>
                  </a:lnTo>
                  <a:lnTo>
                    <a:pt x="1606" y="768"/>
                  </a:lnTo>
                  <a:lnTo>
                    <a:pt x="1606" y="764"/>
                  </a:lnTo>
                  <a:lnTo>
                    <a:pt x="1606" y="762"/>
                  </a:lnTo>
                  <a:lnTo>
                    <a:pt x="1606" y="760"/>
                  </a:lnTo>
                  <a:lnTo>
                    <a:pt x="1602" y="758"/>
                  </a:lnTo>
                  <a:lnTo>
                    <a:pt x="1596" y="756"/>
                  </a:lnTo>
                  <a:lnTo>
                    <a:pt x="1588" y="754"/>
                  </a:lnTo>
                  <a:lnTo>
                    <a:pt x="1582" y="754"/>
                  </a:lnTo>
                  <a:lnTo>
                    <a:pt x="1578" y="758"/>
                  </a:lnTo>
                  <a:lnTo>
                    <a:pt x="1574" y="760"/>
                  </a:lnTo>
                  <a:lnTo>
                    <a:pt x="1572" y="766"/>
                  </a:lnTo>
                  <a:lnTo>
                    <a:pt x="1570" y="770"/>
                  </a:lnTo>
                  <a:lnTo>
                    <a:pt x="1570" y="780"/>
                  </a:lnTo>
                  <a:lnTo>
                    <a:pt x="1572" y="786"/>
                  </a:lnTo>
                  <a:lnTo>
                    <a:pt x="1568" y="786"/>
                  </a:lnTo>
                  <a:lnTo>
                    <a:pt x="1564" y="782"/>
                  </a:lnTo>
                  <a:lnTo>
                    <a:pt x="1560" y="782"/>
                  </a:lnTo>
                  <a:lnTo>
                    <a:pt x="1558" y="782"/>
                  </a:lnTo>
                  <a:lnTo>
                    <a:pt x="1550" y="784"/>
                  </a:lnTo>
                  <a:lnTo>
                    <a:pt x="1548" y="784"/>
                  </a:lnTo>
                  <a:lnTo>
                    <a:pt x="1548" y="782"/>
                  </a:lnTo>
                  <a:lnTo>
                    <a:pt x="1554" y="778"/>
                  </a:lnTo>
                  <a:lnTo>
                    <a:pt x="1560" y="772"/>
                  </a:lnTo>
                  <a:lnTo>
                    <a:pt x="1564" y="768"/>
                  </a:lnTo>
                  <a:lnTo>
                    <a:pt x="1564" y="766"/>
                  </a:lnTo>
                  <a:lnTo>
                    <a:pt x="1562" y="766"/>
                  </a:lnTo>
                  <a:lnTo>
                    <a:pt x="1556" y="766"/>
                  </a:lnTo>
                  <a:lnTo>
                    <a:pt x="1554" y="766"/>
                  </a:lnTo>
                  <a:lnTo>
                    <a:pt x="1554" y="762"/>
                  </a:lnTo>
                  <a:lnTo>
                    <a:pt x="1558" y="758"/>
                  </a:lnTo>
                  <a:lnTo>
                    <a:pt x="1564" y="756"/>
                  </a:lnTo>
                  <a:lnTo>
                    <a:pt x="1572" y="752"/>
                  </a:lnTo>
                  <a:lnTo>
                    <a:pt x="1574" y="750"/>
                  </a:lnTo>
                  <a:lnTo>
                    <a:pt x="1574" y="748"/>
                  </a:lnTo>
                  <a:lnTo>
                    <a:pt x="1572" y="746"/>
                  </a:lnTo>
                  <a:lnTo>
                    <a:pt x="1570" y="746"/>
                  </a:lnTo>
                  <a:lnTo>
                    <a:pt x="1566" y="746"/>
                  </a:lnTo>
                  <a:lnTo>
                    <a:pt x="1562" y="746"/>
                  </a:lnTo>
                  <a:lnTo>
                    <a:pt x="1560" y="746"/>
                  </a:lnTo>
                  <a:lnTo>
                    <a:pt x="1560" y="742"/>
                  </a:lnTo>
                  <a:lnTo>
                    <a:pt x="1560" y="740"/>
                  </a:lnTo>
                  <a:lnTo>
                    <a:pt x="1558" y="740"/>
                  </a:lnTo>
                  <a:lnTo>
                    <a:pt x="1554" y="740"/>
                  </a:lnTo>
                  <a:lnTo>
                    <a:pt x="1548" y="742"/>
                  </a:lnTo>
                  <a:lnTo>
                    <a:pt x="1544" y="742"/>
                  </a:lnTo>
                  <a:lnTo>
                    <a:pt x="1540" y="740"/>
                  </a:lnTo>
                  <a:lnTo>
                    <a:pt x="1538" y="738"/>
                  </a:lnTo>
                  <a:lnTo>
                    <a:pt x="1536" y="738"/>
                  </a:lnTo>
                  <a:lnTo>
                    <a:pt x="1534" y="740"/>
                  </a:lnTo>
                  <a:lnTo>
                    <a:pt x="1532" y="744"/>
                  </a:lnTo>
                  <a:lnTo>
                    <a:pt x="1530" y="744"/>
                  </a:lnTo>
                  <a:lnTo>
                    <a:pt x="1528" y="744"/>
                  </a:lnTo>
                  <a:lnTo>
                    <a:pt x="1524" y="742"/>
                  </a:lnTo>
                  <a:lnTo>
                    <a:pt x="1522" y="744"/>
                  </a:lnTo>
                  <a:lnTo>
                    <a:pt x="1518" y="746"/>
                  </a:lnTo>
                  <a:lnTo>
                    <a:pt x="1518" y="750"/>
                  </a:lnTo>
                  <a:lnTo>
                    <a:pt x="1518" y="752"/>
                  </a:lnTo>
                  <a:lnTo>
                    <a:pt x="1520" y="752"/>
                  </a:lnTo>
                  <a:lnTo>
                    <a:pt x="1524" y="754"/>
                  </a:lnTo>
                  <a:lnTo>
                    <a:pt x="1530" y="754"/>
                  </a:lnTo>
                  <a:lnTo>
                    <a:pt x="1528" y="756"/>
                  </a:lnTo>
                  <a:lnTo>
                    <a:pt x="1522" y="760"/>
                  </a:lnTo>
                  <a:lnTo>
                    <a:pt x="1522" y="762"/>
                  </a:lnTo>
                  <a:lnTo>
                    <a:pt x="1520" y="764"/>
                  </a:lnTo>
                  <a:lnTo>
                    <a:pt x="1516" y="766"/>
                  </a:lnTo>
                  <a:lnTo>
                    <a:pt x="1516" y="768"/>
                  </a:lnTo>
                  <a:lnTo>
                    <a:pt x="1514" y="772"/>
                  </a:lnTo>
                  <a:lnTo>
                    <a:pt x="1512" y="772"/>
                  </a:lnTo>
                  <a:lnTo>
                    <a:pt x="1510" y="774"/>
                  </a:lnTo>
                  <a:lnTo>
                    <a:pt x="1510" y="780"/>
                  </a:lnTo>
                  <a:lnTo>
                    <a:pt x="1510" y="782"/>
                  </a:lnTo>
                  <a:lnTo>
                    <a:pt x="1510" y="784"/>
                  </a:lnTo>
                  <a:lnTo>
                    <a:pt x="1504" y="786"/>
                  </a:lnTo>
                  <a:lnTo>
                    <a:pt x="1496" y="790"/>
                  </a:lnTo>
                  <a:lnTo>
                    <a:pt x="1492" y="792"/>
                  </a:lnTo>
                  <a:lnTo>
                    <a:pt x="1490" y="790"/>
                  </a:lnTo>
                  <a:lnTo>
                    <a:pt x="1492" y="784"/>
                  </a:lnTo>
                  <a:lnTo>
                    <a:pt x="1494" y="776"/>
                  </a:lnTo>
                  <a:lnTo>
                    <a:pt x="1496" y="770"/>
                  </a:lnTo>
                  <a:lnTo>
                    <a:pt x="1496" y="766"/>
                  </a:lnTo>
                  <a:lnTo>
                    <a:pt x="1498" y="760"/>
                  </a:lnTo>
                  <a:lnTo>
                    <a:pt x="1500" y="754"/>
                  </a:lnTo>
                  <a:lnTo>
                    <a:pt x="1498" y="750"/>
                  </a:lnTo>
                  <a:lnTo>
                    <a:pt x="1494" y="750"/>
                  </a:lnTo>
                  <a:lnTo>
                    <a:pt x="1490" y="752"/>
                  </a:lnTo>
                  <a:lnTo>
                    <a:pt x="1480" y="762"/>
                  </a:lnTo>
                  <a:lnTo>
                    <a:pt x="1456" y="784"/>
                  </a:lnTo>
                  <a:lnTo>
                    <a:pt x="1450" y="790"/>
                  </a:lnTo>
                  <a:lnTo>
                    <a:pt x="1450" y="794"/>
                  </a:lnTo>
                  <a:lnTo>
                    <a:pt x="1450" y="798"/>
                  </a:lnTo>
                  <a:lnTo>
                    <a:pt x="1446" y="804"/>
                  </a:lnTo>
                  <a:lnTo>
                    <a:pt x="1440" y="810"/>
                  </a:lnTo>
                  <a:lnTo>
                    <a:pt x="1436" y="810"/>
                  </a:lnTo>
                  <a:lnTo>
                    <a:pt x="1434" y="810"/>
                  </a:lnTo>
                  <a:lnTo>
                    <a:pt x="1432" y="810"/>
                  </a:lnTo>
                  <a:lnTo>
                    <a:pt x="1428" y="812"/>
                  </a:lnTo>
                  <a:lnTo>
                    <a:pt x="1426" y="812"/>
                  </a:lnTo>
                  <a:lnTo>
                    <a:pt x="1428" y="808"/>
                  </a:lnTo>
                  <a:lnTo>
                    <a:pt x="1432" y="802"/>
                  </a:lnTo>
                  <a:lnTo>
                    <a:pt x="1436" y="798"/>
                  </a:lnTo>
                  <a:lnTo>
                    <a:pt x="1436" y="794"/>
                  </a:lnTo>
                  <a:lnTo>
                    <a:pt x="1436" y="792"/>
                  </a:lnTo>
                  <a:lnTo>
                    <a:pt x="1438" y="790"/>
                  </a:lnTo>
                  <a:lnTo>
                    <a:pt x="1442" y="784"/>
                  </a:lnTo>
                  <a:lnTo>
                    <a:pt x="1440" y="782"/>
                  </a:lnTo>
                  <a:lnTo>
                    <a:pt x="1440" y="778"/>
                  </a:lnTo>
                  <a:lnTo>
                    <a:pt x="1448" y="770"/>
                  </a:lnTo>
                  <a:lnTo>
                    <a:pt x="1466" y="756"/>
                  </a:lnTo>
                  <a:lnTo>
                    <a:pt x="1466" y="754"/>
                  </a:lnTo>
                  <a:lnTo>
                    <a:pt x="1458" y="754"/>
                  </a:lnTo>
                  <a:lnTo>
                    <a:pt x="1454" y="752"/>
                  </a:lnTo>
                  <a:lnTo>
                    <a:pt x="1450" y="752"/>
                  </a:lnTo>
                  <a:lnTo>
                    <a:pt x="1446" y="748"/>
                  </a:lnTo>
                  <a:lnTo>
                    <a:pt x="1446" y="746"/>
                  </a:lnTo>
                  <a:lnTo>
                    <a:pt x="1444" y="752"/>
                  </a:lnTo>
                  <a:lnTo>
                    <a:pt x="1442" y="758"/>
                  </a:lnTo>
                  <a:lnTo>
                    <a:pt x="1442" y="760"/>
                  </a:lnTo>
                  <a:lnTo>
                    <a:pt x="1440" y="758"/>
                  </a:lnTo>
                  <a:lnTo>
                    <a:pt x="1438" y="754"/>
                  </a:lnTo>
                  <a:lnTo>
                    <a:pt x="1434" y="750"/>
                  </a:lnTo>
                  <a:lnTo>
                    <a:pt x="1430" y="748"/>
                  </a:lnTo>
                  <a:lnTo>
                    <a:pt x="1426" y="750"/>
                  </a:lnTo>
                  <a:lnTo>
                    <a:pt x="1424" y="750"/>
                  </a:lnTo>
                  <a:lnTo>
                    <a:pt x="1420" y="748"/>
                  </a:lnTo>
                  <a:lnTo>
                    <a:pt x="1418" y="746"/>
                  </a:lnTo>
                  <a:lnTo>
                    <a:pt x="1414" y="746"/>
                  </a:lnTo>
                  <a:lnTo>
                    <a:pt x="1412" y="748"/>
                  </a:lnTo>
                  <a:lnTo>
                    <a:pt x="1414" y="752"/>
                  </a:lnTo>
                  <a:lnTo>
                    <a:pt x="1416" y="754"/>
                  </a:lnTo>
                  <a:lnTo>
                    <a:pt x="1416" y="758"/>
                  </a:lnTo>
                  <a:lnTo>
                    <a:pt x="1414" y="760"/>
                  </a:lnTo>
                  <a:lnTo>
                    <a:pt x="1408" y="758"/>
                  </a:lnTo>
                  <a:lnTo>
                    <a:pt x="1402" y="754"/>
                  </a:lnTo>
                  <a:lnTo>
                    <a:pt x="1400" y="756"/>
                  </a:lnTo>
                  <a:lnTo>
                    <a:pt x="1402" y="760"/>
                  </a:lnTo>
                  <a:lnTo>
                    <a:pt x="1410" y="764"/>
                  </a:lnTo>
                  <a:lnTo>
                    <a:pt x="1418" y="768"/>
                  </a:lnTo>
                  <a:lnTo>
                    <a:pt x="1422" y="770"/>
                  </a:lnTo>
                  <a:lnTo>
                    <a:pt x="1418" y="772"/>
                  </a:lnTo>
                  <a:lnTo>
                    <a:pt x="1410" y="770"/>
                  </a:lnTo>
                  <a:lnTo>
                    <a:pt x="1404" y="768"/>
                  </a:lnTo>
                  <a:lnTo>
                    <a:pt x="1402" y="768"/>
                  </a:lnTo>
                  <a:lnTo>
                    <a:pt x="1402" y="770"/>
                  </a:lnTo>
                  <a:lnTo>
                    <a:pt x="1400" y="774"/>
                  </a:lnTo>
                  <a:lnTo>
                    <a:pt x="1396" y="778"/>
                  </a:lnTo>
                  <a:lnTo>
                    <a:pt x="1388" y="782"/>
                  </a:lnTo>
                  <a:lnTo>
                    <a:pt x="1376" y="790"/>
                  </a:lnTo>
                  <a:lnTo>
                    <a:pt x="1372" y="792"/>
                  </a:lnTo>
                  <a:lnTo>
                    <a:pt x="1372" y="794"/>
                  </a:lnTo>
                  <a:lnTo>
                    <a:pt x="1366" y="798"/>
                  </a:lnTo>
                  <a:lnTo>
                    <a:pt x="1362" y="800"/>
                  </a:lnTo>
                  <a:lnTo>
                    <a:pt x="1360" y="802"/>
                  </a:lnTo>
                  <a:lnTo>
                    <a:pt x="1360" y="804"/>
                  </a:lnTo>
                  <a:lnTo>
                    <a:pt x="1362" y="808"/>
                  </a:lnTo>
                  <a:lnTo>
                    <a:pt x="1360" y="810"/>
                  </a:lnTo>
                  <a:lnTo>
                    <a:pt x="1358" y="810"/>
                  </a:lnTo>
                  <a:lnTo>
                    <a:pt x="1358" y="812"/>
                  </a:lnTo>
                  <a:lnTo>
                    <a:pt x="1362" y="816"/>
                  </a:lnTo>
                  <a:lnTo>
                    <a:pt x="1368" y="818"/>
                  </a:lnTo>
                  <a:lnTo>
                    <a:pt x="1370" y="818"/>
                  </a:lnTo>
                  <a:lnTo>
                    <a:pt x="1368" y="818"/>
                  </a:lnTo>
                  <a:lnTo>
                    <a:pt x="1362" y="818"/>
                  </a:lnTo>
                  <a:lnTo>
                    <a:pt x="1356" y="818"/>
                  </a:lnTo>
                  <a:lnTo>
                    <a:pt x="1350" y="816"/>
                  </a:lnTo>
                  <a:lnTo>
                    <a:pt x="1350" y="814"/>
                  </a:lnTo>
                  <a:lnTo>
                    <a:pt x="1350" y="810"/>
                  </a:lnTo>
                  <a:lnTo>
                    <a:pt x="1350" y="806"/>
                  </a:lnTo>
                  <a:lnTo>
                    <a:pt x="1350" y="804"/>
                  </a:lnTo>
                  <a:lnTo>
                    <a:pt x="1342" y="802"/>
                  </a:lnTo>
                  <a:lnTo>
                    <a:pt x="1334" y="800"/>
                  </a:lnTo>
                  <a:lnTo>
                    <a:pt x="1326" y="800"/>
                  </a:lnTo>
                  <a:lnTo>
                    <a:pt x="1324" y="798"/>
                  </a:lnTo>
                  <a:lnTo>
                    <a:pt x="1322" y="798"/>
                  </a:lnTo>
                  <a:lnTo>
                    <a:pt x="1320" y="796"/>
                  </a:lnTo>
                  <a:lnTo>
                    <a:pt x="1318" y="798"/>
                  </a:lnTo>
                  <a:lnTo>
                    <a:pt x="1312" y="796"/>
                  </a:lnTo>
                  <a:lnTo>
                    <a:pt x="1308" y="794"/>
                  </a:lnTo>
                  <a:lnTo>
                    <a:pt x="1306" y="794"/>
                  </a:lnTo>
                  <a:lnTo>
                    <a:pt x="1306" y="796"/>
                  </a:lnTo>
                  <a:lnTo>
                    <a:pt x="1304" y="802"/>
                  </a:lnTo>
                  <a:lnTo>
                    <a:pt x="1302" y="808"/>
                  </a:lnTo>
                  <a:lnTo>
                    <a:pt x="1300" y="802"/>
                  </a:lnTo>
                  <a:lnTo>
                    <a:pt x="1298" y="800"/>
                  </a:lnTo>
                  <a:lnTo>
                    <a:pt x="1294" y="796"/>
                  </a:lnTo>
                  <a:lnTo>
                    <a:pt x="1290" y="796"/>
                  </a:lnTo>
                  <a:lnTo>
                    <a:pt x="1284" y="798"/>
                  </a:lnTo>
                  <a:lnTo>
                    <a:pt x="1278" y="802"/>
                  </a:lnTo>
                  <a:lnTo>
                    <a:pt x="1280" y="804"/>
                  </a:lnTo>
                  <a:lnTo>
                    <a:pt x="1286" y="806"/>
                  </a:lnTo>
                  <a:lnTo>
                    <a:pt x="1288" y="808"/>
                  </a:lnTo>
                  <a:lnTo>
                    <a:pt x="1290" y="810"/>
                  </a:lnTo>
                  <a:lnTo>
                    <a:pt x="1294" y="812"/>
                  </a:lnTo>
                  <a:lnTo>
                    <a:pt x="1298" y="812"/>
                  </a:lnTo>
                  <a:lnTo>
                    <a:pt x="1302" y="814"/>
                  </a:lnTo>
                  <a:lnTo>
                    <a:pt x="1304" y="816"/>
                  </a:lnTo>
                  <a:lnTo>
                    <a:pt x="1308" y="816"/>
                  </a:lnTo>
                  <a:lnTo>
                    <a:pt x="1310" y="818"/>
                  </a:lnTo>
                  <a:lnTo>
                    <a:pt x="1308" y="820"/>
                  </a:lnTo>
                  <a:lnTo>
                    <a:pt x="1306" y="822"/>
                  </a:lnTo>
                  <a:lnTo>
                    <a:pt x="1306" y="824"/>
                  </a:lnTo>
                  <a:lnTo>
                    <a:pt x="1312" y="832"/>
                  </a:lnTo>
                  <a:lnTo>
                    <a:pt x="1314" y="836"/>
                  </a:lnTo>
                  <a:lnTo>
                    <a:pt x="1312" y="836"/>
                  </a:lnTo>
                  <a:lnTo>
                    <a:pt x="1296" y="824"/>
                  </a:lnTo>
                  <a:lnTo>
                    <a:pt x="1286" y="818"/>
                  </a:lnTo>
                  <a:lnTo>
                    <a:pt x="1280" y="816"/>
                  </a:lnTo>
                  <a:lnTo>
                    <a:pt x="1278" y="818"/>
                  </a:lnTo>
                  <a:lnTo>
                    <a:pt x="1278" y="822"/>
                  </a:lnTo>
                  <a:lnTo>
                    <a:pt x="1280" y="822"/>
                  </a:lnTo>
                  <a:lnTo>
                    <a:pt x="1280" y="824"/>
                  </a:lnTo>
                  <a:lnTo>
                    <a:pt x="1276" y="826"/>
                  </a:lnTo>
                  <a:lnTo>
                    <a:pt x="1274" y="826"/>
                  </a:lnTo>
                  <a:lnTo>
                    <a:pt x="1272" y="826"/>
                  </a:lnTo>
                  <a:lnTo>
                    <a:pt x="1272" y="824"/>
                  </a:lnTo>
                  <a:lnTo>
                    <a:pt x="1274" y="822"/>
                  </a:lnTo>
                  <a:lnTo>
                    <a:pt x="1272" y="822"/>
                  </a:lnTo>
                  <a:lnTo>
                    <a:pt x="1266" y="824"/>
                  </a:lnTo>
                  <a:lnTo>
                    <a:pt x="1252" y="834"/>
                  </a:lnTo>
                  <a:lnTo>
                    <a:pt x="1252" y="836"/>
                  </a:lnTo>
                  <a:lnTo>
                    <a:pt x="1250" y="838"/>
                  </a:lnTo>
                  <a:lnTo>
                    <a:pt x="1248" y="846"/>
                  </a:lnTo>
                  <a:lnTo>
                    <a:pt x="1246" y="850"/>
                  </a:lnTo>
                  <a:lnTo>
                    <a:pt x="1244" y="856"/>
                  </a:lnTo>
                  <a:lnTo>
                    <a:pt x="1238" y="862"/>
                  </a:lnTo>
                  <a:lnTo>
                    <a:pt x="1228" y="868"/>
                  </a:lnTo>
                  <a:lnTo>
                    <a:pt x="1238" y="856"/>
                  </a:lnTo>
                  <a:lnTo>
                    <a:pt x="1242" y="844"/>
                  </a:lnTo>
                  <a:lnTo>
                    <a:pt x="1244" y="832"/>
                  </a:lnTo>
                  <a:lnTo>
                    <a:pt x="1244" y="824"/>
                  </a:lnTo>
                  <a:lnTo>
                    <a:pt x="1242" y="820"/>
                  </a:lnTo>
                  <a:lnTo>
                    <a:pt x="1240" y="822"/>
                  </a:lnTo>
                  <a:lnTo>
                    <a:pt x="1238" y="824"/>
                  </a:lnTo>
                  <a:lnTo>
                    <a:pt x="1236" y="826"/>
                  </a:lnTo>
                  <a:lnTo>
                    <a:pt x="1236" y="824"/>
                  </a:lnTo>
                  <a:lnTo>
                    <a:pt x="1232" y="822"/>
                  </a:lnTo>
                  <a:lnTo>
                    <a:pt x="1230" y="822"/>
                  </a:lnTo>
                  <a:lnTo>
                    <a:pt x="1224" y="834"/>
                  </a:lnTo>
                  <a:lnTo>
                    <a:pt x="1222" y="840"/>
                  </a:lnTo>
                  <a:lnTo>
                    <a:pt x="1222" y="842"/>
                  </a:lnTo>
                  <a:lnTo>
                    <a:pt x="1222" y="844"/>
                  </a:lnTo>
                  <a:lnTo>
                    <a:pt x="1220" y="846"/>
                  </a:lnTo>
                  <a:lnTo>
                    <a:pt x="1216" y="848"/>
                  </a:lnTo>
                  <a:lnTo>
                    <a:pt x="1214" y="848"/>
                  </a:lnTo>
                  <a:lnTo>
                    <a:pt x="1214" y="846"/>
                  </a:lnTo>
                  <a:lnTo>
                    <a:pt x="1216" y="840"/>
                  </a:lnTo>
                  <a:lnTo>
                    <a:pt x="1218" y="836"/>
                  </a:lnTo>
                  <a:lnTo>
                    <a:pt x="1216" y="832"/>
                  </a:lnTo>
                  <a:lnTo>
                    <a:pt x="1214" y="830"/>
                  </a:lnTo>
                  <a:lnTo>
                    <a:pt x="1212" y="830"/>
                  </a:lnTo>
                  <a:lnTo>
                    <a:pt x="1204" y="832"/>
                  </a:lnTo>
                  <a:lnTo>
                    <a:pt x="1198" y="836"/>
                  </a:lnTo>
                  <a:lnTo>
                    <a:pt x="1186" y="844"/>
                  </a:lnTo>
                  <a:lnTo>
                    <a:pt x="1184" y="846"/>
                  </a:lnTo>
                  <a:lnTo>
                    <a:pt x="1188" y="848"/>
                  </a:lnTo>
                  <a:lnTo>
                    <a:pt x="1188" y="850"/>
                  </a:lnTo>
                  <a:lnTo>
                    <a:pt x="1188" y="854"/>
                  </a:lnTo>
                  <a:lnTo>
                    <a:pt x="1188" y="856"/>
                  </a:lnTo>
                  <a:lnTo>
                    <a:pt x="1190" y="858"/>
                  </a:lnTo>
                  <a:lnTo>
                    <a:pt x="1196" y="860"/>
                  </a:lnTo>
                  <a:lnTo>
                    <a:pt x="1200" y="862"/>
                  </a:lnTo>
                  <a:lnTo>
                    <a:pt x="1204" y="864"/>
                  </a:lnTo>
                  <a:lnTo>
                    <a:pt x="1208" y="868"/>
                  </a:lnTo>
                  <a:lnTo>
                    <a:pt x="1210" y="876"/>
                  </a:lnTo>
                  <a:lnTo>
                    <a:pt x="1200" y="872"/>
                  </a:lnTo>
                  <a:lnTo>
                    <a:pt x="1198" y="870"/>
                  </a:lnTo>
                  <a:lnTo>
                    <a:pt x="1200" y="868"/>
                  </a:lnTo>
                  <a:lnTo>
                    <a:pt x="1202" y="868"/>
                  </a:lnTo>
                  <a:lnTo>
                    <a:pt x="1196" y="864"/>
                  </a:lnTo>
                  <a:lnTo>
                    <a:pt x="1190" y="862"/>
                  </a:lnTo>
                  <a:lnTo>
                    <a:pt x="1186" y="860"/>
                  </a:lnTo>
                  <a:lnTo>
                    <a:pt x="1182" y="854"/>
                  </a:lnTo>
                  <a:lnTo>
                    <a:pt x="1180" y="852"/>
                  </a:lnTo>
                  <a:lnTo>
                    <a:pt x="1174" y="852"/>
                  </a:lnTo>
                  <a:lnTo>
                    <a:pt x="1166" y="854"/>
                  </a:lnTo>
                  <a:lnTo>
                    <a:pt x="1166" y="856"/>
                  </a:lnTo>
                  <a:lnTo>
                    <a:pt x="1174" y="862"/>
                  </a:lnTo>
                  <a:lnTo>
                    <a:pt x="1178" y="866"/>
                  </a:lnTo>
                  <a:lnTo>
                    <a:pt x="1176" y="868"/>
                  </a:lnTo>
                  <a:lnTo>
                    <a:pt x="1172" y="868"/>
                  </a:lnTo>
                  <a:lnTo>
                    <a:pt x="1168" y="862"/>
                  </a:lnTo>
                  <a:lnTo>
                    <a:pt x="1158" y="854"/>
                  </a:lnTo>
                  <a:lnTo>
                    <a:pt x="1154" y="854"/>
                  </a:lnTo>
                  <a:lnTo>
                    <a:pt x="1154" y="858"/>
                  </a:lnTo>
                  <a:lnTo>
                    <a:pt x="1154" y="860"/>
                  </a:lnTo>
                  <a:lnTo>
                    <a:pt x="1154" y="862"/>
                  </a:lnTo>
                  <a:lnTo>
                    <a:pt x="1152" y="864"/>
                  </a:lnTo>
                  <a:lnTo>
                    <a:pt x="1150" y="868"/>
                  </a:lnTo>
                  <a:lnTo>
                    <a:pt x="1150" y="872"/>
                  </a:lnTo>
                  <a:lnTo>
                    <a:pt x="1152" y="876"/>
                  </a:lnTo>
                  <a:lnTo>
                    <a:pt x="1152" y="878"/>
                  </a:lnTo>
                  <a:lnTo>
                    <a:pt x="1146" y="880"/>
                  </a:lnTo>
                  <a:lnTo>
                    <a:pt x="1138" y="884"/>
                  </a:lnTo>
                  <a:lnTo>
                    <a:pt x="1134" y="886"/>
                  </a:lnTo>
                  <a:lnTo>
                    <a:pt x="1130" y="888"/>
                  </a:lnTo>
                  <a:lnTo>
                    <a:pt x="1128" y="892"/>
                  </a:lnTo>
                  <a:lnTo>
                    <a:pt x="1128" y="894"/>
                  </a:lnTo>
                  <a:lnTo>
                    <a:pt x="1134" y="896"/>
                  </a:lnTo>
                  <a:lnTo>
                    <a:pt x="1138" y="898"/>
                  </a:lnTo>
                  <a:lnTo>
                    <a:pt x="1132" y="900"/>
                  </a:lnTo>
                  <a:lnTo>
                    <a:pt x="1122" y="902"/>
                  </a:lnTo>
                  <a:lnTo>
                    <a:pt x="1120" y="906"/>
                  </a:lnTo>
                  <a:lnTo>
                    <a:pt x="1118" y="908"/>
                  </a:lnTo>
                  <a:lnTo>
                    <a:pt x="1114" y="912"/>
                  </a:lnTo>
                  <a:lnTo>
                    <a:pt x="1108" y="912"/>
                  </a:lnTo>
                  <a:lnTo>
                    <a:pt x="1102" y="912"/>
                  </a:lnTo>
                  <a:lnTo>
                    <a:pt x="1096" y="916"/>
                  </a:lnTo>
                  <a:lnTo>
                    <a:pt x="1090" y="924"/>
                  </a:lnTo>
                  <a:lnTo>
                    <a:pt x="1088" y="928"/>
                  </a:lnTo>
                  <a:lnTo>
                    <a:pt x="1088" y="930"/>
                  </a:lnTo>
                  <a:lnTo>
                    <a:pt x="1092" y="930"/>
                  </a:lnTo>
                  <a:lnTo>
                    <a:pt x="1096" y="928"/>
                  </a:lnTo>
                  <a:lnTo>
                    <a:pt x="1106" y="926"/>
                  </a:lnTo>
                  <a:lnTo>
                    <a:pt x="1108" y="926"/>
                  </a:lnTo>
                  <a:lnTo>
                    <a:pt x="1108" y="930"/>
                  </a:lnTo>
                  <a:lnTo>
                    <a:pt x="1112" y="930"/>
                  </a:lnTo>
                  <a:lnTo>
                    <a:pt x="1124" y="924"/>
                  </a:lnTo>
                  <a:lnTo>
                    <a:pt x="1128" y="924"/>
                  </a:lnTo>
                  <a:lnTo>
                    <a:pt x="1130" y="924"/>
                  </a:lnTo>
                  <a:lnTo>
                    <a:pt x="1128" y="928"/>
                  </a:lnTo>
                  <a:lnTo>
                    <a:pt x="1120" y="932"/>
                  </a:lnTo>
                  <a:lnTo>
                    <a:pt x="1110" y="936"/>
                  </a:lnTo>
                  <a:lnTo>
                    <a:pt x="1102" y="936"/>
                  </a:lnTo>
                  <a:lnTo>
                    <a:pt x="1100" y="936"/>
                  </a:lnTo>
                  <a:lnTo>
                    <a:pt x="1096" y="934"/>
                  </a:lnTo>
                  <a:lnTo>
                    <a:pt x="1088" y="934"/>
                  </a:lnTo>
                  <a:lnTo>
                    <a:pt x="1078" y="936"/>
                  </a:lnTo>
                  <a:lnTo>
                    <a:pt x="1072" y="938"/>
                  </a:lnTo>
                  <a:lnTo>
                    <a:pt x="1070" y="940"/>
                  </a:lnTo>
                  <a:lnTo>
                    <a:pt x="1074" y="942"/>
                  </a:lnTo>
                  <a:lnTo>
                    <a:pt x="1076" y="944"/>
                  </a:lnTo>
                  <a:lnTo>
                    <a:pt x="1076" y="946"/>
                  </a:lnTo>
                  <a:lnTo>
                    <a:pt x="1080" y="948"/>
                  </a:lnTo>
                  <a:lnTo>
                    <a:pt x="1086" y="948"/>
                  </a:lnTo>
                  <a:lnTo>
                    <a:pt x="1084" y="952"/>
                  </a:lnTo>
                  <a:lnTo>
                    <a:pt x="1080" y="958"/>
                  </a:lnTo>
                  <a:lnTo>
                    <a:pt x="1078" y="960"/>
                  </a:lnTo>
                  <a:lnTo>
                    <a:pt x="1076" y="964"/>
                  </a:lnTo>
                  <a:lnTo>
                    <a:pt x="1076" y="968"/>
                  </a:lnTo>
                  <a:lnTo>
                    <a:pt x="1074" y="966"/>
                  </a:lnTo>
                  <a:lnTo>
                    <a:pt x="1070" y="960"/>
                  </a:lnTo>
                  <a:lnTo>
                    <a:pt x="1070" y="954"/>
                  </a:lnTo>
                  <a:lnTo>
                    <a:pt x="1070" y="948"/>
                  </a:lnTo>
                  <a:lnTo>
                    <a:pt x="1068" y="944"/>
                  </a:lnTo>
                  <a:lnTo>
                    <a:pt x="1066" y="944"/>
                  </a:lnTo>
                  <a:lnTo>
                    <a:pt x="1064" y="948"/>
                  </a:lnTo>
                  <a:lnTo>
                    <a:pt x="1060" y="954"/>
                  </a:lnTo>
                  <a:lnTo>
                    <a:pt x="1058" y="954"/>
                  </a:lnTo>
                  <a:lnTo>
                    <a:pt x="1056" y="954"/>
                  </a:lnTo>
                  <a:lnTo>
                    <a:pt x="1056" y="952"/>
                  </a:lnTo>
                  <a:lnTo>
                    <a:pt x="1052" y="950"/>
                  </a:lnTo>
                  <a:lnTo>
                    <a:pt x="1046" y="952"/>
                  </a:lnTo>
                  <a:lnTo>
                    <a:pt x="1042" y="956"/>
                  </a:lnTo>
                  <a:lnTo>
                    <a:pt x="1040" y="956"/>
                  </a:lnTo>
                  <a:lnTo>
                    <a:pt x="1040" y="958"/>
                  </a:lnTo>
                  <a:lnTo>
                    <a:pt x="1042" y="960"/>
                  </a:lnTo>
                  <a:lnTo>
                    <a:pt x="1044" y="960"/>
                  </a:lnTo>
                  <a:lnTo>
                    <a:pt x="1048" y="958"/>
                  </a:lnTo>
                  <a:lnTo>
                    <a:pt x="1054" y="958"/>
                  </a:lnTo>
                  <a:lnTo>
                    <a:pt x="1062" y="960"/>
                  </a:lnTo>
                  <a:lnTo>
                    <a:pt x="1064" y="962"/>
                  </a:lnTo>
                  <a:lnTo>
                    <a:pt x="1064" y="964"/>
                  </a:lnTo>
                  <a:lnTo>
                    <a:pt x="1060" y="966"/>
                  </a:lnTo>
                  <a:lnTo>
                    <a:pt x="1050" y="966"/>
                  </a:lnTo>
                  <a:lnTo>
                    <a:pt x="1032" y="970"/>
                  </a:lnTo>
                  <a:lnTo>
                    <a:pt x="1020" y="974"/>
                  </a:lnTo>
                  <a:lnTo>
                    <a:pt x="1018" y="976"/>
                  </a:lnTo>
                  <a:lnTo>
                    <a:pt x="1020" y="978"/>
                  </a:lnTo>
                  <a:lnTo>
                    <a:pt x="1022" y="980"/>
                  </a:lnTo>
                  <a:lnTo>
                    <a:pt x="1018" y="984"/>
                  </a:lnTo>
                  <a:lnTo>
                    <a:pt x="1016" y="986"/>
                  </a:lnTo>
                  <a:lnTo>
                    <a:pt x="1020" y="988"/>
                  </a:lnTo>
                  <a:lnTo>
                    <a:pt x="1026" y="988"/>
                  </a:lnTo>
                  <a:lnTo>
                    <a:pt x="1030" y="986"/>
                  </a:lnTo>
                  <a:lnTo>
                    <a:pt x="1036" y="980"/>
                  </a:lnTo>
                  <a:lnTo>
                    <a:pt x="1042" y="976"/>
                  </a:lnTo>
                  <a:lnTo>
                    <a:pt x="1046" y="976"/>
                  </a:lnTo>
                  <a:lnTo>
                    <a:pt x="1052" y="976"/>
                  </a:lnTo>
                  <a:lnTo>
                    <a:pt x="1060" y="980"/>
                  </a:lnTo>
                  <a:lnTo>
                    <a:pt x="1058" y="980"/>
                  </a:lnTo>
                  <a:lnTo>
                    <a:pt x="1050" y="980"/>
                  </a:lnTo>
                  <a:lnTo>
                    <a:pt x="1040" y="982"/>
                  </a:lnTo>
                  <a:lnTo>
                    <a:pt x="1034" y="986"/>
                  </a:lnTo>
                  <a:lnTo>
                    <a:pt x="1034" y="988"/>
                  </a:lnTo>
                  <a:lnTo>
                    <a:pt x="1036" y="990"/>
                  </a:lnTo>
                  <a:lnTo>
                    <a:pt x="1034" y="990"/>
                  </a:lnTo>
                  <a:lnTo>
                    <a:pt x="1026" y="992"/>
                  </a:lnTo>
                  <a:lnTo>
                    <a:pt x="1016" y="996"/>
                  </a:lnTo>
                  <a:lnTo>
                    <a:pt x="1016" y="998"/>
                  </a:lnTo>
                  <a:lnTo>
                    <a:pt x="1020" y="1002"/>
                  </a:lnTo>
                  <a:lnTo>
                    <a:pt x="1022" y="1002"/>
                  </a:lnTo>
                  <a:lnTo>
                    <a:pt x="1022" y="1004"/>
                  </a:lnTo>
                  <a:lnTo>
                    <a:pt x="1020" y="1006"/>
                  </a:lnTo>
                  <a:lnTo>
                    <a:pt x="1016" y="1004"/>
                  </a:lnTo>
                  <a:lnTo>
                    <a:pt x="1014" y="1002"/>
                  </a:lnTo>
                  <a:lnTo>
                    <a:pt x="1010" y="1004"/>
                  </a:lnTo>
                  <a:lnTo>
                    <a:pt x="1004" y="1012"/>
                  </a:lnTo>
                  <a:lnTo>
                    <a:pt x="1008" y="1014"/>
                  </a:lnTo>
                  <a:lnTo>
                    <a:pt x="1012" y="1014"/>
                  </a:lnTo>
                  <a:lnTo>
                    <a:pt x="1016" y="1012"/>
                  </a:lnTo>
                  <a:lnTo>
                    <a:pt x="1024" y="1012"/>
                  </a:lnTo>
                  <a:lnTo>
                    <a:pt x="1036" y="1012"/>
                  </a:lnTo>
                  <a:lnTo>
                    <a:pt x="1050" y="1016"/>
                  </a:lnTo>
                  <a:lnTo>
                    <a:pt x="1048" y="1016"/>
                  </a:lnTo>
                  <a:lnTo>
                    <a:pt x="1046" y="1018"/>
                  </a:lnTo>
                  <a:lnTo>
                    <a:pt x="1046" y="1022"/>
                  </a:lnTo>
                  <a:lnTo>
                    <a:pt x="1046" y="1024"/>
                  </a:lnTo>
                  <a:lnTo>
                    <a:pt x="1044" y="1022"/>
                  </a:lnTo>
                  <a:lnTo>
                    <a:pt x="1038" y="1018"/>
                  </a:lnTo>
                  <a:lnTo>
                    <a:pt x="1034" y="1016"/>
                  </a:lnTo>
                  <a:lnTo>
                    <a:pt x="1028" y="1016"/>
                  </a:lnTo>
                  <a:lnTo>
                    <a:pt x="1020" y="1016"/>
                  </a:lnTo>
                  <a:lnTo>
                    <a:pt x="1014" y="1018"/>
                  </a:lnTo>
                  <a:lnTo>
                    <a:pt x="1008" y="1020"/>
                  </a:lnTo>
                  <a:lnTo>
                    <a:pt x="1002" y="1020"/>
                  </a:lnTo>
                  <a:lnTo>
                    <a:pt x="998" y="1020"/>
                  </a:lnTo>
                  <a:lnTo>
                    <a:pt x="996" y="1020"/>
                  </a:lnTo>
                  <a:lnTo>
                    <a:pt x="994" y="1022"/>
                  </a:lnTo>
                  <a:lnTo>
                    <a:pt x="990" y="1022"/>
                  </a:lnTo>
                  <a:lnTo>
                    <a:pt x="988" y="1024"/>
                  </a:lnTo>
                  <a:lnTo>
                    <a:pt x="988" y="1026"/>
                  </a:lnTo>
                  <a:lnTo>
                    <a:pt x="988" y="1028"/>
                  </a:lnTo>
                  <a:lnTo>
                    <a:pt x="988" y="1030"/>
                  </a:lnTo>
                  <a:lnTo>
                    <a:pt x="986" y="1032"/>
                  </a:lnTo>
                  <a:lnTo>
                    <a:pt x="982" y="1034"/>
                  </a:lnTo>
                  <a:lnTo>
                    <a:pt x="976" y="1034"/>
                  </a:lnTo>
                  <a:lnTo>
                    <a:pt x="968" y="1036"/>
                  </a:lnTo>
                  <a:lnTo>
                    <a:pt x="970" y="1038"/>
                  </a:lnTo>
                  <a:lnTo>
                    <a:pt x="974" y="1042"/>
                  </a:lnTo>
                  <a:lnTo>
                    <a:pt x="974" y="1044"/>
                  </a:lnTo>
                  <a:lnTo>
                    <a:pt x="972" y="1046"/>
                  </a:lnTo>
                  <a:lnTo>
                    <a:pt x="966" y="1050"/>
                  </a:lnTo>
                  <a:lnTo>
                    <a:pt x="964" y="1050"/>
                  </a:lnTo>
                  <a:lnTo>
                    <a:pt x="962" y="1050"/>
                  </a:lnTo>
                  <a:lnTo>
                    <a:pt x="956" y="1052"/>
                  </a:lnTo>
                  <a:lnTo>
                    <a:pt x="954" y="1056"/>
                  </a:lnTo>
                  <a:lnTo>
                    <a:pt x="956" y="1058"/>
                  </a:lnTo>
                  <a:lnTo>
                    <a:pt x="958" y="1058"/>
                  </a:lnTo>
                  <a:lnTo>
                    <a:pt x="958" y="1060"/>
                  </a:lnTo>
                  <a:lnTo>
                    <a:pt x="954" y="1062"/>
                  </a:lnTo>
                  <a:lnTo>
                    <a:pt x="954" y="1064"/>
                  </a:lnTo>
                  <a:lnTo>
                    <a:pt x="956" y="1066"/>
                  </a:lnTo>
                  <a:lnTo>
                    <a:pt x="954" y="1064"/>
                  </a:lnTo>
                  <a:lnTo>
                    <a:pt x="950" y="1064"/>
                  </a:lnTo>
                  <a:lnTo>
                    <a:pt x="946" y="1064"/>
                  </a:lnTo>
                  <a:lnTo>
                    <a:pt x="946" y="1066"/>
                  </a:lnTo>
                  <a:lnTo>
                    <a:pt x="948" y="1068"/>
                  </a:lnTo>
                  <a:lnTo>
                    <a:pt x="950" y="1070"/>
                  </a:lnTo>
                  <a:lnTo>
                    <a:pt x="950" y="1072"/>
                  </a:lnTo>
                  <a:lnTo>
                    <a:pt x="948" y="1076"/>
                  </a:lnTo>
                  <a:lnTo>
                    <a:pt x="948" y="1080"/>
                  </a:lnTo>
                  <a:lnTo>
                    <a:pt x="954" y="1080"/>
                  </a:lnTo>
                  <a:lnTo>
                    <a:pt x="958" y="1080"/>
                  </a:lnTo>
                  <a:lnTo>
                    <a:pt x="954" y="1082"/>
                  </a:lnTo>
                  <a:lnTo>
                    <a:pt x="948" y="1084"/>
                  </a:lnTo>
                  <a:lnTo>
                    <a:pt x="946" y="1086"/>
                  </a:lnTo>
                  <a:lnTo>
                    <a:pt x="954" y="1086"/>
                  </a:lnTo>
                  <a:lnTo>
                    <a:pt x="964" y="1084"/>
                  </a:lnTo>
                  <a:lnTo>
                    <a:pt x="988" y="1078"/>
                  </a:lnTo>
                  <a:lnTo>
                    <a:pt x="994" y="1078"/>
                  </a:lnTo>
                  <a:lnTo>
                    <a:pt x="990" y="1080"/>
                  </a:lnTo>
                  <a:lnTo>
                    <a:pt x="982" y="1084"/>
                  </a:lnTo>
                  <a:lnTo>
                    <a:pt x="972" y="1086"/>
                  </a:lnTo>
                  <a:lnTo>
                    <a:pt x="954" y="1090"/>
                  </a:lnTo>
                  <a:lnTo>
                    <a:pt x="946" y="1092"/>
                  </a:lnTo>
                  <a:lnTo>
                    <a:pt x="936" y="1094"/>
                  </a:lnTo>
                  <a:lnTo>
                    <a:pt x="932" y="1096"/>
                  </a:lnTo>
                  <a:lnTo>
                    <a:pt x="936" y="1096"/>
                  </a:lnTo>
                  <a:lnTo>
                    <a:pt x="942" y="1098"/>
                  </a:lnTo>
                  <a:lnTo>
                    <a:pt x="944" y="1098"/>
                  </a:lnTo>
                  <a:lnTo>
                    <a:pt x="946" y="1100"/>
                  </a:lnTo>
                  <a:lnTo>
                    <a:pt x="944" y="1104"/>
                  </a:lnTo>
                  <a:lnTo>
                    <a:pt x="940" y="1106"/>
                  </a:lnTo>
                  <a:lnTo>
                    <a:pt x="934" y="1108"/>
                  </a:lnTo>
                  <a:lnTo>
                    <a:pt x="932" y="1114"/>
                  </a:lnTo>
                  <a:lnTo>
                    <a:pt x="930" y="1118"/>
                  </a:lnTo>
                  <a:lnTo>
                    <a:pt x="928" y="1120"/>
                  </a:lnTo>
                  <a:lnTo>
                    <a:pt x="924" y="1122"/>
                  </a:lnTo>
                  <a:lnTo>
                    <a:pt x="920" y="1122"/>
                  </a:lnTo>
                  <a:lnTo>
                    <a:pt x="920" y="1128"/>
                  </a:lnTo>
                  <a:lnTo>
                    <a:pt x="922" y="1132"/>
                  </a:lnTo>
                  <a:lnTo>
                    <a:pt x="924" y="1134"/>
                  </a:lnTo>
                  <a:lnTo>
                    <a:pt x="926" y="1134"/>
                  </a:lnTo>
                  <a:lnTo>
                    <a:pt x="928" y="1138"/>
                  </a:lnTo>
                  <a:lnTo>
                    <a:pt x="928" y="1140"/>
                  </a:lnTo>
                  <a:lnTo>
                    <a:pt x="928" y="1142"/>
                  </a:lnTo>
                  <a:lnTo>
                    <a:pt x="922" y="1146"/>
                  </a:lnTo>
                  <a:lnTo>
                    <a:pt x="918" y="1150"/>
                  </a:lnTo>
                  <a:lnTo>
                    <a:pt x="918" y="1152"/>
                  </a:lnTo>
                  <a:lnTo>
                    <a:pt x="920" y="1152"/>
                  </a:lnTo>
                  <a:lnTo>
                    <a:pt x="922" y="1156"/>
                  </a:lnTo>
                  <a:lnTo>
                    <a:pt x="922" y="1160"/>
                  </a:lnTo>
                  <a:lnTo>
                    <a:pt x="918" y="1164"/>
                  </a:lnTo>
                  <a:lnTo>
                    <a:pt x="910" y="1166"/>
                  </a:lnTo>
                  <a:lnTo>
                    <a:pt x="904" y="1168"/>
                  </a:lnTo>
                  <a:lnTo>
                    <a:pt x="900" y="1168"/>
                  </a:lnTo>
                  <a:lnTo>
                    <a:pt x="898" y="1170"/>
                  </a:lnTo>
                  <a:lnTo>
                    <a:pt x="892" y="1172"/>
                  </a:lnTo>
                  <a:lnTo>
                    <a:pt x="888" y="1174"/>
                  </a:lnTo>
                  <a:lnTo>
                    <a:pt x="884" y="1174"/>
                  </a:lnTo>
                  <a:lnTo>
                    <a:pt x="880" y="1176"/>
                  </a:lnTo>
                  <a:lnTo>
                    <a:pt x="876" y="1176"/>
                  </a:lnTo>
                  <a:lnTo>
                    <a:pt x="866" y="1176"/>
                  </a:lnTo>
                  <a:lnTo>
                    <a:pt x="862" y="1176"/>
                  </a:lnTo>
                  <a:lnTo>
                    <a:pt x="860" y="1178"/>
                  </a:lnTo>
                  <a:lnTo>
                    <a:pt x="860" y="1180"/>
                  </a:lnTo>
                  <a:lnTo>
                    <a:pt x="864" y="1180"/>
                  </a:lnTo>
                  <a:lnTo>
                    <a:pt x="868" y="1180"/>
                  </a:lnTo>
                  <a:lnTo>
                    <a:pt x="876" y="1180"/>
                  </a:lnTo>
                  <a:lnTo>
                    <a:pt x="878" y="1182"/>
                  </a:lnTo>
                  <a:lnTo>
                    <a:pt x="880" y="1184"/>
                  </a:lnTo>
                  <a:lnTo>
                    <a:pt x="878" y="1186"/>
                  </a:lnTo>
                  <a:lnTo>
                    <a:pt x="878" y="1188"/>
                  </a:lnTo>
                  <a:lnTo>
                    <a:pt x="886" y="1184"/>
                  </a:lnTo>
                  <a:lnTo>
                    <a:pt x="892" y="1182"/>
                  </a:lnTo>
                  <a:lnTo>
                    <a:pt x="892" y="1184"/>
                  </a:lnTo>
                  <a:lnTo>
                    <a:pt x="890" y="1186"/>
                  </a:lnTo>
                  <a:lnTo>
                    <a:pt x="886" y="1190"/>
                  </a:lnTo>
                  <a:lnTo>
                    <a:pt x="884" y="1190"/>
                  </a:lnTo>
                  <a:lnTo>
                    <a:pt x="882" y="1192"/>
                  </a:lnTo>
                  <a:lnTo>
                    <a:pt x="886" y="1194"/>
                  </a:lnTo>
                  <a:lnTo>
                    <a:pt x="890" y="1196"/>
                  </a:lnTo>
                  <a:lnTo>
                    <a:pt x="890" y="1198"/>
                  </a:lnTo>
                  <a:lnTo>
                    <a:pt x="890" y="1200"/>
                  </a:lnTo>
                  <a:lnTo>
                    <a:pt x="886" y="1204"/>
                  </a:lnTo>
                  <a:lnTo>
                    <a:pt x="886" y="1206"/>
                  </a:lnTo>
                  <a:lnTo>
                    <a:pt x="884" y="1208"/>
                  </a:lnTo>
                  <a:lnTo>
                    <a:pt x="878" y="1208"/>
                  </a:lnTo>
                  <a:lnTo>
                    <a:pt x="874" y="1208"/>
                  </a:lnTo>
                  <a:lnTo>
                    <a:pt x="872" y="1208"/>
                  </a:lnTo>
                  <a:lnTo>
                    <a:pt x="870" y="1204"/>
                  </a:lnTo>
                  <a:lnTo>
                    <a:pt x="868" y="1198"/>
                  </a:lnTo>
                  <a:lnTo>
                    <a:pt x="866" y="1198"/>
                  </a:lnTo>
                  <a:lnTo>
                    <a:pt x="864" y="1198"/>
                  </a:lnTo>
                  <a:lnTo>
                    <a:pt x="862" y="1198"/>
                  </a:lnTo>
                  <a:lnTo>
                    <a:pt x="862" y="1200"/>
                  </a:lnTo>
                  <a:lnTo>
                    <a:pt x="862" y="1202"/>
                  </a:lnTo>
                  <a:lnTo>
                    <a:pt x="860" y="1204"/>
                  </a:lnTo>
                  <a:lnTo>
                    <a:pt x="852" y="1204"/>
                  </a:lnTo>
                  <a:lnTo>
                    <a:pt x="848" y="1208"/>
                  </a:lnTo>
                  <a:lnTo>
                    <a:pt x="846" y="1210"/>
                  </a:lnTo>
                  <a:lnTo>
                    <a:pt x="846" y="1214"/>
                  </a:lnTo>
                  <a:lnTo>
                    <a:pt x="846" y="1216"/>
                  </a:lnTo>
                  <a:lnTo>
                    <a:pt x="844" y="1218"/>
                  </a:lnTo>
                  <a:lnTo>
                    <a:pt x="840" y="1220"/>
                  </a:lnTo>
                  <a:lnTo>
                    <a:pt x="834" y="1222"/>
                  </a:lnTo>
                  <a:lnTo>
                    <a:pt x="832" y="1224"/>
                  </a:lnTo>
                  <a:lnTo>
                    <a:pt x="830" y="1228"/>
                  </a:lnTo>
                  <a:lnTo>
                    <a:pt x="828" y="1234"/>
                  </a:lnTo>
                  <a:lnTo>
                    <a:pt x="824" y="1240"/>
                  </a:lnTo>
                  <a:lnTo>
                    <a:pt x="818" y="1246"/>
                  </a:lnTo>
                  <a:lnTo>
                    <a:pt x="812" y="1250"/>
                  </a:lnTo>
                  <a:lnTo>
                    <a:pt x="808" y="1252"/>
                  </a:lnTo>
                  <a:lnTo>
                    <a:pt x="806" y="1256"/>
                  </a:lnTo>
                  <a:lnTo>
                    <a:pt x="806" y="1258"/>
                  </a:lnTo>
                  <a:lnTo>
                    <a:pt x="806" y="1260"/>
                  </a:lnTo>
                  <a:lnTo>
                    <a:pt x="810" y="1260"/>
                  </a:lnTo>
                  <a:lnTo>
                    <a:pt x="816" y="1258"/>
                  </a:lnTo>
                  <a:lnTo>
                    <a:pt x="818" y="1258"/>
                  </a:lnTo>
                  <a:lnTo>
                    <a:pt x="818" y="1262"/>
                  </a:lnTo>
                  <a:lnTo>
                    <a:pt x="820" y="1262"/>
                  </a:lnTo>
                  <a:lnTo>
                    <a:pt x="822" y="1264"/>
                  </a:lnTo>
                  <a:lnTo>
                    <a:pt x="822" y="1268"/>
                  </a:lnTo>
                  <a:lnTo>
                    <a:pt x="824" y="1270"/>
                  </a:lnTo>
                  <a:lnTo>
                    <a:pt x="826" y="1270"/>
                  </a:lnTo>
                  <a:lnTo>
                    <a:pt x="834" y="1270"/>
                  </a:lnTo>
                  <a:lnTo>
                    <a:pt x="848" y="1264"/>
                  </a:lnTo>
                  <a:lnTo>
                    <a:pt x="862" y="1254"/>
                  </a:lnTo>
                  <a:lnTo>
                    <a:pt x="868" y="1250"/>
                  </a:lnTo>
                  <a:lnTo>
                    <a:pt x="868" y="1246"/>
                  </a:lnTo>
                  <a:lnTo>
                    <a:pt x="864" y="1244"/>
                  </a:lnTo>
                  <a:lnTo>
                    <a:pt x="858" y="1244"/>
                  </a:lnTo>
                  <a:lnTo>
                    <a:pt x="862" y="1242"/>
                  </a:lnTo>
                  <a:lnTo>
                    <a:pt x="870" y="1238"/>
                  </a:lnTo>
                  <a:lnTo>
                    <a:pt x="874" y="1236"/>
                  </a:lnTo>
                  <a:lnTo>
                    <a:pt x="876" y="1234"/>
                  </a:lnTo>
                  <a:lnTo>
                    <a:pt x="880" y="1236"/>
                  </a:lnTo>
                  <a:lnTo>
                    <a:pt x="884" y="1236"/>
                  </a:lnTo>
                  <a:lnTo>
                    <a:pt x="884" y="1238"/>
                  </a:lnTo>
                  <a:lnTo>
                    <a:pt x="878" y="1240"/>
                  </a:lnTo>
                  <a:lnTo>
                    <a:pt x="874" y="1242"/>
                  </a:lnTo>
                  <a:lnTo>
                    <a:pt x="872" y="1244"/>
                  </a:lnTo>
                  <a:lnTo>
                    <a:pt x="874" y="1246"/>
                  </a:lnTo>
                  <a:lnTo>
                    <a:pt x="880" y="1248"/>
                  </a:lnTo>
                  <a:lnTo>
                    <a:pt x="884" y="1250"/>
                  </a:lnTo>
                  <a:lnTo>
                    <a:pt x="880" y="1254"/>
                  </a:lnTo>
                  <a:lnTo>
                    <a:pt x="860" y="1262"/>
                  </a:lnTo>
                  <a:lnTo>
                    <a:pt x="854" y="1266"/>
                  </a:lnTo>
                  <a:lnTo>
                    <a:pt x="858" y="1268"/>
                  </a:lnTo>
                  <a:lnTo>
                    <a:pt x="856" y="1268"/>
                  </a:lnTo>
                  <a:lnTo>
                    <a:pt x="856" y="1270"/>
                  </a:lnTo>
                  <a:lnTo>
                    <a:pt x="856" y="1272"/>
                  </a:lnTo>
                  <a:lnTo>
                    <a:pt x="858" y="1272"/>
                  </a:lnTo>
                  <a:lnTo>
                    <a:pt x="862" y="1274"/>
                  </a:lnTo>
                  <a:lnTo>
                    <a:pt x="860" y="1276"/>
                  </a:lnTo>
                  <a:lnTo>
                    <a:pt x="856" y="1276"/>
                  </a:lnTo>
                  <a:lnTo>
                    <a:pt x="852" y="1276"/>
                  </a:lnTo>
                  <a:lnTo>
                    <a:pt x="844" y="1276"/>
                  </a:lnTo>
                  <a:lnTo>
                    <a:pt x="836" y="1276"/>
                  </a:lnTo>
                  <a:lnTo>
                    <a:pt x="830" y="1276"/>
                  </a:lnTo>
                  <a:lnTo>
                    <a:pt x="826" y="1280"/>
                  </a:lnTo>
                  <a:lnTo>
                    <a:pt x="822" y="1282"/>
                  </a:lnTo>
                  <a:lnTo>
                    <a:pt x="822" y="1276"/>
                  </a:lnTo>
                  <a:lnTo>
                    <a:pt x="818" y="1268"/>
                  </a:lnTo>
                  <a:lnTo>
                    <a:pt x="814" y="1262"/>
                  </a:lnTo>
                  <a:lnTo>
                    <a:pt x="810" y="1262"/>
                  </a:lnTo>
                  <a:lnTo>
                    <a:pt x="806" y="1266"/>
                  </a:lnTo>
                  <a:lnTo>
                    <a:pt x="798" y="1268"/>
                  </a:lnTo>
                  <a:lnTo>
                    <a:pt x="796" y="1268"/>
                  </a:lnTo>
                  <a:lnTo>
                    <a:pt x="794" y="1270"/>
                  </a:lnTo>
                  <a:lnTo>
                    <a:pt x="792" y="1274"/>
                  </a:lnTo>
                  <a:lnTo>
                    <a:pt x="792" y="1276"/>
                  </a:lnTo>
                  <a:lnTo>
                    <a:pt x="790" y="1274"/>
                  </a:lnTo>
                  <a:lnTo>
                    <a:pt x="784" y="1274"/>
                  </a:lnTo>
                  <a:lnTo>
                    <a:pt x="778" y="1274"/>
                  </a:lnTo>
                  <a:lnTo>
                    <a:pt x="762" y="1280"/>
                  </a:lnTo>
                  <a:lnTo>
                    <a:pt x="760" y="1282"/>
                  </a:lnTo>
                  <a:lnTo>
                    <a:pt x="760" y="1284"/>
                  </a:lnTo>
                  <a:lnTo>
                    <a:pt x="766" y="1288"/>
                  </a:lnTo>
                  <a:lnTo>
                    <a:pt x="768" y="1290"/>
                  </a:lnTo>
                  <a:lnTo>
                    <a:pt x="768" y="1292"/>
                  </a:lnTo>
                  <a:lnTo>
                    <a:pt x="766" y="1294"/>
                  </a:lnTo>
                  <a:lnTo>
                    <a:pt x="760" y="1294"/>
                  </a:lnTo>
                  <a:lnTo>
                    <a:pt x="754" y="1296"/>
                  </a:lnTo>
                  <a:lnTo>
                    <a:pt x="752" y="1298"/>
                  </a:lnTo>
                  <a:lnTo>
                    <a:pt x="752" y="1300"/>
                  </a:lnTo>
                  <a:lnTo>
                    <a:pt x="756" y="1302"/>
                  </a:lnTo>
                  <a:lnTo>
                    <a:pt x="746" y="1300"/>
                  </a:lnTo>
                  <a:lnTo>
                    <a:pt x="738" y="1298"/>
                  </a:lnTo>
                  <a:lnTo>
                    <a:pt x="742" y="1300"/>
                  </a:lnTo>
                  <a:lnTo>
                    <a:pt x="744" y="1304"/>
                  </a:lnTo>
                  <a:lnTo>
                    <a:pt x="744" y="1306"/>
                  </a:lnTo>
                  <a:lnTo>
                    <a:pt x="740" y="1308"/>
                  </a:lnTo>
                  <a:lnTo>
                    <a:pt x="728" y="1308"/>
                  </a:lnTo>
                  <a:lnTo>
                    <a:pt x="716" y="1308"/>
                  </a:lnTo>
                  <a:lnTo>
                    <a:pt x="708" y="1306"/>
                  </a:lnTo>
                  <a:lnTo>
                    <a:pt x="704" y="1308"/>
                  </a:lnTo>
                  <a:lnTo>
                    <a:pt x="702" y="1310"/>
                  </a:lnTo>
                  <a:lnTo>
                    <a:pt x="702" y="1316"/>
                  </a:lnTo>
                  <a:lnTo>
                    <a:pt x="704" y="1318"/>
                  </a:lnTo>
                  <a:lnTo>
                    <a:pt x="708" y="1320"/>
                  </a:lnTo>
                  <a:lnTo>
                    <a:pt x="712" y="1320"/>
                  </a:lnTo>
                  <a:lnTo>
                    <a:pt x="718" y="1320"/>
                  </a:lnTo>
                  <a:lnTo>
                    <a:pt x="726" y="1318"/>
                  </a:lnTo>
                  <a:lnTo>
                    <a:pt x="724" y="1320"/>
                  </a:lnTo>
                  <a:lnTo>
                    <a:pt x="720" y="1324"/>
                  </a:lnTo>
                  <a:lnTo>
                    <a:pt x="720" y="1328"/>
                  </a:lnTo>
                  <a:lnTo>
                    <a:pt x="722" y="1332"/>
                  </a:lnTo>
                  <a:lnTo>
                    <a:pt x="724" y="1334"/>
                  </a:lnTo>
                  <a:lnTo>
                    <a:pt x="718" y="1332"/>
                  </a:lnTo>
                  <a:lnTo>
                    <a:pt x="704" y="1328"/>
                  </a:lnTo>
                  <a:lnTo>
                    <a:pt x="696" y="1328"/>
                  </a:lnTo>
                  <a:lnTo>
                    <a:pt x="686" y="1330"/>
                  </a:lnTo>
                  <a:lnTo>
                    <a:pt x="678" y="1334"/>
                  </a:lnTo>
                  <a:lnTo>
                    <a:pt x="676" y="1336"/>
                  </a:lnTo>
                  <a:lnTo>
                    <a:pt x="678" y="1336"/>
                  </a:lnTo>
                  <a:lnTo>
                    <a:pt x="682" y="1338"/>
                  </a:lnTo>
                  <a:lnTo>
                    <a:pt x="694" y="1340"/>
                  </a:lnTo>
                  <a:lnTo>
                    <a:pt x="698" y="1342"/>
                  </a:lnTo>
                  <a:lnTo>
                    <a:pt x="702" y="1344"/>
                  </a:lnTo>
                  <a:lnTo>
                    <a:pt x="704" y="1348"/>
                  </a:lnTo>
                  <a:lnTo>
                    <a:pt x="700" y="1346"/>
                  </a:lnTo>
                  <a:lnTo>
                    <a:pt x="696" y="1344"/>
                  </a:lnTo>
                  <a:lnTo>
                    <a:pt x="692" y="1344"/>
                  </a:lnTo>
                  <a:lnTo>
                    <a:pt x="684" y="1344"/>
                  </a:lnTo>
                  <a:lnTo>
                    <a:pt x="676" y="1346"/>
                  </a:lnTo>
                  <a:lnTo>
                    <a:pt x="668" y="1350"/>
                  </a:lnTo>
                  <a:lnTo>
                    <a:pt x="664" y="1354"/>
                  </a:lnTo>
                  <a:lnTo>
                    <a:pt x="662" y="1356"/>
                  </a:lnTo>
                  <a:lnTo>
                    <a:pt x="662" y="1358"/>
                  </a:lnTo>
                  <a:lnTo>
                    <a:pt x="664" y="1358"/>
                  </a:lnTo>
                  <a:lnTo>
                    <a:pt x="658" y="1358"/>
                  </a:lnTo>
                  <a:lnTo>
                    <a:pt x="654" y="1358"/>
                  </a:lnTo>
                  <a:lnTo>
                    <a:pt x="652" y="1358"/>
                  </a:lnTo>
                  <a:lnTo>
                    <a:pt x="652" y="1360"/>
                  </a:lnTo>
                  <a:lnTo>
                    <a:pt x="654" y="1362"/>
                  </a:lnTo>
                  <a:lnTo>
                    <a:pt x="652" y="1364"/>
                  </a:lnTo>
                  <a:lnTo>
                    <a:pt x="646" y="1362"/>
                  </a:lnTo>
                  <a:lnTo>
                    <a:pt x="628" y="1360"/>
                  </a:lnTo>
                  <a:lnTo>
                    <a:pt x="628" y="1362"/>
                  </a:lnTo>
                  <a:lnTo>
                    <a:pt x="632" y="1366"/>
                  </a:lnTo>
                  <a:lnTo>
                    <a:pt x="632" y="1368"/>
                  </a:lnTo>
                  <a:lnTo>
                    <a:pt x="626" y="1370"/>
                  </a:lnTo>
                  <a:lnTo>
                    <a:pt x="622" y="1370"/>
                  </a:lnTo>
                  <a:lnTo>
                    <a:pt x="624" y="1372"/>
                  </a:lnTo>
                  <a:lnTo>
                    <a:pt x="628" y="1374"/>
                  </a:lnTo>
                  <a:lnTo>
                    <a:pt x="632" y="1376"/>
                  </a:lnTo>
                  <a:lnTo>
                    <a:pt x="644" y="1376"/>
                  </a:lnTo>
                  <a:lnTo>
                    <a:pt x="660" y="1378"/>
                  </a:lnTo>
                  <a:lnTo>
                    <a:pt x="666" y="1378"/>
                  </a:lnTo>
                  <a:lnTo>
                    <a:pt x="674" y="1382"/>
                  </a:lnTo>
                  <a:lnTo>
                    <a:pt x="682" y="1386"/>
                  </a:lnTo>
                  <a:lnTo>
                    <a:pt x="680" y="1386"/>
                  </a:lnTo>
                  <a:lnTo>
                    <a:pt x="672" y="1384"/>
                  </a:lnTo>
                  <a:lnTo>
                    <a:pt x="668" y="1384"/>
                  </a:lnTo>
                  <a:lnTo>
                    <a:pt x="664" y="1386"/>
                  </a:lnTo>
                  <a:lnTo>
                    <a:pt x="662" y="1386"/>
                  </a:lnTo>
                  <a:lnTo>
                    <a:pt x="660" y="1386"/>
                  </a:lnTo>
                  <a:lnTo>
                    <a:pt x="654" y="1382"/>
                  </a:lnTo>
                  <a:lnTo>
                    <a:pt x="648" y="1380"/>
                  </a:lnTo>
                  <a:lnTo>
                    <a:pt x="644" y="1378"/>
                  </a:lnTo>
                  <a:lnTo>
                    <a:pt x="638" y="1380"/>
                  </a:lnTo>
                  <a:lnTo>
                    <a:pt x="630" y="1384"/>
                  </a:lnTo>
                  <a:lnTo>
                    <a:pt x="624" y="1390"/>
                  </a:lnTo>
                  <a:lnTo>
                    <a:pt x="622" y="1394"/>
                  </a:lnTo>
                  <a:lnTo>
                    <a:pt x="624" y="1396"/>
                  </a:lnTo>
                  <a:lnTo>
                    <a:pt x="626" y="1398"/>
                  </a:lnTo>
                  <a:lnTo>
                    <a:pt x="632" y="1404"/>
                  </a:lnTo>
                  <a:lnTo>
                    <a:pt x="628" y="1406"/>
                  </a:lnTo>
                  <a:lnTo>
                    <a:pt x="622" y="1410"/>
                  </a:lnTo>
                  <a:lnTo>
                    <a:pt x="622" y="1412"/>
                  </a:lnTo>
                  <a:lnTo>
                    <a:pt x="624" y="1412"/>
                  </a:lnTo>
                  <a:lnTo>
                    <a:pt x="628" y="1416"/>
                  </a:lnTo>
                  <a:lnTo>
                    <a:pt x="626" y="1418"/>
                  </a:lnTo>
                  <a:lnTo>
                    <a:pt x="626" y="1420"/>
                  </a:lnTo>
                  <a:lnTo>
                    <a:pt x="624" y="1424"/>
                  </a:lnTo>
                  <a:lnTo>
                    <a:pt x="626" y="1426"/>
                  </a:lnTo>
                  <a:lnTo>
                    <a:pt x="628" y="1428"/>
                  </a:lnTo>
                  <a:lnTo>
                    <a:pt x="632" y="1430"/>
                  </a:lnTo>
                  <a:lnTo>
                    <a:pt x="636" y="1430"/>
                  </a:lnTo>
                  <a:lnTo>
                    <a:pt x="642" y="1430"/>
                  </a:lnTo>
                  <a:lnTo>
                    <a:pt x="648" y="1428"/>
                  </a:lnTo>
                  <a:lnTo>
                    <a:pt x="654" y="1424"/>
                  </a:lnTo>
                  <a:lnTo>
                    <a:pt x="660" y="1424"/>
                  </a:lnTo>
                  <a:lnTo>
                    <a:pt x="670" y="1426"/>
                  </a:lnTo>
                  <a:lnTo>
                    <a:pt x="678" y="1428"/>
                  </a:lnTo>
                  <a:lnTo>
                    <a:pt x="680" y="1426"/>
                  </a:lnTo>
                  <a:lnTo>
                    <a:pt x="684" y="1422"/>
                  </a:lnTo>
                  <a:lnTo>
                    <a:pt x="686" y="1420"/>
                  </a:lnTo>
                  <a:lnTo>
                    <a:pt x="688" y="1418"/>
                  </a:lnTo>
                  <a:lnTo>
                    <a:pt x="692" y="1420"/>
                  </a:lnTo>
                  <a:lnTo>
                    <a:pt x="700" y="1424"/>
                  </a:lnTo>
                  <a:lnTo>
                    <a:pt x="704" y="1426"/>
                  </a:lnTo>
                  <a:lnTo>
                    <a:pt x="710" y="1426"/>
                  </a:lnTo>
                  <a:lnTo>
                    <a:pt x="720" y="1424"/>
                  </a:lnTo>
                  <a:lnTo>
                    <a:pt x="726" y="1424"/>
                  </a:lnTo>
                  <a:lnTo>
                    <a:pt x="726" y="1426"/>
                  </a:lnTo>
                  <a:lnTo>
                    <a:pt x="724" y="1426"/>
                  </a:lnTo>
                  <a:lnTo>
                    <a:pt x="716" y="1430"/>
                  </a:lnTo>
                  <a:lnTo>
                    <a:pt x="710" y="1432"/>
                  </a:lnTo>
                  <a:lnTo>
                    <a:pt x="708" y="1434"/>
                  </a:lnTo>
                  <a:lnTo>
                    <a:pt x="708" y="1436"/>
                  </a:lnTo>
                  <a:lnTo>
                    <a:pt x="708" y="1438"/>
                  </a:lnTo>
                  <a:lnTo>
                    <a:pt x="708" y="1440"/>
                  </a:lnTo>
                  <a:lnTo>
                    <a:pt x="700" y="1434"/>
                  </a:lnTo>
                  <a:lnTo>
                    <a:pt x="694" y="1428"/>
                  </a:lnTo>
                  <a:lnTo>
                    <a:pt x="690" y="1428"/>
                  </a:lnTo>
                  <a:lnTo>
                    <a:pt x="688" y="1428"/>
                  </a:lnTo>
                  <a:lnTo>
                    <a:pt x="686" y="1430"/>
                  </a:lnTo>
                  <a:lnTo>
                    <a:pt x="682" y="1434"/>
                  </a:lnTo>
                  <a:lnTo>
                    <a:pt x="680" y="1434"/>
                  </a:lnTo>
                  <a:lnTo>
                    <a:pt x="676" y="1432"/>
                  </a:lnTo>
                  <a:lnTo>
                    <a:pt x="672" y="1430"/>
                  </a:lnTo>
                  <a:lnTo>
                    <a:pt x="666" y="1430"/>
                  </a:lnTo>
                  <a:lnTo>
                    <a:pt x="656" y="1432"/>
                  </a:lnTo>
                  <a:lnTo>
                    <a:pt x="646" y="1436"/>
                  </a:lnTo>
                  <a:lnTo>
                    <a:pt x="640" y="1436"/>
                  </a:lnTo>
                  <a:lnTo>
                    <a:pt x="636" y="1436"/>
                  </a:lnTo>
                  <a:lnTo>
                    <a:pt x="626" y="1434"/>
                  </a:lnTo>
                  <a:lnTo>
                    <a:pt x="624" y="1436"/>
                  </a:lnTo>
                  <a:lnTo>
                    <a:pt x="626" y="1442"/>
                  </a:lnTo>
                  <a:lnTo>
                    <a:pt x="626" y="1446"/>
                  </a:lnTo>
                  <a:lnTo>
                    <a:pt x="626" y="1448"/>
                  </a:lnTo>
                  <a:lnTo>
                    <a:pt x="632" y="1448"/>
                  </a:lnTo>
                  <a:lnTo>
                    <a:pt x="636" y="1448"/>
                  </a:lnTo>
                  <a:lnTo>
                    <a:pt x="636" y="1450"/>
                  </a:lnTo>
                  <a:lnTo>
                    <a:pt x="638" y="1454"/>
                  </a:lnTo>
                  <a:lnTo>
                    <a:pt x="636" y="1456"/>
                  </a:lnTo>
                  <a:lnTo>
                    <a:pt x="630" y="1454"/>
                  </a:lnTo>
                  <a:lnTo>
                    <a:pt x="626" y="1454"/>
                  </a:lnTo>
                  <a:lnTo>
                    <a:pt x="624" y="1454"/>
                  </a:lnTo>
                  <a:lnTo>
                    <a:pt x="626" y="1458"/>
                  </a:lnTo>
                  <a:lnTo>
                    <a:pt x="628" y="1460"/>
                  </a:lnTo>
                  <a:lnTo>
                    <a:pt x="630" y="1462"/>
                  </a:lnTo>
                  <a:lnTo>
                    <a:pt x="634" y="1462"/>
                  </a:lnTo>
                  <a:lnTo>
                    <a:pt x="638" y="1462"/>
                  </a:lnTo>
                  <a:lnTo>
                    <a:pt x="640" y="1464"/>
                  </a:lnTo>
                  <a:lnTo>
                    <a:pt x="638" y="1468"/>
                  </a:lnTo>
                  <a:lnTo>
                    <a:pt x="638" y="1472"/>
                  </a:lnTo>
                  <a:lnTo>
                    <a:pt x="636" y="1476"/>
                  </a:lnTo>
                  <a:lnTo>
                    <a:pt x="630" y="1478"/>
                  </a:lnTo>
                  <a:lnTo>
                    <a:pt x="626" y="1480"/>
                  </a:lnTo>
                  <a:lnTo>
                    <a:pt x="626" y="1482"/>
                  </a:lnTo>
                  <a:lnTo>
                    <a:pt x="636" y="1490"/>
                  </a:lnTo>
                  <a:lnTo>
                    <a:pt x="638" y="1492"/>
                  </a:lnTo>
                  <a:lnTo>
                    <a:pt x="642" y="1490"/>
                  </a:lnTo>
                  <a:lnTo>
                    <a:pt x="646" y="1488"/>
                  </a:lnTo>
                  <a:lnTo>
                    <a:pt x="648" y="1490"/>
                  </a:lnTo>
                  <a:lnTo>
                    <a:pt x="650" y="1494"/>
                  </a:lnTo>
                  <a:lnTo>
                    <a:pt x="652" y="1492"/>
                  </a:lnTo>
                  <a:lnTo>
                    <a:pt x="654" y="1492"/>
                  </a:lnTo>
                  <a:lnTo>
                    <a:pt x="654" y="1496"/>
                  </a:lnTo>
                  <a:lnTo>
                    <a:pt x="654" y="1500"/>
                  </a:lnTo>
                  <a:lnTo>
                    <a:pt x="654" y="1502"/>
                  </a:lnTo>
                  <a:lnTo>
                    <a:pt x="656" y="1502"/>
                  </a:lnTo>
                  <a:lnTo>
                    <a:pt x="658" y="1502"/>
                  </a:lnTo>
                  <a:lnTo>
                    <a:pt x="658" y="1500"/>
                  </a:lnTo>
                  <a:lnTo>
                    <a:pt x="660" y="1494"/>
                  </a:lnTo>
                  <a:lnTo>
                    <a:pt x="662" y="1488"/>
                  </a:lnTo>
                  <a:lnTo>
                    <a:pt x="662" y="1486"/>
                  </a:lnTo>
                  <a:lnTo>
                    <a:pt x="666" y="1486"/>
                  </a:lnTo>
                  <a:lnTo>
                    <a:pt x="668" y="1486"/>
                  </a:lnTo>
                  <a:lnTo>
                    <a:pt x="670" y="1488"/>
                  </a:lnTo>
                  <a:lnTo>
                    <a:pt x="666" y="1496"/>
                  </a:lnTo>
                  <a:lnTo>
                    <a:pt x="660" y="1504"/>
                  </a:lnTo>
                  <a:lnTo>
                    <a:pt x="654" y="1508"/>
                  </a:lnTo>
                  <a:lnTo>
                    <a:pt x="652" y="1510"/>
                  </a:lnTo>
                  <a:lnTo>
                    <a:pt x="650" y="1512"/>
                  </a:lnTo>
                  <a:lnTo>
                    <a:pt x="654" y="1514"/>
                  </a:lnTo>
                  <a:lnTo>
                    <a:pt x="658" y="1518"/>
                  </a:lnTo>
                  <a:lnTo>
                    <a:pt x="658" y="1520"/>
                  </a:lnTo>
                  <a:lnTo>
                    <a:pt x="656" y="1522"/>
                  </a:lnTo>
                  <a:lnTo>
                    <a:pt x="650" y="1524"/>
                  </a:lnTo>
                  <a:lnTo>
                    <a:pt x="648" y="1522"/>
                  </a:lnTo>
                  <a:lnTo>
                    <a:pt x="644" y="1522"/>
                  </a:lnTo>
                  <a:lnTo>
                    <a:pt x="636" y="1526"/>
                  </a:lnTo>
                  <a:lnTo>
                    <a:pt x="632" y="1530"/>
                  </a:lnTo>
                  <a:lnTo>
                    <a:pt x="632" y="1536"/>
                  </a:lnTo>
                  <a:lnTo>
                    <a:pt x="632" y="1540"/>
                  </a:lnTo>
                  <a:lnTo>
                    <a:pt x="634" y="1544"/>
                  </a:lnTo>
                  <a:lnTo>
                    <a:pt x="640" y="1548"/>
                  </a:lnTo>
                  <a:lnTo>
                    <a:pt x="644" y="1548"/>
                  </a:lnTo>
                  <a:lnTo>
                    <a:pt x="646" y="1548"/>
                  </a:lnTo>
                  <a:lnTo>
                    <a:pt x="646" y="1546"/>
                  </a:lnTo>
                  <a:lnTo>
                    <a:pt x="648" y="1546"/>
                  </a:lnTo>
                  <a:lnTo>
                    <a:pt x="650" y="1546"/>
                  </a:lnTo>
                  <a:lnTo>
                    <a:pt x="654" y="1548"/>
                  </a:lnTo>
                  <a:lnTo>
                    <a:pt x="656" y="1544"/>
                  </a:lnTo>
                  <a:lnTo>
                    <a:pt x="658" y="1542"/>
                  </a:lnTo>
                  <a:lnTo>
                    <a:pt x="660" y="1540"/>
                  </a:lnTo>
                  <a:lnTo>
                    <a:pt x="664" y="1542"/>
                  </a:lnTo>
                  <a:lnTo>
                    <a:pt x="666" y="1544"/>
                  </a:lnTo>
                  <a:lnTo>
                    <a:pt x="664" y="1548"/>
                  </a:lnTo>
                  <a:lnTo>
                    <a:pt x="662" y="1548"/>
                  </a:lnTo>
                  <a:lnTo>
                    <a:pt x="660" y="1550"/>
                  </a:lnTo>
                  <a:lnTo>
                    <a:pt x="660" y="1552"/>
                  </a:lnTo>
                  <a:lnTo>
                    <a:pt x="662" y="1554"/>
                  </a:lnTo>
                  <a:lnTo>
                    <a:pt x="664" y="1556"/>
                  </a:lnTo>
                  <a:lnTo>
                    <a:pt x="662" y="1558"/>
                  </a:lnTo>
                  <a:lnTo>
                    <a:pt x="660" y="1560"/>
                  </a:lnTo>
                  <a:lnTo>
                    <a:pt x="660" y="1562"/>
                  </a:lnTo>
                  <a:lnTo>
                    <a:pt x="662" y="1564"/>
                  </a:lnTo>
                  <a:lnTo>
                    <a:pt x="662" y="1568"/>
                  </a:lnTo>
                  <a:lnTo>
                    <a:pt x="658" y="1570"/>
                  </a:lnTo>
                  <a:lnTo>
                    <a:pt x="654" y="1572"/>
                  </a:lnTo>
                  <a:lnTo>
                    <a:pt x="652" y="1570"/>
                  </a:lnTo>
                  <a:lnTo>
                    <a:pt x="648" y="1568"/>
                  </a:lnTo>
                  <a:lnTo>
                    <a:pt x="646" y="1566"/>
                  </a:lnTo>
                  <a:lnTo>
                    <a:pt x="644" y="1576"/>
                  </a:lnTo>
                  <a:lnTo>
                    <a:pt x="642" y="1586"/>
                  </a:lnTo>
                  <a:lnTo>
                    <a:pt x="646" y="1592"/>
                  </a:lnTo>
                  <a:lnTo>
                    <a:pt x="652" y="1598"/>
                  </a:lnTo>
                  <a:lnTo>
                    <a:pt x="658" y="1600"/>
                  </a:lnTo>
                  <a:lnTo>
                    <a:pt x="662" y="1600"/>
                  </a:lnTo>
                  <a:lnTo>
                    <a:pt x="664" y="1604"/>
                  </a:lnTo>
                  <a:lnTo>
                    <a:pt x="668" y="1608"/>
                  </a:lnTo>
                  <a:lnTo>
                    <a:pt x="674" y="1612"/>
                  </a:lnTo>
                  <a:lnTo>
                    <a:pt x="688" y="1616"/>
                  </a:lnTo>
                  <a:lnTo>
                    <a:pt x="690" y="1618"/>
                  </a:lnTo>
                  <a:lnTo>
                    <a:pt x="688" y="1620"/>
                  </a:lnTo>
                  <a:lnTo>
                    <a:pt x="688" y="1624"/>
                  </a:lnTo>
                  <a:lnTo>
                    <a:pt x="690" y="1626"/>
                  </a:lnTo>
                  <a:lnTo>
                    <a:pt x="692" y="1628"/>
                  </a:lnTo>
                  <a:lnTo>
                    <a:pt x="694" y="1628"/>
                  </a:lnTo>
                  <a:lnTo>
                    <a:pt x="696" y="1626"/>
                  </a:lnTo>
                  <a:lnTo>
                    <a:pt x="700" y="1626"/>
                  </a:lnTo>
                  <a:lnTo>
                    <a:pt x="704" y="1630"/>
                  </a:lnTo>
                  <a:lnTo>
                    <a:pt x="706" y="1632"/>
                  </a:lnTo>
                  <a:lnTo>
                    <a:pt x="710" y="1630"/>
                  </a:lnTo>
                  <a:lnTo>
                    <a:pt x="720" y="1628"/>
                  </a:lnTo>
                  <a:lnTo>
                    <a:pt x="734" y="1628"/>
                  </a:lnTo>
                  <a:lnTo>
                    <a:pt x="746" y="1626"/>
                  </a:lnTo>
                  <a:lnTo>
                    <a:pt x="752" y="1624"/>
                  </a:lnTo>
                  <a:lnTo>
                    <a:pt x="756" y="1620"/>
                  </a:lnTo>
                  <a:lnTo>
                    <a:pt x="760" y="1618"/>
                  </a:lnTo>
                  <a:lnTo>
                    <a:pt x="766" y="1614"/>
                  </a:lnTo>
                  <a:lnTo>
                    <a:pt x="774" y="1608"/>
                  </a:lnTo>
                  <a:lnTo>
                    <a:pt x="780" y="1600"/>
                  </a:lnTo>
                  <a:lnTo>
                    <a:pt x="782" y="1596"/>
                  </a:lnTo>
                  <a:lnTo>
                    <a:pt x="784" y="1594"/>
                  </a:lnTo>
                  <a:lnTo>
                    <a:pt x="790" y="1592"/>
                  </a:lnTo>
                  <a:lnTo>
                    <a:pt x="792" y="1592"/>
                  </a:lnTo>
                  <a:lnTo>
                    <a:pt x="794" y="1588"/>
                  </a:lnTo>
                  <a:lnTo>
                    <a:pt x="794" y="1586"/>
                  </a:lnTo>
                  <a:lnTo>
                    <a:pt x="796" y="1586"/>
                  </a:lnTo>
                  <a:lnTo>
                    <a:pt x="800" y="1584"/>
                  </a:lnTo>
                  <a:lnTo>
                    <a:pt x="804" y="1582"/>
                  </a:lnTo>
                  <a:lnTo>
                    <a:pt x="800" y="1578"/>
                  </a:lnTo>
                  <a:lnTo>
                    <a:pt x="798" y="1576"/>
                  </a:lnTo>
                  <a:lnTo>
                    <a:pt x="802" y="1574"/>
                  </a:lnTo>
                  <a:lnTo>
                    <a:pt x="810" y="1572"/>
                  </a:lnTo>
                  <a:lnTo>
                    <a:pt x="812" y="1570"/>
                  </a:lnTo>
                  <a:lnTo>
                    <a:pt x="812" y="1566"/>
                  </a:lnTo>
                  <a:lnTo>
                    <a:pt x="812" y="1562"/>
                  </a:lnTo>
                  <a:lnTo>
                    <a:pt x="816" y="1564"/>
                  </a:lnTo>
                  <a:lnTo>
                    <a:pt x="820" y="1568"/>
                  </a:lnTo>
                  <a:lnTo>
                    <a:pt x="822" y="1570"/>
                  </a:lnTo>
                  <a:lnTo>
                    <a:pt x="824" y="1568"/>
                  </a:lnTo>
                  <a:lnTo>
                    <a:pt x="828" y="1566"/>
                  </a:lnTo>
                  <a:lnTo>
                    <a:pt x="834" y="1566"/>
                  </a:lnTo>
                  <a:lnTo>
                    <a:pt x="838" y="1564"/>
                  </a:lnTo>
                  <a:lnTo>
                    <a:pt x="838" y="1558"/>
                  </a:lnTo>
                  <a:lnTo>
                    <a:pt x="838" y="1554"/>
                  </a:lnTo>
                  <a:lnTo>
                    <a:pt x="840" y="1552"/>
                  </a:lnTo>
                  <a:lnTo>
                    <a:pt x="844" y="1550"/>
                  </a:lnTo>
                  <a:lnTo>
                    <a:pt x="846" y="1548"/>
                  </a:lnTo>
                  <a:lnTo>
                    <a:pt x="842" y="1540"/>
                  </a:lnTo>
                  <a:lnTo>
                    <a:pt x="840" y="1536"/>
                  </a:lnTo>
                  <a:lnTo>
                    <a:pt x="838" y="1532"/>
                  </a:lnTo>
                  <a:lnTo>
                    <a:pt x="840" y="1528"/>
                  </a:lnTo>
                  <a:lnTo>
                    <a:pt x="844" y="1532"/>
                  </a:lnTo>
                  <a:lnTo>
                    <a:pt x="846" y="1534"/>
                  </a:lnTo>
                  <a:lnTo>
                    <a:pt x="848" y="1534"/>
                  </a:lnTo>
                  <a:lnTo>
                    <a:pt x="850" y="1530"/>
                  </a:lnTo>
                  <a:lnTo>
                    <a:pt x="850" y="1528"/>
                  </a:lnTo>
                  <a:lnTo>
                    <a:pt x="852" y="1530"/>
                  </a:lnTo>
                  <a:lnTo>
                    <a:pt x="852" y="1536"/>
                  </a:lnTo>
                  <a:lnTo>
                    <a:pt x="850" y="1538"/>
                  </a:lnTo>
                  <a:lnTo>
                    <a:pt x="850" y="1540"/>
                  </a:lnTo>
                  <a:lnTo>
                    <a:pt x="852" y="1542"/>
                  </a:lnTo>
                  <a:lnTo>
                    <a:pt x="854" y="1548"/>
                  </a:lnTo>
                  <a:lnTo>
                    <a:pt x="854" y="1552"/>
                  </a:lnTo>
                  <a:lnTo>
                    <a:pt x="856" y="1554"/>
                  </a:lnTo>
                  <a:lnTo>
                    <a:pt x="862" y="1556"/>
                  </a:lnTo>
                  <a:lnTo>
                    <a:pt x="866" y="1556"/>
                  </a:lnTo>
                  <a:lnTo>
                    <a:pt x="866" y="1558"/>
                  </a:lnTo>
                  <a:lnTo>
                    <a:pt x="868" y="1558"/>
                  </a:lnTo>
                  <a:lnTo>
                    <a:pt x="876" y="1560"/>
                  </a:lnTo>
                  <a:lnTo>
                    <a:pt x="874" y="1564"/>
                  </a:lnTo>
                  <a:lnTo>
                    <a:pt x="872" y="1566"/>
                  </a:lnTo>
                  <a:lnTo>
                    <a:pt x="872" y="1570"/>
                  </a:lnTo>
                  <a:lnTo>
                    <a:pt x="874" y="1576"/>
                  </a:lnTo>
                  <a:lnTo>
                    <a:pt x="876" y="1584"/>
                  </a:lnTo>
                  <a:lnTo>
                    <a:pt x="876" y="1594"/>
                  </a:lnTo>
                  <a:lnTo>
                    <a:pt x="876" y="1602"/>
                  </a:lnTo>
                  <a:lnTo>
                    <a:pt x="876" y="1608"/>
                  </a:lnTo>
                  <a:lnTo>
                    <a:pt x="878" y="1612"/>
                  </a:lnTo>
                  <a:lnTo>
                    <a:pt x="882" y="1616"/>
                  </a:lnTo>
                  <a:lnTo>
                    <a:pt x="886" y="1616"/>
                  </a:lnTo>
                  <a:lnTo>
                    <a:pt x="890" y="1614"/>
                  </a:lnTo>
                  <a:lnTo>
                    <a:pt x="896" y="1610"/>
                  </a:lnTo>
                  <a:lnTo>
                    <a:pt x="898" y="1612"/>
                  </a:lnTo>
                  <a:lnTo>
                    <a:pt x="900" y="1614"/>
                  </a:lnTo>
                  <a:lnTo>
                    <a:pt x="902" y="1618"/>
                  </a:lnTo>
                  <a:lnTo>
                    <a:pt x="902" y="1622"/>
                  </a:lnTo>
                  <a:lnTo>
                    <a:pt x="900" y="1628"/>
                  </a:lnTo>
                  <a:lnTo>
                    <a:pt x="896" y="1638"/>
                  </a:lnTo>
                  <a:lnTo>
                    <a:pt x="898" y="1644"/>
                  </a:lnTo>
                  <a:lnTo>
                    <a:pt x="900" y="1652"/>
                  </a:lnTo>
                  <a:lnTo>
                    <a:pt x="906" y="1672"/>
                  </a:lnTo>
                  <a:lnTo>
                    <a:pt x="916" y="1694"/>
                  </a:lnTo>
                  <a:lnTo>
                    <a:pt x="928" y="1710"/>
                  </a:lnTo>
                  <a:lnTo>
                    <a:pt x="932" y="1716"/>
                  </a:lnTo>
                  <a:lnTo>
                    <a:pt x="936" y="1716"/>
                  </a:lnTo>
                  <a:lnTo>
                    <a:pt x="942" y="1716"/>
                  </a:lnTo>
                  <a:lnTo>
                    <a:pt x="944" y="1718"/>
                  </a:lnTo>
                  <a:lnTo>
                    <a:pt x="944" y="1720"/>
                  </a:lnTo>
                  <a:lnTo>
                    <a:pt x="942" y="1726"/>
                  </a:lnTo>
                  <a:lnTo>
                    <a:pt x="934" y="1728"/>
                  </a:lnTo>
                  <a:lnTo>
                    <a:pt x="932" y="1730"/>
                  </a:lnTo>
                  <a:lnTo>
                    <a:pt x="934" y="1732"/>
                  </a:lnTo>
                  <a:lnTo>
                    <a:pt x="936" y="1738"/>
                  </a:lnTo>
                  <a:lnTo>
                    <a:pt x="938" y="1742"/>
                  </a:lnTo>
                  <a:lnTo>
                    <a:pt x="932" y="1740"/>
                  </a:lnTo>
                  <a:lnTo>
                    <a:pt x="926" y="1740"/>
                  </a:lnTo>
                  <a:lnTo>
                    <a:pt x="934" y="1752"/>
                  </a:lnTo>
                  <a:lnTo>
                    <a:pt x="940" y="1760"/>
                  </a:lnTo>
                  <a:lnTo>
                    <a:pt x="944" y="1768"/>
                  </a:lnTo>
                  <a:lnTo>
                    <a:pt x="946" y="1778"/>
                  </a:lnTo>
                  <a:lnTo>
                    <a:pt x="946" y="1782"/>
                  </a:lnTo>
                  <a:lnTo>
                    <a:pt x="944" y="1786"/>
                  </a:lnTo>
                  <a:lnTo>
                    <a:pt x="940" y="1792"/>
                  </a:lnTo>
                  <a:lnTo>
                    <a:pt x="942" y="1796"/>
                  </a:lnTo>
                  <a:lnTo>
                    <a:pt x="946" y="1798"/>
                  </a:lnTo>
                  <a:lnTo>
                    <a:pt x="954" y="1798"/>
                  </a:lnTo>
                  <a:lnTo>
                    <a:pt x="972" y="1796"/>
                  </a:lnTo>
                  <a:lnTo>
                    <a:pt x="982" y="1794"/>
                  </a:lnTo>
                  <a:lnTo>
                    <a:pt x="990" y="1794"/>
                  </a:lnTo>
                  <a:lnTo>
                    <a:pt x="996" y="1794"/>
                  </a:lnTo>
                  <a:lnTo>
                    <a:pt x="998" y="1788"/>
                  </a:lnTo>
                  <a:lnTo>
                    <a:pt x="1000" y="1774"/>
                  </a:lnTo>
                  <a:lnTo>
                    <a:pt x="1000" y="1768"/>
                  </a:lnTo>
                  <a:lnTo>
                    <a:pt x="1002" y="1760"/>
                  </a:lnTo>
                  <a:lnTo>
                    <a:pt x="1004" y="1756"/>
                  </a:lnTo>
                  <a:lnTo>
                    <a:pt x="1010" y="1756"/>
                  </a:lnTo>
                  <a:lnTo>
                    <a:pt x="1018" y="1756"/>
                  </a:lnTo>
                  <a:lnTo>
                    <a:pt x="1018" y="1754"/>
                  </a:lnTo>
                  <a:lnTo>
                    <a:pt x="1018" y="1752"/>
                  </a:lnTo>
                  <a:lnTo>
                    <a:pt x="1020" y="1750"/>
                  </a:lnTo>
                  <a:lnTo>
                    <a:pt x="1024" y="1748"/>
                  </a:lnTo>
                  <a:lnTo>
                    <a:pt x="1034" y="1746"/>
                  </a:lnTo>
                  <a:lnTo>
                    <a:pt x="1042" y="1746"/>
                  </a:lnTo>
                  <a:lnTo>
                    <a:pt x="1050" y="1746"/>
                  </a:lnTo>
                  <a:lnTo>
                    <a:pt x="1058" y="1750"/>
                  </a:lnTo>
                  <a:lnTo>
                    <a:pt x="1062" y="1750"/>
                  </a:lnTo>
                  <a:lnTo>
                    <a:pt x="1064" y="1750"/>
                  </a:lnTo>
                  <a:lnTo>
                    <a:pt x="1070" y="1736"/>
                  </a:lnTo>
                  <a:lnTo>
                    <a:pt x="1076" y="1720"/>
                  </a:lnTo>
                  <a:lnTo>
                    <a:pt x="1082" y="1708"/>
                  </a:lnTo>
                  <a:lnTo>
                    <a:pt x="1086" y="1700"/>
                  </a:lnTo>
                  <a:lnTo>
                    <a:pt x="1088" y="1692"/>
                  </a:lnTo>
                  <a:lnTo>
                    <a:pt x="1088" y="1684"/>
                  </a:lnTo>
                  <a:lnTo>
                    <a:pt x="1090" y="1676"/>
                  </a:lnTo>
                  <a:lnTo>
                    <a:pt x="1092" y="1666"/>
                  </a:lnTo>
                  <a:lnTo>
                    <a:pt x="1092" y="1658"/>
                  </a:lnTo>
                  <a:lnTo>
                    <a:pt x="1090" y="1654"/>
                  </a:lnTo>
                  <a:lnTo>
                    <a:pt x="1092" y="1650"/>
                  </a:lnTo>
                  <a:lnTo>
                    <a:pt x="1094" y="1644"/>
                  </a:lnTo>
                  <a:lnTo>
                    <a:pt x="1098" y="1638"/>
                  </a:lnTo>
                  <a:lnTo>
                    <a:pt x="1098" y="1634"/>
                  </a:lnTo>
                  <a:lnTo>
                    <a:pt x="1098" y="1632"/>
                  </a:lnTo>
                  <a:lnTo>
                    <a:pt x="1096" y="1626"/>
                  </a:lnTo>
                  <a:lnTo>
                    <a:pt x="1098" y="1622"/>
                  </a:lnTo>
                  <a:lnTo>
                    <a:pt x="1100" y="1618"/>
                  </a:lnTo>
                  <a:lnTo>
                    <a:pt x="1098" y="1610"/>
                  </a:lnTo>
                  <a:lnTo>
                    <a:pt x="1096" y="1606"/>
                  </a:lnTo>
                  <a:lnTo>
                    <a:pt x="1096" y="1604"/>
                  </a:lnTo>
                  <a:lnTo>
                    <a:pt x="1098" y="1604"/>
                  </a:lnTo>
                  <a:lnTo>
                    <a:pt x="1100" y="1602"/>
                  </a:lnTo>
                  <a:lnTo>
                    <a:pt x="1102" y="1600"/>
                  </a:lnTo>
                  <a:lnTo>
                    <a:pt x="1100" y="1598"/>
                  </a:lnTo>
                  <a:lnTo>
                    <a:pt x="1100" y="1596"/>
                  </a:lnTo>
                  <a:lnTo>
                    <a:pt x="1102" y="1592"/>
                  </a:lnTo>
                  <a:lnTo>
                    <a:pt x="1112" y="1588"/>
                  </a:lnTo>
                  <a:lnTo>
                    <a:pt x="1124" y="1582"/>
                  </a:lnTo>
                  <a:lnTo>
                    <a:pt x="1130" y="1578"/>
                  </a:lnTo>
                  <a:lnTo>
                    <a:pt x="1132" y="1574"/>
                  </a:lnTo>
                  <a:lnTo>
                    <a:pt x="1134" y="1570"/>
                  </a:lnTo>
                  <a:lnTo>
                    <a:pt x="1134" y="1568"/>
                  </a:lnTo>
                  <a:lnTo>
                    <a:pt x="1138" y="1572"/>
                  </a:lnTo>
                  <a:lnTo>
                    <a:pt x="1142" y="1576"/>
                  </a:lnTo>
                  <a:lnTo>
                    <a:pt x="1144" y="1574"/>
                  </a:lnTo>
                  <a:lnTo>
                    <a:pt x="1146" y="1572"/>
                  </a:lnTo>
                  <a:lnTo>
                    <a:pt x="1152" y="1566"/>
                  </a:lnTo>
                  <a:lnTo>
                    <a:pt x="1158" y="1562"/>
                  </a:lnTo>
                  <a:lnTo>
                    <a:pt x="1164" y="1560"/>
                  </a:lnTo>
                  <a:lnTo>
                    <a:pt x="1164" y="1558"/>
                  </a:lnTo>
                  <a:lnTo>
                    <a:pt x="1164" y="1556"/>
                  </a:lnTo>
                  <a:lnTo>
                    <a:pt x="1166" y="1554"/>
                  </a:lnTo>
                  <a:lnTo>
                    <a:pt x="1170" y="1552"/>
                  </a:lnTo>
                  <a:lnTo>
                    <a:pt x="1172" y="1550"/>
                  </a:lnTo>
                  <a:lnTo>
                    <a:pt x="1172" y="1548"/>
                  </a:lnTo>
                  <a:lnTo>
                    <a:pt x="1172" y="1546"/>
                  </a:lnTo>
                  <a:lnTo>
                    <a:pt x="1170" y="1542"/>
                  </a:lnTo>
                  <a:lnTo>
                    <a:pt x="1168" y="1540"/>
                  </a:lnTo>
                  <a:lnTo>
                    <a:pt x="1164" y="1540"/>
                  </a:lnTo>
                  <a:lnTo>
                    <a:pt x="1152" y="1546"/>
                  </a:lnTo>
                  <a:lnTo>
                    <a:pt x="1144" y="1550"/>
                  </a:lnTo>
                  <a:lnTo>
                    <a:pt x="1136" y="1550"/>
                  </a:lnTo>
                  <a:lnTo>
                    <a:pt x="1128" y="1550"/>
                  </a:lnTo>
                  <a:lnTo>
                    <a:pt x="1122" y="1546"/>
                  </a:lnTo>
                  <a:lnTo>
                    <a:pt x="1112" y="1540"/>
                  </a:lnTo>
                  <a:lnTo>
                    <a:pt x="1104" y="1538"/>
                  </a:lnTo>
                  <a:lnTo>
                    <a:pt x="1094" y="1538"/>
                  </a:lnTo>
                  <a:lnTo>
                    <a:pt x="1086" y="1538"/>
                  </a:lnTo>
                  <a:lnTo>
                    <a:pt x="1076" y="1538"/>
                  </a:lnTo>
                  <a:lnTo>
                    <a:pt x="1084" y="1534"/>
                  </a:lnTo>
                  <a:lnTo>
                    <a:pt x="1092" y="1530"/>
                  </a:lnTo>
                  <a:lnTo>
                    <a:pt x="1098" y="1530"/>
                  </a:lnTo>
                  <a:lnTo>
                    <a:pt x="1110" y="1530"/>
                  </a:lnTo>
                  <a:lnTo>
                    <a:pt x="1118" y="1534"/>
                  </a:lnTo>
                  <a:lnTo>
                    <a:pt x="1122" y="1534"/>
                  </a:lnTo>
                  <a:lnTo>
                    <a:pt x="1124" y="1532"/>
                  </a:lnTo>
                  <a:lnTo>
                    <a:pt x="1126" y="1532"/>
                  </a:lnTo>
                  <a:lnTo>
                    <a:pt x="1128" y="1532"/>
                  </a:lnTo>
                  <a:lnTo>
                    <a:pt x="1134" y="1538"/>
                  </a:lnTo>
                  <a:lnTo>
                    <a:pt x="1142" y="1544"/>
                  </a:lnTo>
                  <a:lnTo>
                    <a:pt x="1146" y="1544"/>
                  </a:lnTo>
                  <a:lnTo>
                    <a:pt x="1150" y="1542"/>
                  </a:lnTo>
                  <a:lnTo>
                    <a:pt x="1178" y="1528"/>
                  </a:lnTo>
                  <a:lnTo>
                    <a:pt x="1190" y="1518"/>
                  </a:lnTo>
                  <a:lnTo>
                    <a:pt x="1192" y="1516"/>
                  </a:lnTo>
                  <a:lnTo>
                    <a:pt x="1192" y="1512"/>
                  </a:lnTo>
                  <a:lnTo>
                    <a:pt x="1184" y="1500"/>
                  </a:lnTo>
                  <a:lnTo>
                    <a:pt x="1178" y="1496"/>
                  </a:lnTo>
                  <a:lnTo>
                    <a:pt x="1172" y="1496"/>
                  </a:lnTo>
                  <a:lnTo>
                    <a:pt x="1168" y="1496"/>
                  </a:lnTo>
                  <a:lnTo>
                    <a:pt x="1168" y="1494"/>
                  </a:lnTo>
                  <a:lnTo>
                    <a:pt x="1168" y="1490"/>
                  </a:lnTo>
                  <a:lnTo>
                    <a:pt x="1170" y="1484"/>
                  </a:lnTo>
                  <a:lnTo>
                    <a:pt x="1168" y="1482"/>
                  </a:lnTo>
                  <a:lnTo>
                    <a:pt x="1164" y="1480"/>
                  </a:lnTo>
                  <a:lnTo>
                    <a:pt x="1158" y="1476"/>
                  </a:lnTo>
                  <a:lnTo>
                    <a:pt x="1154" y="1472"/>
                  </a:lnTo>
                  <a:lnTo>
                    <a:pt x="1148" y="1468"/>
                  </a:lnTo>
                  <a:lnTo>
                    <a:pt x="1144" y="1466"/>
                  </a:lnTo>
                  <a:lnTo>
                    <a:pt x="1138" y="1468"/>
                  </a:lnTo>
                  <a:lnTo>
                    <a:pt x="1132" y="1468"/>
                  </a:lnTo>
                  <a:lnTo>
                    <a:pt x="1132" y="1466"/>
                  </a:lnTo>
                  <a:lnTo>
                    <a:pt x="1132" y="1462"/>
                  </a:lnTo>
                  <a:lnTo>
                    <a:pt x="1130" y="1462"/>
                  </a:lnTo>
                  <a:lnTo>
                    <a:pt x="1126" y="1460"/>
                  </a:lnTo>
                  <a:lnTo>
                    <a:pt x="1124" y="1460"/>
                  </a:lnTo>
                  <a:lnTo>
                    <a:pt x="1122" y="1458"/>
                  </a:lnTo>
                  <a:lnTo>
                    <a:pt x="1118" y="1450"/>
                  </a:lnTo>
                  <a:lnTo>
                    <a:pt x="1116" y="1440"/>
                  </a:lnTo>
                  <a:lnTo>
                    <a:pt x="1116" y="1428"/>
                  </a:lnTo>
                  <a:lnTo>
                    <a:pt x="1116" y="1416"/>
                  </a:lnTo>
                  <a:lnTo>
                    <a:pt x="1116" y="1406"/>
                  </a:lnTo>
                  <a:lnTo>
                    <a:pt x="1120" y="1398"/>
                  </a:lnTo>
                  <a:lnTo>
                    <a:pt x="1120" y="1396"/>
                  </a:lnTo>
                  <a:lnTo>
                    <a:pt x="1124" y="1396"/>
                  </a:lnTo>
                  <a:lnTo>
                    <a:pt x="1126" y="1394"/>
                  </a:lnTo>
                  <a:lnTo>
                    <a:pt x="1128" y="1392"/>
                  </a:lnTo>
                  <a:lnTo>
                    <a:pt x="1126" y="1386"/>
                  </a:lnTo>
                  <a:lnTo>
                    <a:pt x="1126" y="1374"/>
                  </a:lnTo>
                  <a:lnTo>
                    <a:pt x="1126" y="1368"/>
                  </a:lnTo>
                  <a:lnTo>
                    <a:pt x="1128" y="1360"/>
                  </a:lnTo>
                  <a:lnTo>
                    <a:pt x="1132" y="1356"/>
                  </a:lnTo>
                  <a:lnTo>
                    <a:pt x="1132" y="1352"/>
                  </a:lnTo>
                  <a:lnTo>
                    <a:pt x="1130" y="1352"/>
                  </a:lnTo>
                  <a:lnTo>
                    <a:pt x="1128" y="1350"/>
                  </a:lnTo>
                  <a:lnTo>
                    <a:pt x="1124" y="1350"/>
                  </a:lnTo>
                  <a:lnTo>
                    <a:pt x="1122" y="1348"/>
                  </a:lnTo>
                  <a:lnTo>
                    <a:pt x="1122" y="1342"/>
                  </a:lnTo>
                  <a:lnTo>
                    <a:pt x="1122" y="1336"/>
                  </a:lnTo>
                  <a:lnTo>
                    <a:pt x="1124" y="1338"/>
                  </a:lnTo>
                  <a:lnTo>
                    <a:pt x="1130" y="1340"/>
                  </a:lnTo>
                  <a:lnTo>
                    <a:pt x="1136" y="1340"/>
                  </a:lnTo>
                  <a:lnTo>
                    <a:pt x="1142" y="1338"/>
                  </a:lnTo>
                  <a:lnTo>
                    <a:pt x="1148" y="1334"/>
                  </a:lnTo>
                  <a:lnTo>
                    <a:pt x="1148" y="1332"/>
                  </a:lnTo>
                  <a:lnTo>
                    <a:pt x="1148" y="1330"/>
                  </a:lnTo>
                  <a:lnTo>
                    <a:pt x="1146" y="1326"/>
                  </a:lnTo>
                  <a:lnTo>
                    <a:pt x="1144" y="1324"/>
                  </a:lnTo>
                  <a:lnTo>
                    <a:pt x="1142" y="1322"/>
                  </a:lnTo>
                  <a:lnTo>
                    <a:pt x="1144" y="1322"/>
                  </a:lnTo>
                  <a:lnTo>
                    <a:pt x="1152" y="1320"/>
                  </a:lnTo>
                  <a:lnTo>
                    <a:pt x="1160" y="1318"/>
                  </a:lnTo>
                  <a:lnTo>
                    <a:pt x="1166" y="1312"/>
                  </a:lnTo>
                  <a:lnTo>
                    <a:pt x="1170" y="1308"/>
                  </a:lnTo>
                  <a:lnTo>
                    <a:pt x="1172" y="1302"/>
                  </a:lnTo>
                  <a:lnTo>
                    <a:pt x="1178" y="1294"/>
                  </a:lnTo>
                  <a:lnTo>
                    <a:pt x="1180" y="1292"/>
                  </a:lnTo>
                  <a:lnTo>
                    <a:pt x="1186" y="1292"/>
                  </a:lnTo>
                  <a:lnTo>
                    <a:pt x="1190" y="1294"/>
                  </a:lnTo>
                  <a:lnTo>
                    <a:pt x="1194" y="1292"/>
                  </a:lnTo>
                  <a:lnTo>
                    <a:pt x="1196" y="1286"/>
                  </a:lnTo>
                  <a:lnTo>
                    <a:pt x="1200" y="1278"/>
                  </a:lnTo>
                  <a:lnTo>
                    <a:pt x="1204" y="1274"/>
                  </a:lnTo>
                  <a:lnTo>
                    <a:pt x="1208" y="1274"/>
                  </a:lnTo>
                  <a:lnTo>
                    <a:pt x="1214" y="1274"/>
                  </a:lnTo>
                  <a:lnTo>
                    <a:pt x="1218" y="1274"/>
                  </a:lnTo>
                  <a:lnTo>
                    <a:pt x="1222" y="1268"/>
                  </a:lnTo>
                  <a:lnTo>
                    <a:pt x="1226" y="1264"/>
                  </a:lnTo>
                  <a:lnTo>
                    <a:pt x="1228" y="1264"/>
                  </a:lnTo>
                  <a:lnTo>
                    <a:pt x="1232" y="1264"/>
                  </a:lnTo>
                  <a:lnTo>
                    <a:pt x="1236" y="1264"/>
                  </a:lnTo>
                  <a:lnTo>
                    <a:pt x="1238" y="1264"/>
                  </a:lnTo>
                  <a:lnTo>
                    <a:pt x="1240" y="1260"/>
                  </a:lnTo>
                  <a:lnTo>
                    <a:pt x="1244" y="1254"/>
                  </a:lnTo>
                  <a:lnTo>
                    <a:pt x="1246" y="1254"/>
                  </a:lnTo>
                  <a:lnTo>
                    <a:pt x="1250" y="1254"/>
                  </a:lnTo>
                  <a:lnTo>
                    <a:pt x="1254" y="1252"/>
                  </a:lnTo>
                  <a:lnTo>
                    <a:pt x="1258" y="1250"/>
                  </a:lnTo>
                  <a:lnTo>
                    <a:pt x="1262" y="1240"/>
                  </a:lnTo>
                  <a:lnTo>
                    <a:pt x="1268" y="1226"/>
                  </a:lnTo>
                  <a:lnTo>
                    <a:pt x="1274" y="1220"/>
                  </a:lnTo>
                  <a:lnTo>
                    <a:pt x="1284" y="1214"/>
                  </a:lnTo>
                  <a:lnTo>
                    <a:pt x="1290" y="1208"/>
                  </a:lnTo>
                  <a:lnTo>
                    <a:pt x="1292" y="1206"/>
                  </a:lnTo>
                  <a:lnTo>
                    <a:pt x="1292" y="1204"/>
                  </a:lnTo>
                  <a:lnTo>
                    <a:pt x="1290" y="1202"/>
                  </a:lnTo>
                  <a:lnTo>
                    <a:pt x="1284" y="1198"/>
                  </a:lnTo>
                  <a:lnTo>
                    <a:pt x="1280" y="1194"/>
                  </a:lnTo>
                  <a:lnTo>
                    <a:pt x="1276" y="1190"/>
                  </a:lnTo>
                  <a:lnTo>
                    <a:pt x="1276" y="1184"/>
                  </a:lnTo>
                  <a:lnTo>
                    <a:pt x="1276" y="1180"/>
                  </a:lnTo>
                  <a:lnTo>
                    <a:pt x="1282" y="1174"/>
                  </a:lnTo>
                  <a:lnTo>
                    <a:pt x="1288" y="1168"/>
                  </a:lnTo>
                  <a:lnTo>
                    <a:pt x="1290" y="1164"/>
                  </a:lnTo>
                  <a:lnTo>
                    <a:pt x="1292" y="1156"/>
                  </a:lnTo>
                  <a:lnTo>
                    <a:pt x="1292" y="1150"/>
                  </a:lnTo>
                  <a:lnTo>
                    <a:pt x="1294" y="1146"/>
                  </a:lnTo>
                  <a:lnTo>
                    <a:pt x="1298" y="1144"/>
                  </a:lnTo>
                  <a:lnTo>
                    <a:pt x="1300" y="1144"/>
                  </a:lnTo>
                  <a:lnTo>
                    <a:pt x="1306" y="1142"/>
                  </a:lnTo>
                  <a:lnTo>
                    <a:pt x="1310" y="1140"/>
                  </a:lnTo>
                  <a:lnTo>
                    <a:pt x="1310" y="1138"/>
                  </a:lnTo>
                  <a:lnTo>
                    <a:pt x="1314" y="1132"/>
                  </a:lnTo>
                  <a:lnTo>
                    <a:pt x="1320" y="1126"/>
                  </a:lnTo>
                  <a:lnTo>
                    <a:pt x="1338" y="1114"/>
                  </a:lnTo>
                  <a:lnTo>
                    <a:pt x="1340" y="1112"/>
                  </a:lnTo>
                  <a:lnTo>
                    <a:pt x="1344" y="1112"/>
                  </a:lnTo>
                  <a:lnTo>
                    <a:pt x="1346" y="1116"/>
                  </a:lnTo>
                  <a:lnTo>
                    <a:pt x="1348" y="1118"/>
                  </a:lnTo>
                  <a:lnTo>
                    <a:pt x="1350" y="1120"/>
                  </a:lnTo>
                  <a:lnTo>
                    <a:pt x="1354" y="1120"/>
                  </a:lnTo>
                  <a:lnTo>
                    <a:pt x="1358" y="1118"/>
                  </a:lnTo>
                  <a:lnTo>
                    <a:pt x="1364" y="1116"/>
                  </a:lnTo>
                  <a:lnTo>
                    <a:pt x="1368" y="1116"/>
                  </a:lnTo>
                  <a:lnTo>
                    <a:pt x="1378" y="1116"/>
                  </a:lnTo>
                  <a:lnTo>
                    <a:pt x="1386" y="1116"/>
                  </a:lnTo>
                  <a:lnTo>
                    <a:pt x="1392" y="1116"/>
                  </a:lnTo>
                  <a:lnTo>
                    <a:pt x="1396" y="1114"/>
                  </a:lnTo>
                  <a:lnTo>
                    <a:pt x="1408" y="1116"/>
                  </a:lnTo>
                  <a:lnTo>
                    <a:pt x="1414" y="1120"/>
                  </a:lnTo>
                  <a:lnTo>
                    <a:pt x="1418" y="1124"/>
                  </a:lnTo>
                  <a:lnTo>
                    <a:pt x="1428" y="1126"/>
                  </a:lnTo>
                  <a:lnTo>
                    <a:pt x="1438" y="1130"/>
                  </a:lnTo>
                  <a:lnTo>
                    <a:pt x="1440" y="1134"/>
                  </a:lnTo>
                  <a:lnTo>
                    <a:pt x="1442" y="1136"/>
                  </a:lnTo>
                  <a:lnTo>
                    <a:pt x="1442" y="1144"/>
                  </a:lnTo>
                  <a:lnTo>
                    <a:pt x="1440" y="1154"/>
                  </a:lnTo>
                  <a:lnTo>
                    <a:pt x="1440" y="1162"/>
                  </a:lnTo>
                  <a:lnTo>
                    <a:pt x="1442" y="1166"/>
                  </a:lnTo>
                  <a:lnTo>
                    <a:pt x="1446" y="1168"/>
                  </a:lnTo>
                  <a:lnTo>
                    <a:pt x="1444" y="1174"/>
                  </a:lnTo>
                  <a:lnTo>
                    <a:pt x="1442" y="1176"/>
                  </a:lnTo>
                  <a:lnTo>
                    <a:pt x="1440" y="1176"/>
                  </a:lnTo>
                  <a:lnTo>
                    <a:pt x="1434" y="1176"/>
                  </a:lnTo>
                  <a:lnTo>
                    <a:pt x="1422" y="1178"/>
                  </a:lnTo>
                  <a:lnTo>
                    <a:pt x="1416" y="1180"/>
                  </a:lnTo>
                  <a:lnTo>
                    <a:pt x="1412" y="1184"/>
                  </a:lnTo>
                  <a:lnTo>
                    <a:pt x="1406" y="1196"/>
                  </a:lnTo>
                  <a:lnTo>
                    <a:pt x="1398" y="1208"/>
                  </a:lnTo>
                  <a:lnTo>
                    <a:pt x="1390" y="1216"/>
                  </a:lnTo>
                  <a:lnTo>
                    <a:pt x="1382" y="1222"/>
                  </a:lnTo>
                  <a:lnTo>
                    <a:pt x="1372" y="1228"/>
                  </a:lnTo>
                  <a:lnTo>
                    <a:pt x="1368" y="1232"/>
                  </a:lnTo>
                  <a:lnTo>
                    <a:pt x="1366" y="1236"/>
                  </a:lnTo>
                  <a:lnTo>
                    <a:pt x="1366" y="1238"/>
                  </a:lnTo>
                  <a:lnTo>
                    <a:pt x="1366" y="1242"/>
                  </a:lnTo>
                  <a:lnTo>
                    <a:pt x="1358" y="1244"/>
                  </a:lnTo>
                  <a:lnTo>
                    <a:pt x="1354" y="1246"/>
                  </a:lnTo>
                  <a:lnTo>
                    <a:pt x="1350" y="1248"/>
                  </a:lnTo>
                  <a:lnTo>
                    <a:pt x="1346" y="1254"/>
                  </a:lnTo>
                  <a:lnTo>
                    <a:pt x="1344" y="1258"/>
                  </a:lnTo>
                  <a:lnTo>
                    <a:pt x="1342" y="1260"/>
                  </a:lnTo>
                  <a:lnTo>
                    <a:pt x="1338" y="1260"/>
                  </a:lnTo>
                  <a:lnTo>
                    <a:pt x="1334" y="1260"/>
                  </a:lnTo>
                  <a:lnTo>
                    <a:pt x="1332" y="1260"/>
                  </a:lnTo>
                  <a:lnTo>
                    <a:pt x="1328" y="1264"/>
                  </a:lnTo>
                  <a:lnTo>
                    <a:pt x="1326" y="1268"/>
                  </a:lnTo>
                  <a:lnTo>
                    <a:pt x="1324" y="1270"/>
                  </a:lnTo>
                  <a:lnTo>
                    <a:pt x="1322" y="1270"/>
                  </a:lnTo>
                  <a:lnTo>
                    <a:pt x="1320" y="1272"/>
                  </a:lnTo>
                  <a:lnTo>
                    <a:pt x="1318" y="1272"/>
                  </a:lnTo>
                  <a:lnTo>
                    <a:pt x="1318" y="1278"/>
                  </a:lnTo>
                  <a:lnTo>
                    <a:pt x="1318" y="1286"/>
                  </a:lnTo>
                  <a:lnTo>
                    <a:pt x="1318" y="1288"/>
                  </a:lnTo>
                  <a:lnTo>
                    <a:pt x="1314" y="1292"/>
                  </a:lnTo>
                  <a:lnTo>
                    <a:pt x="1310" y="1294"/>
                  </a:lnTo>
                  <a:lnTo>
                    <a:pt x="1308" y="1294"/>
                  </a:lnTo>
                  <a:lnTo>
                    <a:pt x="1300" y="1292"/>
                  </a:lnTo>
                  <a:lnTo>
                    <a:pt x="1294" y="1290"/>
                  </a:lnTo>
                  <a:lnTo>
                    <a:pt x="1292" y="1292"/>
                  </a:lnTo>
                  <a:lnTo>
                    <a:pt x="1290" y="1296"/>
                  </a:lnTo>
                  <a:lnTo>
                    <a:pt x="1290" y="1300"/>
                  </a:lnTo>
                  <a:lnTo>
                    <a:pt x="1286" y="1304"/>
                  </a:lnTo>
                  <a:lnTo>
                    <a:pt x="1278" y="1314"/>
                  </a:lnTo>
                  <a:lnTo>
                    <a:pt x="1276" y="1322"/>
                  </a:lnTo>
                  <a:lnTo>
                    <a:pt x="1274" y="1328"/>
                  </a:lnTo>
                  <a:lnTo>
                    <a:pt x="1274" y="1338"/>
                  </a:lnTo>
                  <a:lnTo>
                    <a:pt x="1278" y="1346"/>
                  </a:lnTo>
                  <a:lnTo>
                    <a:pt x="1282" y="1354"/>
                  </a:lnTo>
                  <a:lnTo>
                    <a:pt x="1282" y="1360"/>
                  </a:lnTo>
                  <a:lnTo>
                    <a:pt x="1282" y="1364"/>
                  </a:lnTo>
                  <a:lnTo>
                    <a:pt x="1280" y="1366"/>
                  </a:lnTo>
                  <a:lnTo>
                    <a:pt x="1278" y="1368"/>
                  </a:lnTo>
                  <a:lnTo>
                    <a:pt x="1278" y="1372"/>
                  </a:lnTo>
                  <a:lnTo>
                    <a:pt x="1280" y="1378"/>
                  </a:lnTo>
                  <a:lnTo>
                    <a:pt x="1288" y="1388"/>
                  </a:lnTo>
                  <a:lnTo>
                    <a:pt x="1292" y="1394"/>
                  </a:lnTo>
                  <a:lnTo>
                    <a:pt x="1294" y="1396"/>
                  </a:lnTo>
                  <a:lnTo>
                    <a:pt x="1294" y="1398"/>
                  </a:lnTo>
                  <a:lnTo>
                    <a:pt x="1292" y="1400"/>
                  </a:lnTo>
                  <a:lnTo>
                    <a:pt x="1288" y="1402"/>
                  </a:lnTo>
                  <a:lnTo>
                    <a:pt x="1286" y="1404"/>
                  </a:lnTo>
                  <a:lnTo>
                    <a:pt x="1286" y="1406"/>
                  </a:lnTo>
                  <a:lnTo>
                    <a:pt x="1288" y="1416"/>
                  </a:lnTo>
                  <a:lnTo>
                    <a:pt x="1288" y="1424"/>
                  </a:lnTo>
                  <a:lnTo>
                    <a:pt x="1282" y="1444"/>
                  </a:lnTo>
                  <a:lnTo>
                    <a:pt x="1280" y="1456"/>
                  </a:lnTo>
                  <a:lnTo>
                    <a:pt x="1280" y="1462"/>
                  </a:lnTo>
                  <a:lnTo>
                    <a:pt x="1282" y="1464"/>
                  </a:lnTo>
                  <a:lnTo>
                    <a:pt x="1286" y="1466"/>
                  </a:lnTo>
                  <a:lnTo>
                    <a:pt x="1298" y="1470"/>
                  </a:lnTo>
                  <a:lnTo>
                    <a:pt x="1322" y="1476"/>
                  </a:lnTo>
                  <a:lnTo>
                    <a:pt x="1328" y="1478"/>
                  </a:lnTo>
                  <a:lnTo>
                    <a:pt x="1330" y="1480"/>
                  </a:lnTo>
                  <a:lnTo>
                    <a:pt x="1328" y="1484"/>
                  </a:lnTo>
                  <a:lnTo>
                    <a:pt x="1328" y="1492"/>
                  </a:lnTo>
                  <a:lnTo>
                    <a:pt x="1328" y="1500"/>
                  </a:lnTo>
                  <a:lnTo>
                    <a:pt x="1330" y="1504"/>
                  </a:lnTo>
                  <a:lnTo>
                    <a:pt x="1334" y="1504"/>
                  </a:lnTo>
                  <a:lnTo>
                    <a:pt x="1336" y="1504"/>
                  </a:lnTo>
                  <a:lnTo>
                    <a:pt x="1340" y="1500"/>
                  </a:lnTo>
                  <a:lnTo>
                    <a:pt x="1346" y="1494"/>
                  </a:lnTo>
                  <a:lnTo>
                    <a:pt x="1352" y="1494"/>
                  </a:lnTo>
                  <a:lnTo>
                    <a:pt x="1354" y="1496"/>
                  </a:lnTo>
                  <a:lnTo>
                    <a:pt x="1354" y="1498"/>
                  </a:lnTo>
                  <a:lnTo>
                    <a:pt x="1354" y="1500"/>
                  </a:lnTo>
                  <a:lnTo>
                    <a:pt x="1352" y="1506"/>
                  </a:lnTo>
                  <a:lnTo>
                    <a:pt x="1346" y="1512"/>
                  </a:lnTo>
                  <a:lnTo>
                    <a:pt x="1346" y="1516"/>
                  </a:lnTo>
                  <a:lnTo>
                    <a:pt x="1352" y="1514"/>
                  </a:lnTo>
                  <a:lnTo>
                    <a:pt x="1366" y="1508"/>
                  </a:lnTo>
                  <a:lnTo>
                    <a:pt x="1376" y="1504"/>
                  </a:lnTo>
                  <a:lnTo>
                    <a:pt x="1390" y="1504"/>
                  </a:lnTo>
                  <a:lnTo>
                    <a:pt x="1408" y="1500"/>
                  </a:lnTo>
                  <a:lnTo>
                    <a:pt x="1436" y="1488"/>
                  </a:lnTo>
                  <a:lnTo>
                    <a:pt x="1448" y="1484"/>
                  </a:lnTo>
                  <a:lnTo>
                    <a:pt x="1454" y="1484"/>
                  </a:lnTo>
                  <a:lnTo>
                    <a:pt x="1458" y="1484"/>
                  </a:lnTo>
                  <a:lnTo>
                    <a:pt x="1462" y="1484"/>
                  </a:lnTo>
                  <a:lnTo>
                    <a:pt x="1466" y="1486"/>
                  </a:lnTo>
                  <a:lnTo>
                    <a:pt x="1470" y="1482"/>
                  </a:lnTo>
                  <a:lnTo>
                    <a:pt x="1476" y="1476"/>
                  </a:lnTo>
                  <a:lnTo>
                    <a:pt x="1478" y="1476"/>
                  </a:lnTo>
                  <a:lnTo>
                    <a:pt x="1484" y="1478"/>
                  </a:lnTo>
                  <a:lnTo>
                    <a:pt x="1490" y="1476"/>
                  </a:lnTo>
                  <a:lnTo>
                    <a:pt x="1498" y="1474"/>
                  </a:lnTo>
                  <a:lnTo>
                    <a:pt x="1506" y="1472"/>
                  </a:lnTo>
                  <a:lnTo>
                    <a:pt x="1512" y="1470"/>
                  </a:lnTo>
                  <a:lnTo>
                    <a:pt x="1522" y="1470"/>
                  </a:lnTo>
                  <a:lnTo>
                    <a:pt x="1532" y="1470"/>
                  </a:lnTo>
                  <a:lnTo>
                    <a:pt x="1538" y="1470"/>
                  </a:lnTo>
                  <a:lnTo>
                    <a:pt x="1546" y="1466"/>
                  </a:lnTo>
                  <a:lnTo>
                    <a:pt x="1550" y="1468"/>
                  </a:lnTo>
                  <a:lnTo>
                    <a:pt x="1556" y="1468"/>
                  </a:lnTo>
                  <a:lnTo>
                    <a:pt x="1566" y="1462"/>
                  </a:lnTo>
                  <a:lnTo>
                    <a:pt x="1574" y="1456"/>
                  </a:lnTo>
                  <a:lnTo>
                    <a:pt x="1578" y="1454"/>
                  </a:lnTo>
                  <a:lnTo>
                    <a:pt x="1580" y="1456"/>
                  </a:lnTo>
                  <a:lnTo>
                    <a:pt x="1582" y="1458"/>
                  </a:lnTo>
                  <a:lnTo>
                    <a:pt x="1578" y="1458"/>
                  </a:lnTo>
                  <a:lnTo>
                    <a:pt x="1576" y="1462"/>
                  </a:lnTo>
                  <a:lnTo>
                    <a:pt x="1578" y="1466"/>
                  </a:lnTo>
                  <a:lnTo>
                    <a:pt x="1580" y="1470"/>
                  </a:lnTo>
                  <a:lnTo>
                    <a:pt x="1578" y="1472"/>
                  </a:lnTo>
                  <a:lnTo>
                    <a:pt x="1572" y="1470"/>
                  </a:lnTo>
                  <a:lnTo>
                    <a:pt x="1568" y="1468"/>
                  </a:lnTo>
                  <a:lnTo>
                    <a:pt x="1572" y="1474"/>
                  </a:lnTo>
                  <a:lnTo>
                    <a:pt x="1578" y="1480"/>
                  </a:lnTo>
                  <a:lnTo>
                    <a:pt x="1582" y="1480"/>
                  </a:lnTo>
                  <a:lnTo>
                    <a:pt x="1584" y="1482"/>
                  </a:lnTo>
                  <a:lnTo>
                    <a:pt x="1588" y="1486"/>
                  </a:lnTo>
                  <a:lnTo>
                    <a:pt x="1592" y="1490"/>
                  </a:lnTo>
                  <a:lnTo>
                    <a:pt x="1596" y="1490"/>
                  </a:lnTo>
                  <a:lnTo>
                    <a:pt x="1608" y="1490"/>
                  </a:lnTo>
                  <a:lnTo>
                    <a:pt x="1618" y="1490"/>
                  </a:lnTo>
                  <a:lnTo>
                    <a:pt x="1622" y="1492"/>
                  </a:lnTo>
                  <a:lnTo>
                    <a:pt x="1626" y="1494"/>
                  </a:lnTo>
                  <a:lnTo>
                    <a:pt x="1628" y="1498"/>
                  </a:lnTo>
                  <a:lnTo>
                    <a:pt x="1632" y="1500"/>
                  </a:lnTo>
                  <a:lnTo>
                    <a:pt x="1638" y="1502"/>
                  </a:lnTo>
                  <a:lnTo>
                    <a:pt x="1642" y="1504"/>
                  </a:lnTo>
                  <a:lnTo>
                    <a:pt x="1642" y="1508"/>
                  </a:lnTo>
                  <a:lnTo>
                    <a:pt x="1638" y="1510"/>
                  </a:lnTo>
                  <a:lnTo>
                    <a:pt x="1634" y="1510"/>
                  </a:lnTo>
                  <a:lnTo>
                    <a:pt x="1610" y="1504"/>
                  </a:lnTo>
                  <a:lnTo>
                    <a:pt x="1602" y="1502"/>
                  </a:lnTo>
                  <a:lnTo>
                    <a:pt x="1596" y="1504"/>
                  </a:lnTo>
                  <a:lnTo>
                    <a:pt x="1594" y="1506"/>
                  </a:lnTo>
                  <a:lnTo>
                    <a:pt x="1592" y="1510"/>
                  </a:lnTo>
                  <a:lnTo>
                    <a:pt x="1590" y="1512"/>
                  </a:lnTo>
                  <a:lnTo>
                    <a:pt x="1588" y="1516"/>
                  </a:lnTo>
                  <a:lnTo>
                    <a:pt x="1584" y="1516"/>
                  </a:lnTo>
                  <a:lnTo>
                    <a:pt x="1578" y="1514"/>
                  </a:lnTo>
                  <a:lnTo>
                    <a:pt x="1574" y="1512"/>
                  </a:lnTo>
                  <a:lnTo>
                    <a:pt x="1570" y="1514"/>
                  </a:lnTo>
                  <a:lnTo>
                    <a:pt x="1568" y="1516"/>
                  </a:lnTo>
                  <a:lnTo>
                    <a:pt x="1568" y="1518"/>
                  </a:lnTo>
                  <a:lnTo>
                    <a:pt x="1568" y="1522"/>
                  </a:lnTo>
                  <a:lnTo>
                    <a:pt x="1568" y="1524"/>
                  </a:lnTo>
                  <a:lnTo>
                    <a:pt x="1564" y="1524"/>
                  </a:lnTo>
                  <a:lnTo>
                    <a:pt x="1560" y="1520"/>
                  </a:lnTo>
                  <a:lnTo>
                    <a:pt x="1556" y="1518"/>
                  </a:lnTo>
                  <a:lnTo>
                    <a:pt x="1552" y="1516"/>
                  </a:lnTo>
                  <a:lnTo>
                    <a:pt x="1552" y="1518"/>
                  </a:lnTo>
                  <a:lnTo>
                    <a:pt x="1552" y="1520"/>
                  </a:lnTo>
                  <a:lnTo>
                    <a:pt x="1554" y="1530"/>
                  </a:lnTo>
                  <a:lnTo>
                    <a:pt x="1554" y="1534"/>
                  </a:lnTo>
                  <a:lnTo>
                    <a:pt x="1552" y="1536"/>
                  </a:lnTo>
                  <a:lnTo>
                    <a:pt x="1540" y="1540"/>
                  </a:lnTo>
                  <a:lnTo>
                    <a:pt x="1530" y="1542"/>
                  </a:lnTo>
                  <a:lnTo>
                    <a:pt x="1518" y="1540"/>
                  </a:lnTo>
                  <a:lnTo>
                    <a:pt x="1508" y="1536"/>
                  </a:lnTo>
                  <a:lnTo>
                    <a:pt x="1498" y="1532"/>
                  </a:lnTo>
                  <a:lnTo>
                    <a:pt x="1488" y="1530"/>
                  </a:lnTo>
                  <a:lnTo>
                    <a:pt x="1476" y="1528"/>
                  </a:lnTo>
                  <a:lnTo>
                    <a:pt x="1460" y="1526"/>
                  </a:lnTo>
                  <a:lnTo>
                    <a:pt x="1454" y="1524"/>
                  </a:lnTo>
                  <a:lnTo>
                    <a:pt x="1450" y="1524"/>
                  </a:lnTo>
                  <a:lnTo>
                    <a:pt x="1448" y="1526"/>
                  </a:lnTo>
                  <a:lnTo>
                    <a:pt x="1448" y="1528"/>
                  </a:lnTo>
                  <a:lnTo>
                    <a:pt x="1446" y="1532"/>
                  </a:lnTo>
                  <a:lnTo>
                    <a:pt x="1442" y="1534"/>
                  </a:lnTo>
                  <a:lnTo>
                    <a:pt x="1436" y="1534"/>
                  </a:lnTo>
                  <a:lnTo>
                    <a:pt x="1422" y="1534"/>
                  </a:lnTo>
                  <a:lnTo>
                    <a:pt x="1408" y="1534"/>
                  </a:lnTo>
                  <a:lnTo>
                    <a:pt x="1398" y="1538"/>
                  </a:lnTo>
                  <a:lnTo>
                    <a:pt x="1394" y="1542"/>
                  </a:lnTo>
                  <a:lnTo>
                    <a:pt x="1392" y="1544"/>
                  </a:lnTo>
                  <a:lnTo>
                    <a:pt x="1390" y="1548"/>
                  </a:lnTo>
                  <a:lnTo>
                    <a:pt x="1388" y="1550"/>
                  </a:lnTo>
                  <a:lnTo>
                    <a:pt x="1380" y="1552"/>
                  </a:lnTo>
                  <a:lnTo>
                    <a:pt x="1374" y="1554"/>
                  </a:lnTo>
                  <a:lnTo>
                    <a:pt x="1372" y="1558"/>
                  </a:lnTo>
                  <a:lnTo>
                    <a:pt x="1370" y="1562"/>
                  </a:lnTo>
                  <a:lnTo>
                    <a:pt x="1368" y="1572"/>
                  </a:lnTo>
                  <a:lnTo>
                    <a:pt x="1368" y="1580"/>
                  </a:lnTo>
                  <a:lnTo>
                    <a:pt x="1370" y="1588"/>
                  </a:lnTo>
                  <a:lnTo>
                    <a:pt x="1372" y="1594"/>
                  </a:lnTo>
                  <a:lnTo>
                    <a:pt x="1378" y="1604"/>
                  </a:lnTo>
                  <a:lnTo>
                    <a:pt x="1382" y="1610"/>
                  </a:lnTo>
                  <a:lnTo>
                    <a:pt x="1386" y="1614"/>
                  </a:lnTo>
                  <a:lnTo>
                    <a:pt x="1390" y="1614"/>
                  </a:lnTo>
                  <a:lnTo>
                    <a:pt x="1396" y="1614"/>
                  </a:lnTo>
                  <a:lnTo>
                    <a:pt x="1402" y="1610"/>
                  </a:lnTo>
                  <a:lnTo>
                    <a:pt x="1410" y="1606"/>
                  </a:lnTo>
                  <a:lnTo>
                    <a:pt x="1410" y="1608"/>
                  </a:lnTo>
                  <a:lnTo>
                    <a:pt x="1410" y="1610"/>
                  </a:lnTo>
                  <a:lnTo>
                    <a:pt x="1402" y="1640"/>
                  </a:lnTo>
                  <a:lnTo>
                    <a:pt x="1402" y="1646"/>
                  </a:lnTo>
                  <a:lnTo>
                    <a:pt x="1404" y="1654"/>
                  </a:lnTo>
                  <a:lnTo>
                    <a:pt x="1406" y="1668"/>
                  </a:lnTo>
                  <a:lnTo>
                    <a:pt x="1408" y="1676"/>
                  </a:lnTo>
                  <a:lnTo>
                    <a:pt x="1406" y="1682"/>
                  </a:lnTo>
                  <a:lnTo>
                    <a:pt x="1402" y="1686"/>
                  </a:lnTo>
                  <a:lnTo>
                    <a:pt x="1392" y="1692"/>
                  </a:lnTo>
                  <a:lnTo>
                    <a:pt x="1380" y="1694"/>
                  </a:lnTo>
                  <a:lnTo>
                    <a:pt x="1370" y="1694"/>
                  </a:lnTo>
                  <a:lnTo>
                    <a:pt x="1364" y="1690"/>
                  </a:lnTo>
                  <a:lnTo>
                    <a:pt x="1360" y="1684"/>
                  </a:lnTo>
                  <a:lnTo>
                    <a:pt x="1354" y="1672"/>
                  </a:lnTo>
                  <a:lnTo>
                    <a:pt x="1348" y="1666"/>
                  </a:lnTo>
                  <a:lnTo>
                    <a:pt x="1342" y="1662"/>
                  </a:lnTo>
                  <a:lnTo>
                    <a:pt x="1336" y="1660"/>
                  </a:lnTo>
                  <a:lnTo>
                    <a:pt x="1334" y="1656"/>
                  </a:lnTo>
                  <a:lnTo>
                    <a:pt x="1332" y="1652"/>
                  </a:lnTo>
                  <a:lnTo>
                    <a:pt x="1332" y="1650"/>
                  </a:lnTo>
                  <a:lnTo>
                    <a:pt x="1332" y="1648"/>
                  </a:lnTo>
                  <a:lnTo>
                    <a:pt x="1324" y="1648"/>
                  </a:lnTo>
                  <a:lnTo>
                    <a:pt x="1302" y="1656"/>
                  </a:lnTo>
                  <a:lnTo>
                    <a:pt x="1294" y="1660"/>
                  </a:lnTo>
                  <a:lnTo>
                    <a:pt x="1292" y="1664"/>
                  </a:lnTo>
                  <a:lnTo>
                    <a:pt x="1286" y="1674"/>
                  </a:lnTo>
                  <a:lnTo>
                    <a:pt x="1284" y="1678"/>
                  </a:lnTo>
                  <a:lnTo>
                    <a:pt x="1286" y="1684"/>
                  </a:lnTo>
                  <a:lnTo>
                    <a:pt x="1286" y="1688"/>
                  </a:lnTo>
                  <a:lnTo>
                    <a:pt x="1286" y="1690"/>
                  </a:lnTo>
                  <a:lnTo>
                    <a:pt x="1280" y="1694"/>
                  </a:lnTo>
                  <a:lnTo>
                    <a:pt x="1274" y="1700"/>
                  </a:lnTo>
                  <a:lnTo>
                    <a:pt x="1272" y="1704"/>
                  </a:lnTo>
                  <a:lnTo>
                    <a:pt x="1270" y="1710"/>
                  </a:lnTo>
                  <a:lnTo>
                    <a:pt x="1266" y="1720"/>
                  </a:lnTo>
                  <a:lnTo>
                    <a:pt x="1266" y="1732"/>
                  </a:lnTo>
                  <a:lnTo>
                    <a:pt x="1268" y="1752"/>
                  </a:lnTo>
                  <a:lnTo>
                    <a:pt x="1268" y="1766"/>
                  </a:lnTo>
                  <a:lnTo>
                    <a:pt x="1270" y="1772"/>
                  </a:lnTo>
                  <a:lnTo>
                    <a:pt x="1274" y="1776"/>
                  </a:lnTo>
                  <a:lnTo>
                    <a:pt x="1278" y="1782"/>
                  </a:lnTo>
                  <a:lnTo>
                    <a:pt x="1280" y="1790"/>
                  </a:lnTo>
                  <a:lnTo>
                    <a:pt x="1280" y="1804"/>
                  </a:lnTo>
                  <a:lnTo>
                    <a:pt x="1278" y="1806"/>
                  </a:lnTo>
                  <a:lnTo>
                    <a:pt x="1276" y="1808"/>
                  </a:lnTo>
                  <a:lnTo>
                    <a:pt x="1276" y="1816"/>
                  </a:lnTo>
                  <a:lnTo>
                    <a:pt x="1278" y="1818"/>
                  </a:lnTo>
                  <a:lnTo>
                    <a:pt x="1276" y="1822"/>
                  </a:lnTo>
                  <a:lnTo>
                    <a:pt x="1270" y="1824"/>
                  </a:lnTo>
                  <a:lnTo>
                    <a:pt x="1264" y="1826"/>
                  </a:lnTo>
                  <a:lnTo>
                    <a:pt x="1258" y="1824"/>
                  </a:lnTo>
                  <a:lnTo>
                    <a:pt x="1256" y="1824"/>
                  </a:lnTo>
                  <a:lnTo>
                    <a:pt x="1256" y="1822"/>
                  </a:lnTo>
                  <a:lnTo>
                    <a:pt x="1258" y="1816"/>
                  </a:lnTo>
                  <a:lnTo>
                    <a:pt x="1268" y="1804"/>
                  </a:lnTo>
                  <a:lnTo>
                    <a:pt x="1270" y="1800"/>
                  </a:lnTo>
                  <a:lnTo>
                    <a:pt x="1268" y="1800"/>
                  </a:lnTo>
                  <a:lnTo>
                    <a:pt x="1256" y="1814"/>
                  </a:lnTo>
                  <a:lnTo>
                    <a:pt x="1248" y="1820"/>
                  </a:lnTo>
                  <a:lnTo>
                    <a:pt x="1246" y="1822"/>
                  </a:lnTo>
                  <a:lnTo>
                    <a:pt x="1240" y="1820"/>
                  </a:lnTo>
                  <a:lnTo>
                    <a:pt x="1232" y="1820"/>
                  </a:lnTo>
                  <a:lnTo>
                    <a:pt x="1226" y="1822"/>
                  </a:lnTo>
                  <a:lnTo>
                    <a:pt x="1224" y="1824"/>
                  </a:lnTo>
                  <a:lnTo>
                    <a:pt x="1224" y="1830"/>
                  </a:lnTo>
                  <a:lnTo>
                    <a:pt x="1224" y="1836"/>
                  </a:lnTo>
                  <a:lnTo>
                    <a:pt x="1224" y="1840"/>
                  </a:lnTo>
                  <a:lnTo>
                    <a:pt x="1220" y="1846"/>
                  </a:lnTo>
                  <a:lnTo>
                    <a:pt x="1214" y="1852"/>
                  </a:lnTo>
                  <a:lnTo>
                    <a:pt x="1202" y="1858"/>
                  </a:lnTo>
                  <a:lnTo>
                    <a:pt x="1188" y="1860"/>
                  </a:lnTo>
                  <a:lnTo>
                    <a:pt x="1182" y="1858"/>
                  </a:lnTo>
                  <a:lnTo>
                    <a:pt x="1176" y="1856"/>
                  </a:lnTo>
                  <a:lnTo>
                    <a:pt x="1172" y="1854"/>
                  </a:lnTo>
                  <a:lnTo>
                    <a:pt x="1170" y="1848"/>
                  </a:lnTo>
                  <a:lnTo>
                    <a:pt x="1166" y="1836"/>
                  </a:lnTo>
                  <a:lnTo>
                    <a:pt x="1172" y="1840"/>
                  </a:lnTo>
                  <a:lnTo>
                    <a:pt x="1180" y="1844"/>
                  </a:lnTo>
                  <a:lnTo>
                    <a:pt x="1184" y="1844"/>
                  </a:lnTo>
                  <a:lnTo>
                    <a:pt x="1184" y="1842"/>
                  </a:lnTo>
                  <a:lnTo>
                    <a:pt x="1180" y="1840"/>
                  </a:lnTo>
                  <a:lnTo>
                    <a:pt x="1168" y="1832"/>
                  </a:lnTo>
                  <a:lnTo>
                    <a:pt x="1160" y="1828"/>
                  </a:lnTo>
                  <a:lnTo>
                    <a:pt x="1152" y="1828"/>
                  </a:lnTo>
                  <a:lnTo>
                    <a:pt x="1136" y="1832"/>
                  </a:lnTo>
                  <a:lnTo>
                    <a:pt x="1118" y="1836"/>
                  </a:lnTo>
                  <a:lnTo>
                    <a:pt x="1112" y="1838"/>
                  </a:lnTo>
                  <a:lnTo>
                    <a:pt x="1110" y="1840"/>
                  </a:lnTo>
                  <a:lnTo>
                    <a:pt x="1098" y="1844"/>
                  </a:lnTo>
                  <a:lnTo>
                    <a:pt x="1090" y="1848"/>
                  </a:lnTo>
                  <a:lnTo>
                    <a:pt x="1086" y="1850"/>
                  </a:lnTo>
                  <a:lnTo>
                    <a:pt x="1082" y="1856"/>
                  </a:lnTo>
                  <a:lnTo>
                    <a:pt x="1080" y="1858"/>
                  </a:lnTo>
                  <a:lnTo>
                    <a:pt x="1074" y="1862"/>
                  </a:lnTo>
                  <a:lnTo>
                    <a:pt x="1066" y="1864"/>
                  </a:lnTo>
                  <a:lnTo>
                    <a:pt x="1054" y="1868"/>
                  </a:lnTo>
                  <a:lnTo>
                    <a:pt x="1034" y="1874"/>
                  </a:lnTo>
                  <a:lnTo>
                    <a:pt x="1020" y="1880"/>
                  </a:lnTo>
                  <a:lnTo>
                    <a:pt x="1008" y="1884"/>
                  </a:lnTo>
                  <a:lnTo>
                    <a:pt x="1002" y="1884"/>
                  </a:lnTo>
                  <a:lnTo>
                    <a:pt x="996" y="1884"/>
                  </a:lnTo>
                  <a:lnTo>
                    <a:pt x="992" y="1882"/>
                  </a:lnTo>
                  <a:lnTo>
                    <a:pt x="986" y="1878"/>
                  </a:lnTo>
                  <a:lnTo>
                    <a:pt x="980" y="1870"/>
                  </a:lnTo>
                  <a:lnTo>
                    <a:pt x="978" y="1870"/>
                  </a:lnTo>
                  <a:lnTo>
                    <a:pt x="980" y="1874"/>
                  </a:lnTo>
                  <a:lnTo>
                    <a:pt x="984" y="1884"/>
                  </a:lnTo>
                  <a:lnTo>
                    <a:pt x="984" y="1886"/>
                  </a:lnTo>
                  <a:lnTo>
                    <a:pt x="984" y="1888"/>
                  </a:lnTo>
                  <a:lnTo>
                    <a:pt x="982" y="1888"/>
                  </a:lnTo>
                  <a:lnTo>
                    <a:pt x="982" y="1890"/>
                  </a:lnTo>
                  <a:lnTo>
                    <a:pt x="984" y="1890"/>
                  </a:lnTo>
                  <a:lnTo>
                    <a:pt x="988" y="1890"/>
                  </a:lnTo>
                  <a:lnTo>
                    <a:pt x="992" y="1888"/>
                  </a:lnTo>
                  <a:lnTo>
                    <a:pt x="996" y="1890"/>
                  </a:lnTo>
                  <a:lnTo>
                    <a:pt x="998" y="1892"/>
                  </a:lnTo>
                  <a:lnTo>
                    <a:pt x="1002" y="1892"/>
                  </a:lnTo>
                  <a:lnTo>
                    <a:pt x="1004" y="1890"/>
                  </a:lnTo>
                  <a:lnTo>
                    <a:pt x="1008" y="1890"/>
                  </a:lnTo>
                  <a:lnTo>
                    <a:pt x="1010" y="1894"/>
                  </a:lnTo>
                  <a:lnTo>
                    <a:pt x="1010" y="1900"/>
                  </a:lnTo>
                  <a:lnTo>
                    <a:pt x="1010" y="1902"/>
                  </a:lnTo>
                  <a:lnTo>
                    <a:pt x="1008" y="1902"/>
                  </a:lnTo>
                  <a:lnTo>
                    <a:pt x="1004" y="1900"/>
                  </a:lnTo>
                  <a:lnTo>
                    <a:pt x="998" y="1898"/>
                  </a:lnTo>
                  <a:lnTo>
                    <a:pt x="996" y="1898"/>
                  </a:lnTo>
                  <a:lnTo>
                    <a:pt x="986" y="1896"/>
                  </a:lnTo>
                  <a:lnTo>
                    <a:pt x="980" y="1892"/>
                  </a:lnTo>
                  <a:lnTo>
                    <a:pt x="980" y="1890"/>
                  </a:lnTo>
                  <a:lnTo>
                    <a:pt x="980" y="1886"/>
                  </a:lnTo>
                  <a:lnTo>
                    <a:pt x="980" y="1884"/>
                  </a:lnTo>
                  <a:lnTo>
                    <a:pt x="978" y="1882"/>
                  </a:lnTo>
                  <a:lnTo>
                    <a:pt x="976" y="1878"/>
                  </a:lnTo>
                  <a:lnTo>
                    <a:pt x="976" y="1872"/>
                  </a:lnTo>
                  <a:lnTo>
                    <a:pt x="976" y="1870"/>
                  </a:lnTo>
                  <a:lnTo>
                    <a:pt x="974" y="1870"/>
                  </a:lnTo>
                  <a:lnTo>
                    <a:pt x="970" y="1872"/>
                  </a:lnTo>
                  <a:lnTo>
                    <a:pt x="962" y="1872"/>
                  </a:lnTo>
                  <a:lnTo>
                    <a:pt x="958" y="1870"/>
                  </a:lnTo>
                  <a:lnTo>
                    <a:pt x="954" y="1868"/>
                  </a:lnTo>
                  <a:lnTo>
                    <a:pt x="950" y="1860"/>
                  </a:lnTo>
                  <a:lnTo>
                    <a:pt x="948" y="1856"/>
                  </a:lnTo>
                  <a:lnTo>
                    <a:pt x="946" y="1854"/>
                  </a:lnTo>
                  <a:lnTo>
                    <a:pt x="944" y="1854"/>
                  </a:lnTo>
                  <a:lnTo>
                    <a:pt x="938" y="1854"/>
                  </a:lnTo>
                  <a:lnTo>
                    <a:pt x="932" y="1852"/>
                  </a:lnTo>
                  <a:lnTo>
                    <a:pt x="930" y="1850"/>
                  </a:lnTo>
                  <a:lnTo>
                    <a:pt x="926" y="1850"/>
                  </a:lnTo>
                  <a:lnTo>
                    <a:pt x="924" y="1854"/>
                  </a:lnTo>
                  <a:lnTo>
                    <a:pt x="920" y="1862"/>
                  </a:lnTo>
                  <a:lnTo>
                    <a:pt x="912" y="1868"/>
                  </a:lnTo>
                  <a:lnTo>
                    <a:pt x="908" y="1870"/>
                  </a:lnTo>
                  <a:lnTo>
                    <a:pt x="900" y="1870"/>
                  </a:lnTo>
                  <a:lnTo>
                    <a:pt x="894" y="1872"/>
                  </a:lnTo>
                  <a:lnTo>
                    <a:pt x="890" y="1874"/>
                  </a:lnTo>
                  <a:lnTo>
                    <a:pt x="886" y="1880"/>
                  </a:lnTo>
                  <a:lnTo>
                    <a:pt x="884" y="1884"/>
                  </a:lnTo>
                  <a:lnTo>
                    <a:pt x="882" y="1884"/>
                  </a:lnTo>
                  <a:lnTo>
                    <a:pt x="878" y="1882"/>
                  </a:lnTo>
                  <a:lnTo>
                    <a:pt x="874" y="1880"/>
                  </a:lnTo>
                  <a:lnTo>
                    <a:pt x="870" y="1880"/>
                  </a:lnTo>
                  <a:lnTo>
                    <a:pt x="864" y="1882"/>
                  </a:lnTo>
                  <a:lnTo>
                    <a:pt x="860" y="1882"/>
                  </a:lnTo>
                  <a:lnTo>
                    <a:pt x="858" y="1882"/>
                  </a:lnTo>
                  <a:lnTo>
                    <a:pt x="856" y="1880"/>
                  </a:lnTo>
                  <a:lnTo>
                    <a:pt x="856" y="1878"/>
                  </a:lnTo>
                  <a:lnTo>
                    <a:pt x="858" y="1876"/>
                  </a:lnTo>
                  <a:lnTo>
                    <a:pt x="864" y="1872"/>
                  </a:lnTo>
                  <a:lnTo>
                    <a:pt x="870" y="1870"/>
                  </a:lnTo>
                  <a:lnTo>
                    <a:pt x="870" y="1868"/>
                  </a:lnTo>
                  <a:lnTo>
                    <a:pt x="870" y="1864"/>
                  </a:lnTo>
                  <a:lnTo>
                    <a:pt x="870" y="1862"/>
                  </a:lnTo>
                  <a:lnTo>
                    <a:pt x="870" y="1858"/>
                  </a:lnTo>
                  <a:lnTo>
                    <a:pt x="870" y="1856"/>
                  </a:lnTo>
                  <a:lnTo>
                    <a:pt x="862" y="1858"/>
                  </a:lnTo>
                  <a:lnTo>
                    <a:pt x="856" y="1860"/>
                  </a:lnTo>
                  <a:lnTo>
                    <a:pt x="852" y="1860"/>
                  </a:lnTo>
                  <a:lnTo>
                    <a:pt x="848" y="1860"/>
                  </a:lnTo>
                  <a:lnTo>
                    <a:pt x="846" y="1858"/>
                  </a:lnTo>
                  <a:lnTo>
                    <a:pt x="842" y="1854"/>
                  </a:lnTo>
                  <a:lnTo>
                    <a:pt x="840" y="1854"/>
                  </a:lnTo>
                  <a:lnTo>
                    <a:pt x="838" y="1854"/>
                  </a:lnTo>
                  <a:lnTo>
                    <a:pt x="834" y="1856"/>
                  </a:lnTo>
                  <a:lnTo>
                    <a:pt x="832" y="1854"/>
                  </a:lnTo>
                  <a:lnTo>
                    <a:pt x="830" y="1852"/>
                  </a:lnTo>
                  <a:lnTo>
                    <a:pt x="826" y="1850"/>
                  </a:lnTo>
                  <a:lnTo>
                    <a:pt x="822" y="1850"/>
                  </a:lnTo>
                  <a:lnTo>
                    <a:pt x="824" y="1848"/>
                  </a:lnTo>
                  <a:lnTo>
                    <a:pt x="826" y="1844"/>
                  </a:lnTo>
                  <a:lnTo>
                    <a:pt x="828" y="1842"/>
                  </a:lnTo>
                  <a:lnTo>
                    <a:pt x="826" y="1838"/>
                  </a:lnTo>
                  <a:lnTo>
                    <a:pt x="824" y="1834"/>
                  </a:lnTo>
                  <a:lnTo>
                    <a:pt x="822" y="1832"/>
                  </a:lnTo>
                  <a:lnTo>
                    <a:pt x="820" y="1834"/>
                  </a:lnTo>
                  <a:lnTo>
                    <a:pt x="816" y="1832"/>
                  </a:lnTo>
                  <a:lnTo>
                    <a:pt x="812" y="1830"/>
                  </a:lnTo>
                  <a:lnTo>
                    <a:pt x="808" y="1830"/>
                  </a:lnTo>
                  <a:lnTo>
                    <a:pt x="806" y="1832"/>
                  </a:lnTo>
                  <a:lnTo>
                    <a:pt x="802" y="1830"/>
                  </a:lnTo>
                  <a:lnTo>
                    <a:pt x="808" y="1826"/>
                  </a:lnTo>
                  <a:lnTo>
                    <a:pt x="810" y="1824"/>
                  </a:lnTo>
                  <a:lnTo>
                    <a:pt x="810" y="1826"/>
                  </a:lnTo>
                  <a:lnTo>
                    <a:pt x="812" y="1828"/>
                  </a:lnTo>
                  <a:lnTo>
                    <a:pt x="816" y="1828"/>
                  </a:lnTo>
                  <a:lnTo>
                    <a:pt x="818" y="1826"/>
                  </a:lnTo>
                  <a:lnTo>
                    <a:pt x="820" y="1826"/>
                  </a:lnTo>
                  <a:lnTo>
                    <a:pt x="824" y="1828"/>
                  </a:lnTo>
                  <a:lnTo>
                    <a:pt x="826" y="1826"/>
                  </a:lnTo>
                  <a:lnTo>
                    <a:pt x="828" y="1824"/>
                  </a:lnTo>
                  <a:lnTo>
                    <a:pt x="828" y="1822"/>
                  </a:lnTo>
                  <a:lnTo>
                    <a:pt x="822" y="1818"/>
                  </a:lnTo>
                  <a:lnTo>
                    <a:pt x="816" y="1814"/>
                  </a:lnTo>
                  <a:lnTo>
                    <a:pt x="812" y="1816"/>
                  </a:lnTo>
                  <a:lnTo>
                    <a:pt x="810" y="1818"/>
                  </a:lnTo>
                  <a:lnTo>
                    <a:pt x="806" y="1814"/>
                  </a:lnTo>
                  <a:lnTo>
                    <a:pt x="806" y="1812"/>
                  </a:lnTo>
                  <a:lnTo>
                    <a:pt x="806" y="1810"/>
                  </a:lnTo>
                  <a:lnTo>
                    <a:pt x="810" y="1808"/>
                  </a:lnTo>
                  <a:lnTo>
                    <a:pt x="812" y="1804"/>
                  </a:lnTo>
                  <a:lnTo>
                    <a:pt x="814" y="1804"/>
                  </a:lnTo>
                  <a:lnTo>
                    <a:pt x="812" y="1802"/>
                  </a:lnTo>
                  <a:lnTo>
                    <a:pt x="810" y="1798"/>
                  </a:lnTo>
                  <a:lnTo>
                    <a:pt x="810" y="1794"/>
                  </a:lnTo>
                  <a:lnTo>
                    <a:pt x="810" y="1792"/>
                  </a:lnTo>
                  <a:lnTo>
                    <a:pt x="808" y="1790"/>
                  </a:lnTo>
                  <a:lnTo>
                    <a:pt x="808" y="1788"/>
                  </a:lnTo>
                  <a:lnTo>
                    <a:pt x="808" y="1786"/>
                  </a:lnTo>
                  <a:lnTo>
                    <a:pt x="814" y="1784"/>
                  </a:lnTo>
                  <a:lnTo>
                    <a:pt x="818" y="1782"/>
                  </a:lnTo>
                  <a:lnTo>
                    <a:pt x="818" y="1780"/>
                  </a:lnTo>
                  <a:lnTo>
                    <a:pt x="818" y="1778"/>
                  </a:lnTo>
                  <a:lnTo>
                    <a:pt x="818" y="1776"/>
                  </a:lnTo>
                  <a:lnTo>
                    <a:pt x="822" y="1776"/>
                  </a:lnTo>
                  <a:lnTo>
                    <a:pt x="826" y="1774"/>
                  </a:lnTo>
                  <a:lnTo>
                    <a:pt x="826" y="1772"/>
                  </a:lnTo>
                  <a:lnTo>
                    <a:pt x="824" y="1768"/>
                  </a:lnTo>
                  <a:lnTo>
                    <a:pt x="820" y="1764"/>
                  </a:lnTo>
                  <a:lnTo>
                    <a:pt x="824" y="1766"/>
                  </a:lnTo>
                  <a:lnTo>
                    <a:pt x="828" y="1768"/>
                  </a:lnTo>
                  <a:lnTo>
                    <a:pt x="832" y="1768"/>
                  </a:lnTo>
                  <a:lnTo>
                    <a:pt x="834" y="1766"/>
                  </a:lnTo>
                  <a:lnTo>
                    <a:pt x="834" y="1764"/>
                  </a:lnTo>
                  <a:lnTo>
                    <a:pt x="834" y="1760"/>
                  </a:lnTo>
                  <a:lnTo>
                    <a:pt x="834" y="1750"/>
                  </a:lnTo>
                  <a:lnTo>
                    <a:pt x="836" y="1742"/>
                  </a:lnTo>
                  <a:lnTo>
                    <a:pt x="836" y="1740"/>
                  </a:lnTo>
                  <a:lnTo>
                    <a:pt x="840" y="1738"/>
                  </a:lnTo>
                  <a:lnTo>
                    <a:pt x="844" y="1738"/>
                  </a:lnTo>
                  <a:lnTo>
                    <a:pt x="844" y="1742"/>
                  </a:lnTo>
                  <a:lnTo>
                    <a:pt x="842" y="1744"/>
                  </a:lnTo>
                  <a:lnTo>
                    <a:pt x="842" y="1746"/>
                  </a:lnTo>
                  <a:lnTo>
                    <a:pt x="844" y="1748"/>
                  </a:lnTo>
                  <a:lnTo>
                    <a:pt x="848" y="1750"/>
                  </a:lnTo>
                  <a:lnTo>
                    <a:pt x="848" y="1748"/>
                  </a:lnTo>
                  <a:lnTo>
                    <a:pt x="850" y="1746"/>
                  </a:lnTo>
                  <a:lnTo>
                    <a:pt x="852" y="1746"/>
                  </a:lnTo>
                  <a:lnTo>
                    <a:pt x="854" y="1748"/>
                  </a:lnTo>
                  <a:lnTo>
                    <a:pt x="856" y="1746"/>
                  </a:lnTo>
                  <a:lnTo>
                    <a:pt x="858" y="1744"/>
                  </a:lnTo>
                  <a:lnTo>
                    <a:pt x="864" y="1732"/>
                  </a:lnTo>
                  <a:lnTo>
                    <a:pt x="864" y="1730"/>
                  </a:lnTo>
                  <a:lnTo>
                    <a:pt x="864" y="1728"/>
                  </a:lnTo>
                  <a:lnTo>
                    <a:pt x="858" y="1726"/>
                  </a:lnTo>
                  <a:lnTo>
                    <a:pt x="844" y="1724"/>
                  </a:lnTo>
                  <a:lnTo>
                    <a:pt x="840" y="1722"/>
                  </a:lnTo>
                  <a:lnTo>
                    <a:pt x="838" y="1722"/>
                  </a:lnTo>
                  <a:lnTo>
                    <a:pt x="840" y="1718"/>
                  </a:lnTo>
                  <a:lnTo>
                    <a:pt x="842" y="1714"/>
                  </a:lnTo>
                  <a:lnTo>
                    <a:pt x="840" y="1710"/>
                  </a:lnTo>
                  <a:lnTo>
                    <a:pt x="838" y="1706"/>
                  </a:lnTo>
                  <a:lnTo>
                    <a:pt x="838" y="1700"/>
                  </a:lnTo>
                  <a:lnTo>
                    <a:pt x="840" y="1690"/>
                  </a:lnTo>
                  <a:lnTo>
                    <a:pt x="842" y="1686"/>
                  </a:lnTo>
                  <a:lnTo>
                    <a:pt x="844" y="1684"/>
                  </a:lnTo>
                  <a:lnTo>
                    <a:pt x="846" y="1680"/>
                  </a:lnTo>
                  <a:lnTo>
                    <a:pt x="848" y="1676"/>
                  </a:lnTo>
                  <a:lnTo>
                    <a:pt x="848" y="1670"/>
                  </a:lnTo>
                  <a:lnTo>
                    <a:pt x="846" y="1662"/>
                  </a:lnTo>
                  <a:lnTo>
                    <a:pt x="844" y="1658"/>
                  </a:lnTo>
                  <a:lnTo>
                    <a:pt x="844" y="1656"/>
                  </a:lnTo>
                  <a:lnTo>
                    <a:pt x="846" y="1652"/>
                  </a:lnTo>
                  <a:lnTo>
                    <a:pt x="850" y="1648"/>
                  </a:lnTo>
                  <a:lnTo>
                    <a:pt x="850" y="1646"/>
                  </a:lnTo>
                  <a:lnTo>
                    <a:pt x="846" y="1646"/>
                  </a:lnTo>
                  <a:lnTo>
                    <a:pt x="844" y="1650"/>
                  </a:lnTo>
                  <a:lnTo>
                    <a:pt x="838" y="1654"/>
                  </a:lnTo>
                  <a:lnTo>
                    <a:pt x="830" y="1656"/>
                  </a:lnTo>
                  <a:lnTo>
                    <a:pt x="824" y="1658"/>
                  </a:lnTo>
                  <a:lnTo>
                    <a:pt x="822" y="1660"/>
                  </a:lnTo>
                  <a:lnTo>
                    <a:pt x="814" y="1672"/>
                  </a:lnTo>
                  <a:lnTo>
                    <a:pt x="810" y="1676"/>
                  </a:lnTo>
                  <a:lnTo>
                    <a:pt x="804" y="1680"/>
                  </a:lnTo>
                  <a:lnTo>
                    <a:pt x="796" y="1684"/>
                  </a:lnTo>
                  <a:lnTo>
                    <a:pt x="786" y="1686"/>
                  </a:lnTo>
                  <a:lnTo>
                    <a:pt x="776" y="1686"/>
                  </a:lnTo>
                  <a:lnTo>
                    <a:pt x="768" y="1690"/>
                  </a:lnTo>
                  <a:lnTo>
                    <a:pt x="762" y="1694"/>
                  </a:lnTo>
                  <a:lnTo>
                    <a:pt x="758" y="1700"/>
                  </a:lnTo>
                  <a:lnTo>
                    <a:pt x="754" y="1708"/>
                  </a:lnTo>
                  <a:lnTo>
                    <a:pt x="752" y="1718"/>
                  </a:lnTo>
                  <a:lnTo>
                    <a:pt x="748" y="1736"/>
                  </a:lnTo>
                  <a:lnTo>
                    <a:pt x="748" y="1752"/>
                  </a:lnTo>
                  <a:lnTo>
                    <a:pt x="750" y="1762"/>
                  </a:lnTo>
                  <a:lnTo>
                    <a:pt x="752" y="1770"/>
                  </a:lnTo>
                  <a:lnTo>
                    <a:pt x="750" y="1778"/>
                  </a:lnTo>
                  <a:lnTo>
                    <a:pt x="746" y="1784"/>
                  </a:lnTo>
                  <a:lnTo>
                    <a:pt x="748" y="1786"/>
                  </a:lnTo>
                  <a:lnTo>
                    <a:pt x="750" y="1786"/>
                  </a:lnTo>
                  <a:lnTo>
                    <a:pt x="754" y="1790"/>
                  </a:lnTo>
                  <a:lnTo>
                    <a:pt x="758" y="1792"/>
                  </a:lnTo>
                  <a:lnTo>
                    <a:pt x="758" y="1790"/>
                  </a:lnTo>
                  <a:lnTo>
                    <a:pt x="758" y="1788"/>
                  </a:lnTo>
                  <a:lnTo>
                    <a:pt x="762" y="1790"/>
                  </a:lnTo>
                  <a:lnTo>
                    <a:pt x="764" y="1792"/>
                  </a:lnTo>
                  <a:lnTo>
                    <a:pt x="768" y="1792"/>
                  </a:lnTo>
                  <a:lnTo>
                    <a:pt x="772" y="1796"/>
                  </a:lnTo>
                  <a:lnTo>
                    <a:pt x="772" y="1804"/>
                  </a:lnTo>
                  <a:lnTo>
                    <a:pt x="770" y="1810"/>
                  </a:lnTo>
                  <a:lnTo>
                    <a:pt x="768" y="1808"/>
                  </a:lnTo>
                  <a:lnTo>
                    <a:pt x="766" y="1806"/>
                  </a:lnTo>
                  <a:lnTo>
                    <a:pt x="764" y="1806"/>
                  </a:lnTo>
                  <a:lnTo>
                    <a:pt x="764" y="1810"/>
                  </a:lnTo>
                  <a:lnTo>
                    <a:pt x="764" y="1814"/>
                  </a:lnTo>
                  <a:lnTo>
                    <a:pt x="768" y="1812"/>
                  </a:lnTo>
                  <a:lnTo>
                    <a:pt x="770" y="1812"/>
                  </a:lnTo>
                  <a:lnTo>
                    <a:pt x="770" y="1814"/>
                  </a:lnTo>
                  <a:lnTo>
                    <a:pt x="770" y="1826"/>
                  </a:lnTo>
                  <a:lnTo>
                    <a:pt x="770" y="1830"/>
                  </a:lnTo>
                  <a:lnTo>
                    <a:pt x="774" y="1836"/>
                  </a:lnTo>
                  <a:lnTo>
                    <a:pt x="784" y="1848"/>
                  </a:lnTo>
                  <a:lnTo>
                    <a:pt x="786" y="1850"/>
                  </a:lnTo>
                  <a:lnTo>
                    <a:pt x="786" y="1852"/>
                  </a:lnTo>
                  <a:lnTo>
                    <a:pt x="782" y="1854"/>
                  </a:lnTo>
                  <a:lnTo>
                    <a:pt x="774" y="1856"/>
                  </a:lnTo>
                  <a:lnTo>
                    <a:pt x="772" y="1858"/>
                  </a:lnTo>
                  <a:lnTo>
                    <a:pt x="770" y="1860"/>
                  </a:lnTo>
                  <a:lnTo>
                    <a:pt x="770" y="1864"/>
                  </a:lnTo>
                  <a:lnTo>
                    <a:pt x="776" y="1864"/>
                  </a:lnTo>
                  <a:lnTo>
                    <a:pt x="780" y="1862"/>
                  </a:lnTo>
                  <a:lnTo>
                    <a:pt x="780" y="1864"/>
                  </a:lnTo>
                  <a:lnTo>
                    <a:pt x="778" y="1866"/>
                  </a:lnTo>
                  <a:lnTo>
                    <a:pt x="778" y="1870"/>
                  </a:lnTo>
                  <a:lnTo>
                    <a:pt x="778" y="1872"/>
                  </a:lnTo>
                  <a:lnTo>
                    <a:pt x="782" y="1874"/>
                  </a:lnTo>
                  <a:lnTo>
                    <a:pt x="786" y="1876"/>
                  </a:lnTo>
                  <a:lnTo>
                    <a:pt x="784" y="1878"/>
                  </a:lnTo>
                  <a:lnTo>
                    <a:pt x="780" y="1880"/>
                  </a:lnTo>
                  <a:lnTo>
                    <a:pt x="780" y="1882"/>
                  </a:lnTo>
                  <a:lnTo>
                    <a:pt x="782" y="1886"/>
                  </a:lnTo>
                  <a:lnTo>
                    <a:pt x="790" y="1886"/>
                  </a:lnTo>
                  <a:lnTo>
                    <a:pt x="798" y="1890"/>
                  </a:lnTo>
                  <a:lnTo>
                    <a:pt x="804" y="1894"/>
                  </a:lnTo>
                  <a:lnTo>
                    <a:pt x="804" y="1898"/>
                  </a:lnTo>
                  <a:lnTo>
                    <a:pt x="800" y="1896"/>
                  </a:lnTo>
                  <a:lnTo>
                    <a:pt x="794" y="1892"/>
                  </a:lnTo>
                  <a:lnTo>
                    <a:pt x="786" y="1890"/>
                  </a:lnTo>
                  <a:lnTo>
                    <a:pt x="780" y="1890"/>
                  </a:lnTo>
                  <a:lnTo>
                    <a:pt x="772" y="1888"/>
                  </a:lnTo>
                  <a:lnTo>
                    <a:pt x="770" y="1888"/>
                  </a:lnTo>
                  <a:lnTo>
                    <a:pt x="768" y="1890"/>
                  </a:lnTo>
                  <a:lnTo>
                    <a:pt x="768" y="1900"/>
                  </a:lnTo>
                  <a:lnTo>
                    <a:pt x="770" y="1910"/>
                  </a:lnTo>
                  <a:lnTo>
                    <a:pt x="768" y="1916"/>
                  </a:lnTo>
                  <a:lnTo>
                    <a:pt x="766" y="1918"/>
                  </a:lnTo>
                  <a:lnTo>
                    <a:pt x="764" y="1920"/>
                  </a:lnTo>
                  <a:lnTo>
                    <a:pt x="764" y="1918"/>
                  </a:lnTo>
                  <a:lnTo>
                    <a:pt x="764" y="1914"/>
                  </a:lnTo>
                  <a:lnTo>
                    <a:pt x="764" y="1908"/>
                  </a:lnTo>
                  <a:lnTo>
                    <a:pt x="764" y="1906"/>
                  </a:lnTo>
                  <a:lnTo>
                    <a:pt x="762" y="1904"/>
                  </a:lnTo>
                  <a:lnTo>
                    <a:pt x="758" y="1904"/>
                  </a:lnTo>
                  <a:lnTo>
                    <a:pt x="756" y="1906"/>
                  </a:lnTo>
                  <a:lnTo>
                    <a:pt x="756" y="1912"/>
                  </a:lnTo>
                  <a:lnTo>
                    <a:pt x="754" y="1916"/>
                  </a:lnTo>
                  <a:lnTo>
                    <a:pt x="750" y="1914"/>
                  </a:lnTo>
                  <a:lnTo>
                    <a:pt x="748" y="1912"/>
                  </a:lnTo>
                  <a:lnTo>
                    <a:pt x="748" y="1910"/>
                  </a:lnTo>
                  <a:lnTo>
                    <a:pt x="750" y="1904"/>
                  </a:lnTo>
                  <a:lnTo>
                    <a:pt x="748" y="1902"/>
                  </a:lnTo>
                  <a:lnTo>
                    <a:pt x="746" y="1900"/>
                  </a:lnTo>
                  <a:lnTo>
                    <a:pt x="742" y="1898"/>
                  </a:lnTo>
                  <a:lnTo>
                    <a:pt x="734" y="1898"/>
                  </a:lnTo>
                  <a:lnTo>
                    <a:pt x="720" y="1898"/>
                  </a:lnTo>
                  <a:lnTo>
                    <a:pt x="714" y="1900"/>
                  </a:lnTo>
                  <a:lnTo>
                    <a:pt x="710" y="1906"/>
                  </a:lnTo>
                  <a:lnTo>
                    <a:pt x="708" y="1914"/>
                  </a:lnTo>
                  <a:lnTo>
                    <a:pt x="706" y="1916"/>
                  </a:lnTo>
                  <a:lnTo>
                    <a:pt x="706" y="1920"/>
                  </a:lnTo>
                  <a:lnTo>
                    <a:pt x="710" y="1922"/>
                  </a:lnTo>
                  <a:lnTo>
                    <a:pt x="714" y="1922"/>
                  </a:lnTo>
                  <a:lnTo>
                    <a:pt x="714" y="1924"/>
                  </a:lnTo>
                  <a:lnTo>
                    <a:pt x="712" y="1926"/>
                  </a:lnTo>
                  <a:lnTo>
                    <a:pt x="708" y="1926"/>
                  </a:lnTo>
                  <a:lnTo>
                    <a:pt x="706" y="1926"/>
                  </a:lnTo>
                  <a:lnTo>
                    <a:pt x="700" y="1918"/>
                  </a:lnTo>
                  <a:lnTo>
                    <a:pt x="696" y="1914"/>
                  </a:lnTo>
                  <a:lnTo>
                    <a:pt x="688" y="1914"/>
                  </a:lnTo>
                  <a:lnTo>
                    <a:pt x="664" y="1918"/>
                  </a:lnTo>
                  <a:lnTo>
                    <a:pt x="654" y="1920"/>
                  </a:lnTo>
                  <a:lnTo>
                    <a:pt x="646" y="1924"/>
                  </a:lnTo>
                  <a:lnTo>
                    <a:pt x="640" y="1926"/>
                  </a:lnTo>
                  <a:lnTo>
                    <a:pt x="636" y="1930"/>
                  </a:lnTo>
                  <a:lnTo>
                    <a:pt x="634" y="1934"/>
                  </a:lnTo>
                  <a:lnTo>
                    <a:pt x="634" y="1938"/>
                  </a:lnTo>
                  <a:lnTo>
                    <a:pt x="634" y="1940"/>
                  </a:lnTo>
                  <a:lnTo>
                    <a:pt x="636" y="1940"/>
                  </a:lnTo>
                  <a:lnTo>
                    <a:pt x="638" y="1940"/>
                  </a:lnTo>
                  <a:lnTo>
                    <a:pt x="640" y="1942"/>
                  </a:lnTo>
                  <a:lnTo>
                    <a:pt x="640" y="1946"/>
                  </a:lnTo>
                  <a:lnTo>
                    <a:pt x="640" y="1950"/>
                  </a:lnTo>
                  <a:lnTo>
                    <a:pt x="642" y="1950"/>
                  </a:lnTo>
                  <a:lnTo>
                    <a:pt x="644" y="1952"/>
                  </a:lnTo>
                  <a:lnTo>
                    <a:pt x="646" y="1952"/>
                  </a:lnTo>
                  <a:lnTo>
                    <a:pt x="646" y="1954"/>
                  </a:lnTo>
                  <a:lnTo>
                    <a:pt x="646" y="1958"/>
                  </a:lnTo>
                  <a:lnTo>
                    <a:pt x="646" y="1962"/>
                  </a:lnTo>
                  <a:lnTo>
                    <a:pt x="648" y="1964"/>
                  </a:lnTo>
                  <a:lnTo>
                    <a:pt x="650" y="1966"/>
                  </a:lnTo>
                  <a:lnTo>
                    <a:pt x="654" y="1968"/>
                  </a:lnTo>
                  <a:lnTo>
                    <a:pt x="656" y="1972"/>
                  </a:lnTo>
                  <a:lnTo>
                    <a:pt x="654" y="1976"/>
                  </a:lnTo>
                  <a:lnTo>
                    <a:pt x="652" y="1980"/>
                  </a:lnTo>
                  <a:lnTo>
                    <a:pt x="648" y="1984"/>
                  </a:lnTo>
                  <a:lnTo>
                    <a:pt x="644" y="1986"/>
                  </a:lnTo>
                  <a:lnTo>
                    <a:pt x="638" y="1988"/>
                  </a:lnTo>
                  <a:lnTo>
                    <a:pt x="634" y="1986"/>
                  </a:lnTo>
                  <a:lnTo>
                    <a:pt x="628" y="1980"/>
                  </a:lnTo>
                  <a:lnTo>
                    <a:pt x="624" y="1974"/>
                  </a:lnTo>
                  <a:lnTo>
                    <a:pt x="624" y="1970"/>
                  </a:lnTo>
                  <a:lnTo>
                    <a:pt x="624" y="1968"/>
                  </a:lnTo>
                  <a:lnTo>
                    <a:pt x="626" y="1966"/>
                  </a:lnTo>
                  <a:lnTo>
                    <a:pt x="630" y="1964"/>
                  </a:lnTo>
                  <a:lnTo>
                    <a:pt x="634" y="1960"/>
                  </a:lnTo>
                  <a:lnTo>
                    <a:pt x="632" y="1958"/>
                  </a:lnTo>
                  <a:lnTo>
                    <a:pt x="628" y="1956"/>
                  </a:lnTo>
                  <a:lnTo>
                    <a:pt x="626" y="1952"/>
                  </a:lnTo>
                  <a:lnTo>
                    <a:pt x="626" y="1946"/>
                  </a:lnTo>
                  <a:lnTo>
                    <a:pt x="630" y="1942"/>
                  </a:lnTo>
                  <a:lnTo>
                    <a:pt x="630" y="1940"/>
                  </a:lnTo>
                  <a:lnTo>
                    <a:pt x="628" y="1940"/>
                  </a:lnTo>
                  <a:lnTo>
                    <a:pt x="618" y="1946"/>
                  </a:lnTo>
                  <a:lnTo>
                    <a:pt x="614" y="1944"/>
                  </a:lnTo>
                  <a:lnTo>
                    <a:pt x="612" y="1946"/>
                  </a:lnTo>
                  <a:lnTo>
                    <a:pt x="610" y="1954"/>
                  </a:lnTo>
                  <a:lnTo>
                    <a:pt x="606" y="1968"/>
                  </a:lnTo>
                  <a:lnTo>
                    <a:pt x="604" y="1978"/>
                  </a:lnTo>
                  <a:lnTo>
                    <a:pt x="600" y="1986"/>
                  </a:lnTo>
                  <a:lnTo>
                    <a:pt x="592" y="2000"/>
                  </a:lnTo>
                  <a:lnTo>
                    <a:pt x="588" y="2004"/>
                  </a:lnTo>
                  <a:lnTo>
                    <a:pt x="586" y="2004"/>
                  </a:lnTo>
                  <a:lnTo>
                    <a:pt x="586" y="2008"/>
                  </a:lnTo>
                  <a:lnTo>
                    <a:pt x="586" y="2010"/>
                  </a:lnTo>
                  <a:lnTo>
                    <a:pt x="584" y="2012"/>
                  </a:lnTo>
                  <a:lnTo>
                    <a:pt x="578" y="2014"/>
                  </a:lnTo>
                  <a:lnTo>
                    <a:pt x="572" y="2016"/>
                  </a:lnTo>
                  <a:lnTo>
                    <a:pt x="570" y="2018"/>
                  </a:lnTo>
                  <a:lnTo>
                    <a:pt x="572" y="2020"/>
                  </a:lnTo>
                  <a:lnTo>
                    <a:pt x="578" y="2024"/>
                  </a:lnTo>
                  <a:lnTo>
                    <a:pt x="586" y="2024"/>
                  </a:lnTo>
                  <a:lnTo>
                    <a:pt x="590" y="2026"/>
                  </a:lnTo>
                  <a:lnTo>
                    <a:pt x="584" y="2030"/>
                  </a:lnTo>
                  <a:lnTo>
                    <a:pt x="570" y="2026"/>
                  </a:lnTo>
                  <a:lnTo>
                    <a:pt x="564" y="2026"/>
                  </a:lnTo>
                  <a:lnTo>
                    <a:pt x="562" y="2028"/>
                  </a:lnTo>
                  <a:lnTo>
                    <a:pt x="562" y="2030"/>
                  </a:lnTo>
                  <a:lnTo>
                    <a:pt x="562" y="2032"/>
                  </a:lnTo>
                  <a:lnTo>
                    <a:pt x="568" y="2034"/>
                  </a:lnTo>
                  <a:lnTo>
                    <a:pt x="574" y="2036"/>
                  </a:lnTo>
                  <a:lnTo>
                    <a:pt x="580" y="2036"/>
                  </a:lnTo>
                  <a:lnTo>
                    <a:pt x="586" y="2036"/>
                  </a:lnTo>
                  <a:lnTo>
                    <a:pt x="588" y="2036"/>
                  </a:lnTo>
                  <a:lnTo>
                    <a:pt x="588" y="2038"/>
                  </a:lnTo>
                  <a:lnTo>
                    <a:pt x="588" y="2040"/>
                  </a:lnTo>
                  <a:lnTo>
                    <a:pt x="580" y="2042"/>
                  </a:lnTo>
                  <a:lnTo>
                    <a:pt x="576" y="2042"/>
                  </a:lnTo>
                  <a:lnTo>
                    <a:pt x="572" y="2042"/>
                  </a:lnTo>
                  <a:lnTo>
                    <a:pt x="566" y="2038"/>
                  </a:lnTo>
                  <a:lnTo>
                    <a:pt x="564" y="2038"/>
                  </a:lnTo>
                  <a:lnTo>
                    <a:pt x="558" y="2040"/>
                  </a:lnTo>
                  <a:lnTo>
                    <a:pt x="550" y="2044"/>
                  </a:lnTo>
                  <a:lnTo>
                    <a:pt x="540" y="2048"/>
                  </a:lnTo>
                  <a:lnTo>
                    <a:pt x="532" y="2054"/>
                  </a:lnTo>
                  <a:lnTo>
                    <a:pt x="524" y="2058"/>
                  </a:lnTo>
                  <a:lnTo>
                    <a:pt x="504" y="2060"/>
                  </a:lnTo>
                  <a:lnTo>
                    <a:pt x="492" y="2064"/>
                  </a:lnTo>
                  <a:lnTo>
                    <a:pt x="488" y="2068"/>
                  </a:lnTo>
                  <a:lnTo>
                    <a:pt x="486" y="2070"/>
                  </a:lnTo>
                  <a:lnTo>
                    <a:pt x="484" y="2074"/>
                  </a:lnTo>
                  <a:lnTo>
                    <a:pt x="484" y="2078"/>
                  </a:lnTo>
                  <a:lnTo>
                    <a:pt x="486" y="2086"/>
                  </a:lnTo>
                  <a:lnTo>
                    <a:pt x="484" y="2090"/>
                  </a:lnTo>
                  <a:lnTo>
                    <a:pt x="484" y="2094"/>
                  </a:lnTo>
                  <a:lnTo>
                    <a:pt x="486" y="2098"/>
                  </a:lnTo>
                  <a:lnTo>
                    <a:pt x="486" y="2100"/>
                  </a:lnTo>
                  <a:lnTo>
                    <a:pt x="484" y="2100"/>
                  </a:lnTo>
                  <a:lnTo>
                    <a:pt x="484" y="2102"/>
                  </a:lnTo>
                  <a:lnTo>
                    <a:pt x="486" y="2106"/>
                  </a:lnTo>
                  <a:lnTo>
                    <a:pt x="488" y="2108"/>
                  </a:lnTo>
                  <a:lnTo>
                    <a:pt x="486" y="2110"/>
                  </a:lnTo>
                  <a:lnTo>
                    <a:pt x="482" y="2112"/>
                  </a:lnTo>
                  <a:lnTo>
                    <a:pt x="480" y="2114"/>
                  </a:lnTo>
                  <a:lnTo>
                    <a:pt x="478" y="2118"/>
                  </a:lnTo>
                  <a:lnTo>
                    <a:pt x="472" y="2120"/>
                  </a:lnTo>
                  <a:lnTo>
                    <a:pt x="444" y="2132"/>
                  </a:lnTo>
                  <a:lnTo>
                    <a:pt x="434" y="2136"/>
                  </a:lnTo>
                  <a:lnTo>
                    <a:pt x="428" y="2140"/>
                  </a:lnTo>
                  <a:lnTo>
                    <a:pt x="426" y="2144"/>
                  </a:lnTo>
                  <a:lnTo>
                    <a:pt x="426" y="2146"/>
                  </a:lnTo>
                  <a:lnTo>
                    <a:pt x="426" y="2150"/>
                  </a:lnTo>
                  <a:lnTo>
                    <a:pt x="428" y="2152"/>
                  </a:lnTo>
                  <a:lnTo>
                    <a:pt x="432" y="2154"/>
                  </a:lnTo>
                  <a:lnTo>
                    <a:pt x="434" y="2154"/>
                  </a:lnTo>
                  <a:lnTo>
                    <a:pt x="432" y="2156"/>
                  </a:lnTo>
                  <a:lnTo>
                    <a:pt x="420" y="2162"/>
                  </a:lnTo>
                  <a:lnTo>
                    <a:pt x="416" y="2164"/>
                  </a:lnTo>
                  <a:lnTo>
                    <a:pt x="412" y="2164"/>
                  </a:lnTo>
                  <a:lnTo>
                    <a:pt x="402" y="2162"/>
                  </a:lnTo>
                  <a:lnTo>
                    <a:pt x="392" y="2158"/>
                  </a:lnTo>
                  <a:lnTo>
                    <a:pt x="384" y="2158"/>
                  </a:lnTo>
                  <a:lnTo>
                    <a:pt x="376" y="2160"/>
                  </a:lnTo>
                  <a:lnTo>
                    <a:pt x="374" y="2160"/>
                  </a:lnTo>
                  <a:lnTo>
                    <a:pt x="372" y="2156"/>
                  </a:lnTo>
                  <a:lnTo>
                    <a:pt x="372" y="2148"/>
                  </a:lnTo>
                  <a:lnTo>
                    <a:pt x="370" y="2142"/>
                  </a:lnTo>
                  <a:lnTo>
                    <a:pt x="368" y="2140"/>
                  </a:lnTo>
                  <a:lnTo>
                    <a:pt x="364" y="2140"/>
                  </a:lnTo>
                  <a:lnTo>
                    <a:pt x="356" y="2140"/>
                  </a:lnTo>
                  <a:lnTo>
                    <a:pt x="348" y="2140"/>
                  </a:lnTo>
                  <a:lnTo>
                    <a:pt x="346" y="2138"/>
                  </a:lnTo>
                  <a:lnTo>
                    <a:pt x="346" y="2142"/>
                  </a:lnTo>
                  <a:lnTo>
                    <a:pt x="348" y="2148"/>
                  </a:lnTo>
                  <a:lnTo>
                    <a:pt x="348" y="2152"/>
                  </a:lnTo>
                  <a:lnTo>
                    <a:pt x="348" y="2156"/>
                  </a:lnTo>
                  <a:lnTo>
                    <a:pt x="352" y="2160"/>
                  </a:lnTo>
                  <a:lnTo>
                    <a:pt x="356" y="2164"/>
                  </a:lnTo>
                  <a:lnTo>
                    <a:pt x="358" y="2172"/>
                  </a:lnTo>
                  <a:lnTo>
                    <a:pt x="360" y="2180"/>
                  </a:lnTo>
                  <a:lnTo>
                    <a:pt x="360" y="2188"/>
                  </a:lnTo>
                  <a:lnTo>
                    <a:pt x="360" y="2192"/>
                  </a:lnTo>
                  <a:lnTo>
                    <a:pt x="360" y="2194"/>
                  </a:lnTo>
                  <a:lnTo>
                    <a:pt x="362" y="2200"/>
                  </a:lnTo>
                  <a:lnTo>
                    <a:pt x="364" y="2202"/>
                  </a:lnTo>
                  <a:lnTo>
                    <a:pt x="358" y="2204"/>
                  </a:lnTo>
                  <a:lnTo>
                    <a:pt x="352" y="2204"/>
                  </a:lnTo>
                  <a:lnTo>
                    <a:pt x="350" y="2202"/>
                  </a:lnTo>
                  <a:lnTo>
                    <a:pt x="348" y="2198"/>
                  </a:lnTo>
                  <a:lnTo>
                    <a:pt x="346" y="2198"/>
                  </a:lnTo>
                  <a:lnTo>
                    <a:pt x="344" y="2198"/>
                  </a:lnTo>
                  <a:lnTo>
                    <a:pt x="344" y="2200"/>
                  </a:lnTo>
                  <a:lnTo>
                    <a:pt x="342" y="2202"/>
                  </a:lnTo>
                  <a:lnTo>
                    <a:pt x="338" y="2202"/>
                  </a:lnTo>
                  <a:lnTo>
                    <a:pt x="334" y="2202"/>
                  </a:lnTo>
                  <a:lnTo>
                    <a:pt x="332" y="2200"/>
                  </a:lnTo>
                  <a:lnTo>
                    <a:pt x="330" y="2198"/>
                  </a:lnTo>
                  <a:lnTo>
                    <a:pt x="326" y="2200"/>
                  </a:lnTo>
                  <a:lnTo>
                    <a:pt x="318" y="2206"/>
                  </a:lnTo>
                  <a:lnTo>
                    <a:pt x="314" y="2208"/>
                  </a:lnTo>
                  <a:lnTo>
                    <a:pt x="310" y="2206"/>
                  </a:lnTo>
                  <a:lnTo>
                    <a:pt x="302" y="2192"/>
                  </a:lnTo>
                  <a:lnTo>
                    <a:pt x="298" y="2186"/>
                  </a:lnTo>
                  <a:lnTo>
                    <a:pt x="296" y="2186"/>
                  </a:lnTo>
                  <a:lnTo>
                    <a:pt x="292" y="2188"/>
                  </a:lnTo>
                  <a:lnTo>
                    <a:pt x="286" y="2190"/>
                  </a:lnTo>
                  <a:lnTo>
                    <a:pt x="282" y="2190"/>
                  </a:lnTo>
                  <a:lnTo>
                    <a:pt x="280" y="2190"/>
                  </a:lnTo>
                  <a:lnTo>
                    <a:pt x="278" y="2194"/>
                  </a:lnTo>
                  <a:lnTo>
                    <a:pt x="278" y="2198"/>
                  </a:lnTo>
                  <a:lnTo>
                    <a:pt x="276" y="2200"/>
                  </a:lnTo>
                  <a:lnTo>
                    <a:pt x="270" y="2200"/>
                  </a:lnTo>
                  <a:lnTo>
                    <a:pt x="264" y="2198"/>
                  </a:lnTo>
                  <a:lnTo>
                    <a:pt x="260" y="2196"/>
                  </a:lnTo>
                  <a:lnTo>
                    <a:pt x="258" y="2198"/>
                  </a:lnTo>
                  <a:lnTo>
                    <a:pt x="250" y="2200"/>
                  </a:lnTo>
                  <a:lnTo>
                    <a:pt x="240" y="2202"/>
                  </a:lnTo>
                  <a:lnTo>
                    <a:pt x="234" y="2206"/>
                  </a:lnTo>
                  <a:lnTo>
                    <a:pt x="230" y="2212"/>
                  </a:lnTo>
                  <a:lnTo>
                    <a:pt x="230" y="2216"/>
                  </a:lnTo>
                  <a:lnTo>
                    <a:pt x="232" y="2218"/>
                  </a:lnTo>
                  <a:lnTo>
                    <a:pt x="236" y="2218"/>
                  </a:lnTo>
                  <a:lnTo>
                    <a:pt x="240" y="2218"/>
                  </a:lnTo>
                  <a:lnTo>
                    <a:pt x="244" y="2218"/>
                  </a:lnTo>
                  <a:lnTo>
                    <a:pt x="246" y="2220"/>
                  </a:lnTo>
                  <a:lnTo>
                    <a:pt x="242" y="2220"/>
                  </a:lnTo>
                  <a:lnTo>
                    <a:pt x="238" y="2222"/>
                  </a:lnTo>
                  <a:lnTo>
                    <a:pt x="238" y="2224"/>
                  </a:lnTo>
                  <a:lnTo>
                    <a:pt x="236" y="2226"/>
                  </a:lnTo>
                  <a:lnTo>
                    <a:pt x="238" y="2228"/>
                  </a:lnTo>
                  <a:lnTo>
                    <a:pt x="242" y="2228"/>
                  </a:lnTo>
                  <a:lnTo>
                    <a:pt x="246" y="2228"/>
                  </a:lnTo>
                  <a:lnTo>
                    <a:pt x="250" y="2230"/>
                  </a:lnTo>
                  <a:lnTo>
                    <a:pt x="246" y="2232"/>
                  </a:lnTo>
                  <a:lnTo>
                    <a:pt x="240" y="2234"/>
                  </a:lnTo>
                  <a:lnTo>
                    <a:pt x="234" y="2234"/>
                  </a:lnTo>
                  <a:lnTo>
                    <a:pt x="234" y="2236"/>
                  </a:lnTo>
                  <a:lnTo>
                    <a:pt x="236" y="2238"/>
                  </a:lnTo>
                  <a:lnTo>
                    <a:pt x="242" y="2244"/>
                  </a:lnTo>
                  <a:lnTo>
                    <a:pt x="244" y="2248"/>
                  </a:lnTo>
                  <a:lnTo>
                    <a:pt x="248" y="2250"/>
                  </a:lnTo>
                  <a:lnTo>
                    <a:pt x="252" y="2250"/>
                  </a:lnTo>
                  <a:lnTo>
                    <a:pt x="258" y="2248"/>
                  </a:lnTo>
                  <a:lnTo>
                    <a:pt x="264" y="2248"/>
                  </a:lnTo>
                  <a:lnTo>
                    <a:pt x="280" y="2254"/>
                  </a:lnTo>
                  <a:lnTo>
                    <a:pt x="286" y="2258"/>
                  </a:lnTo>
                  <a:lnTo>
                    <a:pt x="292" y="2260"/>
                  </a:lnTo>
                  <a:lnTo>
                    <a:pt x="296" y="2262"/>
                  </a:lnTo>
                  <a:lnTo>
                    <a:pt x="302" y="2262"/>
                  </a:lnTo>
                  <a:lnTo>
                    <a:pt x="306" y="2262"/>
                  </a:lnTo>
                  <a:lnTo>
                    <a:pt x="306" y="2266"/>
                  </a:lnTo>
                  <a:lnTo>
                    <a:pt x="306" y="2268"/>
                  </a:lnTo>
                  <a:lnTo>
                    <a:pt x="314" y="2268"/>
                  </a:lnTo>
                  <a:lnTo>
                    <a:pt x="318" y="2268"/>
                  </a:lnTo>
                  <a:lnTo>
                    <a:pt x="322" y="2268"/>
                  </a:lnTo>
                  <a:lnTo>
                    <a:pt x="324" y="2270"/>
                  </a:lnTo>
                  <a:lnTo>
                    <a:pt x="322" y="2272"/>
                  </a:lnTo>
                  <a:lnTo>
                    <a:pt x="320" y="2276"/>
                  </a:lnTo>
                  <a:lnTo>
                    <a:pt x="320" y="2280"/>
                  </a:lnTo>
                  <a:lnTo>
                    <a:pt x="322" y="2282"/>
                  </a:lnTo>
                  <a:lnTo>
                    <a:pt x="330" y="2282"/>
                  </a:lnTo>
                  <a:lnTo>
                    <a:pt x="334" y="2282"/>
                  </a:lnTo>
                  <a:lnTo>
                    <a:pt x="334" y="2286"/>
                  </a:lnTo>
                  <a:lnTo>
                    <a:pt x="332" y="2290"/>
                  </a:lnTo>
                  <a:lnTo>
                    <a:pt x="334" y="2290"/>
                  </a:lnTo>
                  <a:lnTo>
                    <a:pt x="336" y="2292"/>
                  </a:lnTo>
                  <a:lnTo>
                    <a:pt x="340" y="2292"/>
                  </a:lnTo>
                  <a:lnTo>
                    <a:pt x="342" y="2294"/>
                  </a:lnTo>
                  <a:lnTo>
                    <a:pt x="342" y="2298"/>
                  </a:lnTo>
                  <a:lnTo>
                    <a:pt x="338" y="2300"/>
                  </a:lnTo>
                  <a:lnTo>
                    <a:pt x="336" y="2302"/>
                  </a:lnTo>
                  <a:lnTo>
                    <a:pt x="336" y="2306"/>
                  </a:lnTo>
                  <a:lnTo>
                    <a:pt x="340" y="2314"/>
                  </a:lnTo>
                  <a:lnTo>
                    <a:pt x="348" y="2324"/>
                  </a:lnTo>
                  <a:lnTo>
                    <a:pt x="358" y="2332"/>
                  </a:lnTo>
                  <a:lnTo>
                    <a:pt x="368" y="2336"/>
                  </a:lnTo>
                  <a:lnTo>
                    <a:pt x="374" y="2338"/>
                  </a:lnTo>
                  <a:lnTo>
                    <a:pt x="376" y="2338"/>
                  </a:lnTo>
                  <a:lnTo>
                    <a:pt x="374" y="2342"/>
                  </a:lnTo>
                  <a:lnTo>
                    <a:pt x="374" y="2346"/>
                  </a:lnTo>
                  <a:lnTo>
                    <a:pt x="376" y="2348"/>
                  </a:lnTo>
                  <a:lnTo>
                    <a:pt x="378" y="2352"/>
                  </a:lnTo>
                  <a:lnTo>
                    <a:pt x="378" y="2360"/>
                  </a:lnTo>
                  <a:lnTo>
                    <a:pt x="376" y="2364"/>
                  </a:lnTo>
                  <a:lnTo>
                    <a:pt x="374" y="2366"/>
                  </a:lnTo>
                  <a:lnTo>
                    <a:pt x="370" y="2368"/>
                  </a:lnTo>
                  <a:lnTo>
                    <a:pt x="370" y="2370"/>
                  </a:lnTo>
                  <a:lnTo>
                    <a:pt x="378" y="2376"/>
                  </a:lnTo>
                  <a:lnTo>
                    <a:pt x="388" y="2382"/>
                  </a:lnTo>
                  <a:lnTo>
                    <a:pt x="392" y="2388"/>
                  </a:lnTo>
                  <a:lnTo>
                    <a:pt x="394" y="2396"/>
                  </a:lnTo>
                  <a:lnTo>
                    <a:pt x="394" y="2402"/>
                  </a:lnTo>
                  <a:lnTo>
                    <a:pt x="394" y="2404"/>
                  </a:lnTo>
                  <a:lnTo>
                    <a:pt x="392" y="2398"/>
                  </a:lnTo>
                  <a:lnTo>
                    <a:pt x="388" y="2388"/>
                  </a:lnTo>
                  <a:lnTo>
                    <a:pt x="384" y="2384"/>
                  </a:lnTo>
                  <a:lnTo>
                    <a:pt x="380" y="2382"/>
                  </a:lnTo>
                  <a:lnTo>
                    <a:pt x="378" y="2390"/>
                  </a:lnTo>
                  <a:lnTo>
                    <a:pt x="372" y="2410"/>
                  </a:lnTo>
                  <a:lnTo>
                    <a:pt x="370" y="2426"/>
                  </a:lnTo>
                  <a:lnTo>
                    <a:pt x="372" y="2428"/>
                  </a:lnTo>
                  <a:lnTo>
                    <a:pt x="374" y="2426"/>
                  </a:lnTo>
                  <a:lnTo>
                    <a:pt x="376" y="2426"/>
                  </a:lnTo>
                  <a:lnTo>
                    <a:pt x="378" y="2426"/>
                  </a:lnTo>
                  <a:lnTo>
                    <a:pt x="378" y="2430"/>
                  </a:lnTo>
                  <a:lnTo>
                    <a:pt x="376" y="2432"/>
                  </a:lnTo>
                  <a:lnTo>
                    <a:pt x="374" y="2432"/>
                  </a:lnTo>
                  <a:lnTo>
                    <a:pt x="372" y="2436"/>
                  </a:lnTo>
                  <a:lnTo>
                    <a:pt x="370" y="2460"/>
                  </a:lnTo>
                  <a:lnTo>
                    <a:pt x="366" y="2480"/>
                  </a:lnTo>
                  <a:lnTo>
                    <a:pt x="362" y="2492"/>
                  </a:lnTo>
                  <a:lnTo>
                    <a:pt x="358" y="2500"/>
                  </a:lnTo>
                  <a:lnTo>
                    <a:pt x="352" y="2502"/>
                  </a:lnTo>
                  <a:lnTo>
                    <a:pt x="342" y="2506"/>
                  </a:lnTo>
                  <a:lnTo>
                    <a:pt x="334" y="2506"/>
                  </a:lnTo>
                  <a:lnTo>
                    <a:pt x="326" y="2504"/>
                  </a:lnTo>
                  <a:lnTo>
                    <a:pt x="314" y="2500"/>
                  </a:lnTo>
                  <a:lnTo>
                    <a:pt x="308" y="2500"/>
                  </a:lnTo>
                  <a:lnTo>
                    <a:pt x="300" y="2502"/>
                  </a:lnTo>
                  <a:lnTo>
                    <a:pt x="286" y="2498"/>
                  </a:lnTo>
                  <a:lnTo>
                    <a:pt x="278" y="2496"/>
                  </a:lnTo>
                  <a:lnTo>
                    <a:pt x="270" y="2496"/>
                  </a:lnTo>
                  <a:lnTo>
                    <a:pt x="252" y="2498"/>
                  </a:lnTo>
                  <a:lnTo>
                    <a:pt x="232" y="2498"/>
                  </a:lnTo>
                  <a:lnTo>
                    <a:pt x="220" y="2498"/>
                  </a:lnTo>
                  <a:lnTo>
                    <a:pt x="206" y="2494"/>
                  </a:lnTo>
                  <a:lnTo>
                    <a:pt x="192" y="2490"/>
                  </a:lnTo>
                  <a:lnTo>
                    <a:pt x="182" y="2490"/>
                  </a:lnTo>
                  <a:lnTo>
                    <a:pt x="172" y="2492"/>
                  </a:lnTo>
                  <a:lnTo>
                    <a:pt x="154" y="2492"/>
                  </a:lnTo>
                  <a:lnTo>
                    <a:pt x="142" y="2492"/>
                  </a:lnTo>
                  <a:lnTo>
                    <a:pt x="134" y="2490"/>
                  </a:lnTo>
                  <a:lnTo>
                    <a:pt x="120" y="2486"/>
                  </a:lnTo>
                  <a:lnTo>
                    <a:pt x="110" y="2482"/>
                  </a:lnTo>
                  <a:lnTo>
                    <a:pt x="104" y="2484"/>
                  </a:lnTo>
                  <a:lnTo>
                    <a:pt x="98" y="2486"/>
                  </a:lnTo>
                  <a:lnTo>
                    <a:pt x="92" y="2490"/>
                  </a:lnTo>
                  <a:lnTo>
                    <a:pt x="88" y="2492"/>
                  </a:lnTo>
                  <a:lnTo>
                    <a:pt x="86" y="2500"/>
                  </a:lnTo>
                  <a:lnTo>
                    <a:pt x="86" y="2504"/>
                  </a:lnTo>
                  <a:lnTo>
                    <a:pt x="82" y="2506"/>
                  </a:lnTo>
                  <a:lnTo>
                    <a:pt x="78" y="2506"/>
                  </a:lnTo>
                  <a:lnTo>
                    <a:pt x="72" y="2506"/>
                  </a:lnTo>
                  <a:lnTo>
                    <a:pt x="66" y="2508"/>
                  </a:lnTo>
                  <a:lnTo>
                    <a:pt x="54" y="2516"/>
                  </a:lnTo>
                  <a:lnTo>
                    <a:pt x="50" y="2520"/>
                  </a:lnTo>
                  <a:lnTo>
                    <a:pt x="48" y="2524"/>
                  </a:lnTo>
                  <a:lnTo>
                    <a:pt x="48" y="2528"/>
                  </a:lnTo>
                  <a:lnTo>
                    <a:pt x="50" y="2530"/>
                  </a:lnTo>
                  <a:lnTo>
                    <a:pt x="54" y="2534"/>
                  </a:lnTo>
                  <a:lnTo>
                    <a:pt x="56" y="2540"/>
                  </a:lnTo>
                  <a:lnTo>
                    <a:pt x="58" y="2546"/>
                  </a:lnTo>
                  <a:lnTo>
                    <a:pt x="60" y="2552"/>
                  </a:lnTo>
                  <a:lnTo>
                    <a:pt x="64" y="2560"/>
                  </a:lnTo>
                  <a:lnTo>
                    <a:pt x="64" y="2570"/>
                  </a:lnTo>
                  <a:lnTo>
                    <a:pt x="64" y="2578"/>
                  </a:lnTo>
                  <a:lnTo>
                    <a:pt x="66" y="2588"/>
                  </a:lnTo>
                  <a:lnTo>
                    <a:pt x="64" y="2594"/>
                  </a:lnTo>
                  <a:lnTo>
                    <a:pt x="66" y="2596"/>
                  </a:lnTo>
                  <a:lnTo>
                    <a:pt x="68" y="2600"/>
                  </a:lnTo>
                  <a:lnTo>
                    <a:pt x="66" y="2602"/>
                  </a:lnTo>
                  <a:lnTo>
                    <a:pt x="66" y="2606"/>
                  </a:lnTo>
                  <a:lnTo>
                    <a:pt x="66" y="2612"/>
                  </a:lnTo>
                  <a:lnTo>
                    <a:pt x="74" y="2628"/>
                  </a:lnTo>
                  <a:lnTo>
                    <a:pt x="74" y="2632"/>
                  </a:lnTo>
                  <a:lnTo>
                    <a:pt x="74" y="2640"/>
                  </a:lnTo>
                  <a:lnTo>
                    <a:pt x="70" y="2654"/>
                  </a:lnTo>
                  <a:lnTo>
                    <a:pt x="66" y="2670"/>
                  </a:lnTo>
                  <a:lnTo>
                    <a:pt x="64" y="2680"/>
                  </a:lnTo>
                  <a:lnTo>
                    <a:pt x="66" y="2684"/>
                  </a:lnTo>
                  <a:lnTo>
                    <a:pt x="64" y="2688"/>
                  </a:lnTo>
                  <a:lnTo>
                    <a:pt x="60" y="2694"/>
                  </a:lnTo>
                  <a:lnTo>
                    <a:pt x="56" y="2708"/>
                  </a:lnTo>
                  <a:lnTo>
                    <a:pt x="54" y="2716"/>
                  </a:lnTo>
                  <a:lnTo>
                    <a:pt x="50" y="2720"/>
                  </a:lnTo>
                  <a:lnTo>
                    <a:pt x="46" y="2724"/>
                  </a:lnTo>
                  <a:lnTo>
                    <a:pt x="44" y="2726"/>
                  </a:lnTo>
                  <a:lnTo>
                    <a:pt x="44" y="2730"/>
                  </a:lnTo>
                  <a:lnTo>
                    <a:pt x="44" y="2734"/>
                  </a:lnTo>
                  <a:lnTo>
                    <a:pt x="44" y="2740"/>
                  </a:lnTo>
                  <a:lnTo>
                    <a:pt x="40" y="2750"/>
                  </a:lnTo>
                  <a:lnTo>
                    <a:pt x="38" y="2756"/>
                  </a:lnTo>
                  <a:lnTo>
                    <a:pt x="38" y="2760"/>
                  </a:lnTo>
                  <a:lnTo>
                    <a:pt x="40" y="2762"/>
                  </a:lnTo>
                  <a:lnTo>
                    <a:pt x="44" y="2764"/>
                  </a:lnTo>
                  <a:lnTo>
                    <a:pt x="52" y="2764"/>
                  </a:lnTo>
                  <a:lnTo>
                    <a:pt x="50" y="2766"/>
                  </a:lnTo>
                  <a:lnTo>
                    <a:pt x="50" y="2770"/>
                  </a:lnTo>
                  <a:lnTo>
                    <a:pt x="50" y="2772"/>
                  </a:lnTo>
                  <a:lnTo>
                    <a:pt x="50" y="2776"/>
                  </a:lnTo>
                  <a:lnTo>
                    <a:pt x="50" y="2778"/>
                  </a:lnTo>
                  <a:lnTo>
                    <a:pt x="52" y="2778"/>
                  </a:lnTo>
                  <a:lnTo>
                    <a:pt x="58" y="2776"/>
                  </a:lnTo>
                  <a:lnTo>
                    <a:pt x="64" y="2778"/>
                  </a:lnTo>
                  <a:lnTo>
                    <a:pt x="66" y="2780"/>
                  </a:lnTo>
                  <a:lnTo>
                    <a:pt x="66" y="2782"/>
                  </a:lnTo>
                  <a:lnTo>
                    <a:pt x="68" y="2788"/>
                  </a:lnTo>
                  <a:lnTo>
                    <a:pt x="66" y="2794"/>
                  </a:lnTo>
                  <a:lnTo>
                    <a:pt x="64" y="2804"/>
                  </a:lnTo>
                  <a:lnTo>
                    <a:pt x="66" y="2810"/>
                  </a:lnTo>
                  <a:lnTo>
                    <a:pt x="66" y="2820"/>
                  </a:lnTo>
                  <a:lnTo>
                    <a:pt x="62" y="2842"/>
                  </a:lnTo>
                  <a:lnTo>
                    <a:pt x="60" y="2856"/>
                  </a:lnTo>
                  <a:lnTo>
                    <a:pt x="62" y="2856"/>
                  </a:lnTo>
                  <a:lnTo>
                    <a:pt x="64" y="2856"/>
                  </a:lnTo>
                  <a:lnTo>
                    <a:pt x="68" y="2852"/>
                  </a:lnTo>
                  <a:lnTo>
                    <a:pt x="72" y="2850"/>
                  </a:lnTo>
                  <a:lnTo>
                    <a:pt x="80" y="2850"/>
                  </a:lnTo>
                  <a:lnTo>
                    <a:pt x="92" y="2854"/>
                  </a:lnTo>
                  <a:lnTo>
                    <a:pt x="104" y="2858"/>
                  </a:lnTo>
                  <a:lnTo>
                    <a:pt x="110" y="2856"/>
                  </a:lnTo>
                  <a:lnTo>
                    <a:pt x="114" y="2852"/>
                  </a:lnTo>
                  <a:lnTo>
                    <a:pt x="124" y="2846"/>
                  </a:lnTo>
                  <a:lnTo>
                    <a:pt x="130" y="2844"/>
                  </a:lnTo>
                  <a:lnTo>
                    <a:pt x="136" y="2844"/>
                  </a:lnTo>
                  <a:lnTo>
                    <a:pt x="142" y="2846"/>
                  </a:lnTo>
                  <a:lnTo>
                    <a:pt x="148" y="2850"/>
                  </a:lnTo>
                  <a:lnTo>
                    <a:pt x="158" y="2858"/>
                  </a:lnTo>
                  <a:lnTo>
                    <a:pt x="160" y="2862"/>
                  </a:lnTo>
                  <a:lnTo>
                    <a:pt x="162" y="2866"/>
                  </a:lnTo>
                  <a:lnTo>
                    <a:pt x="162" y="2874"/>
                  </a:lnTo>
                  <a:lnTo>
                    <a:pt x="166" y="2882"/>
                  </a:lnTo>
                  <a:lnTo>
                    <a:pt x="174" y="2892"/>
                  </a:lnTo>
                  <a:lnTo>
                    <a:pt x="182" y="2902"/>
                  </a:lnTo>
                  <a:lnTo>
                    <a:pt x="190" y="2908"/>
                  </a:lnTo>
                  <a:lnTo>
                    <a:pt x="196" y="2910"/>
                  </a:lnTo>
                  <a:lnTo>
                    <a:pt x="198" y="2910"/>
                  </a:lnTo>
                  <a:lnTo>
                    <a:pt x="202" y="2906"/>
                  </a:lnTo>
                  <a:lnTo>
                    <a:pt x="206" y="2902"/>
                  </a:lnTo>
                  <a:lnTo>
                    <a:pt x="208" y="2898"/>
                  </a:lnTo>
                  <a:lnTo>
                    <a:pt x="212" y="2892"/>
                  </a:lnTo>
                  <a:lnTo>
                    <a:pt x="214" y="2888"/>
                  </a:lnTo>
                  <a:lnTo>
                    <a:pt x="218" y="2886"/>
                  </a:lnTo>
                  <a:lnTo>
                    <a:pt x="228" y="2884"/>
                  </a:lnTo>
                  <a:lnTo>
                    <a:pt x="236" y="2884"/>
                  </a:lnTo>
                  <a:lnTo>
                    <a:pt x="238" y="2882"/>
                  </a:lnTo>
                  <a:lnTo>
                    <a:pt x="240" y="2880"/>
                  </a:lnTo>
                  <a:lnTo>
                    <a:pt x="246" y="2874"/>
                  </a:lnTo>
                  <a:lnTo>
                    <a:pt x="254" y="2868"/>
                  </a:lnTo>
                  <a:lnTo>
                    <a:pt x="264" y="2868"/>
                  </a:lnTo>
                  <a:lnTo>
                    <a:pt x="270" y="2868"/>
                  </a:lnTo>
                  <a:lnTo>
                    <a:pt x="276" y="2870"/>
                  </a:lnTo>
                  <a:lnTo>
                    <a:pt x="284" y="2872"/>
                  </a:lnTo>
                  <a:lnTo>
                    <a:pt x="292" y="2874"/>
                  </a:lnTo>
                  <a:lnTo>
                    <a:pt x="310" y="2870"/>
                  </a:lnTo>
                  <a:lnTo>
                    <a:pt x="322" y="2868"/>
                  </a:lnTo>
                  <a:lnTo>
                    <a:pt x="328" y="2866"/>
                  </a:lnTo>
                  <a:lnTo>
                    <a:pt x="332" y="2868"/>
                  </a:lnTo>
                  <a:lnTo>
                    <a:pt x="336" y="2870"/>
                  </a:lnTo>
                  <a:lnTo>
                    <a:pt x="340" y="2866"/>
                  </a:lnTo>
                  <a:lnTo>
                    <a:pt x="346" y="2852"/>
                  </a:lnTo>
                  <a:lnTo>
                    <a:pt x="350" y="2844"/>
                  </a:lnTo>
                  <a:lnTo>
                    <a:pt x="356" y="2836"/>
                  </a:lnTo>
                  <a:lnTo>
                    <a:pt x="364" y="2830"/>
                  </a:lnTo>
                  <a:lnTo>
                    <a:pt x="374" y="2828"/>
                  </a:lnTo>
                  <a:lnTo>
                    <a:pt x="390" y="2826"/>
                  </a:lnTo>
                  <a:lnTo>
                    <a:pt x="392" y="2824"/>
                  </a:lnTo>
                  <a:lnTo>
                    <a:pt x="390" y="2818"/>
                  </a:lnTo>
                  <a:lnTo>
                    <a:pt x="392" y="2808"/>
                  </a:lnTo>
                  <a:lnTo>
                    <a:pt x="396" y="2798"/>
                  </a:lnTo>
                  <a:lnTo>
                    <a:pt x="402" y="2788"/>
                  </a:lnTo>
                  <a:lnTo>
                    <a:pt x="410" y="2780"/>
                  </a:lnTo>
                  <a:lnTo>
                    <a:pt x="424" y="2768"/>
                  </a:lnTo>
                  <a:lnTo>
                    <a:pt x="428" y="2764"/>
                  </a:lnTo>
                  <a:lnTo>
                    <a:pt x="430" y="2760"/>
                  </a:lnTo>
                  <a:lnTo>
                    <a:pt x="428" y="2756"/>
                  </a:lnTo>
                  <a:lnTo>
                    <a:pt x="422" y="2752"/>
                  </a:lnTo>
                  <a:lnTo>
                    <a:pt x="416" y="2746"/>
                  </a:lnTo>
                  <a:lnTo>
                    <a:pt x="412" y="2740"/>
                  </a:lnTo>
                  <a:lnTo>
                    <a:pt x="410" y="2734"/>
                  </a:lnTo>
                  <a:lnTo>
                    <a:pt x="410" y="2724"/>
                  </a:lnTo>
                  <a:lnTo>
                    <a:pt x="412" y="2714"/>
                  </a:lnTo>
                  <a:lnTo>
                    <a:pt x="418" y="2702"/>
                  </a:lnTo>
                  <a:lnTo>
                    <a:pt x="424" y="2690"/>
                  </a:lnTo>
                  <a:lnTo>
                    <a:pt x="438" y="2670"/>
                  </a:lnTo>
                  <a:lnTo>
                    <a:pt x="446" y="2664"/>
                  </a:lnTo>
                  <a:lnTo>
                    <a:pt x="450" y="2660"/>
                  </a:lnTo>
                  <a:lnTo>
                    <a:pt x="460" y="2656"/>
                  </a:lnTo>
                  <a:lnTo>
                    <a:pt x="460" y="2654"/>
                  </a:lnTo>
                  <a:lnTo>
                    <a:pt x="460" y="2652"/>
                  </a:lnTo>
                  <a:lnTo>
                    <a:pt x="454" y="2648"/>
                  </a:lnTo>
                  <a:lnTo>
                    <a:pt x="454" y="2646"/>
                  </a:lnTo>
                  <a:lnTo>
                    <a:pt x="454" y="2642"/>
                  </a:lnTo>
                  <a:lnTo>
                    <a:pt x="458" y="2638"/>
                  </a:lnTo>
                  <a:lnTo>
                    <a:pt x="466" y="2634"/>
                  </a:lnTo>
                  <a:lnTo>
                    <a:pt x="484" y="2628"/>
                  </a:lnTo>
                  <a:lnTo>
                    <a:pt x="502" y="2624"/>
                  </a:lnTo>
                  <a:lnTo>
                    <a:pt x="508" y="2620"/>
                  </a:lnTo>
                  <a:lnTo>
                    <a:pt x="510" y="2616"/>
                  </a:lnTo>
                  <a:lnTo>
                    <a:pt x="514" y="2612"/>
                  </a:lnTo>
                  <a:lnTo>
                    <a:pt x="520" y="2608"/>
                  </a:lnTo>
                  <a:lnTo>
                    <a:pt x="536" y="2600"/>
                  </a:lnTo>
                  <a:lnTo>
                    <a:pt x="544" y="2596"/>
                  </a:lnTo>
                  <a:lnTo>
                    <a:pt x="550" y="2590"/>
                  </a:lnTo>
                  <a:lnTo>
                    <a:pt x="552" y="2584"/>
                  </a:lnTo>
                  <a:lnTo>
                    <a:pt x="552" y="2580"/>
                  </a:lnTo>
                  <a:lnTo>
                    <a:pt x="550" y="2576"/>
                  </a:lnTo>
                  <a:lnTo>
                    <a:pt x="550" y="2572"/>
                  </a:lnTo>
                  <a:lnTo>
                    <a:pt x="550" y="2570"/>
                  </a:lnTo>
                  <a:lnTo>
                    <a:pt x="554" y="2566"/>
                  </a:lnTo>
                  <a:lnTo>
                    <a:pt x="556" y="2566"/>
                  </a:lnTo>
                  <a:lnTo>
                    <a:pt x="556" y="2562"/>
                  </a:lnTo>
                  <a:lnTo>
                    <a:pt x="554" y="2560"/>
                  </a:lnTo>
                  <a:lnTo>
                    <a:pt x="548" y="2554"/>
                  </a:lnTo>
                  <a:lnTo>
                    <a:pt x="548" y="2542"/>
                  </a:lnTo>
                  <a:lnTo>
                    <a:pt x="548" y="2536"/>
                  </a:lnTo>
                  <a:lnTo>
                    <a:pt x="548" y="2532"/>
                  </a:lnTo>
                  <a:lnTo>
                    <a:pt x="548" y="2524"/>
                  </a:lnTo>
                  <a:lnTo>
                    <a:pt x="548" y="2518"/>
                  </a:lnTo>
                  <a:lnTo>
                    <a:pt x="550" y="2514"/>
                  </a:lnTo>
                  <a:lnTo>
                    <a:pt x="556" y="2510"/>
                  </a:lnTo>
                  <a:lnTo>
                    <a:pt x="564" y="2508"/>
                  </a:lnTo>
                  <a:lnTo>
                    <a:pt x="572" y="2502"/>
                  </a:lnTo>
                  <a:lnTo>
                    <a:pt x="584" y="2494"/>
                  </a:lnTo>
                  <a:lnTo>
                    <a:pt x="586" y="2494"/>
                  </a:lnTo>
                  <a:lnTo>
                    <a:pt x="588" y="2494"/>
                  </a:lnTo>
                  <a:lnTo>
                    <a:pt x="590" y="2498"/>
                  </a:lnTo>
                  <a:lnTo>
                    <a:pt x="592" y="2500"/>
                  </a:lnTo>
                  <a:lnTo>
                    <a:pt x="598" y="2502"/>
                  </a:lnTo>
                  <a:lnTo>
                    <a:pt x="604" y="2502"/>
                  </a:lnTo>
                  <a:lnTo>
                    <a:pt x="608" y="2504"/>
                  </a:lnTo>
                  <a:lnTo>
                    <a:pt x="610" y="2506"/>
                  </a:lnTo>
                  <a:lnTo>
                    <a:pt x="616" y="2506"/>
                  </a:lnTo>
                  <a:lnTo>
                    <a:pt x="626" y="2504"/>
                  </a:lnTo>
                  <a:lnTo>
                    <a:pt x="630" y="2504"/>
                  </a:lnTo>
                  <a:lnTo>
                    <a:pt x="634" y="2506"/>
                  </a:lnTo>
                  <a:lnTo>
                    <a:pt x="640" y="2512"/>
                  </a:lnTo>
                  <a:lnTo>
                    <a:pt x="644" y="2516"/>
                  </a:lnTo>
                  <a:lnTo>
                    <a:pt x="646" y="2516"/>
                  </a:lnTo>
                  <a:lnTo>
                    <a:pt x="650" y="2514"/>
                  </a:lnTo>
                  <a:lnTo>
                    <a:pt x="654" y="2516"/>
                  </a:lnTo>
                  <a:lnTo>
                    <a:pt x="656" y="2518"/>
                  </a:lnTo>
                  <a:lnTo>
                    <a:pt x="660" y="2520"/>
                  </a:lnTo>
                  <a:lnTo>
                    <a:pt x="664" y="2520"/>
                  </a:lnTo>
                  <a:lnTo>
                    <a:pt x="678" y="2518"/>
                  </a:lnTo>
                  <a:lnTo>
                    <a:pt x="690" y="2512"/>
                  </a:lnTo>
                  <a:lnTo>
                    <a:pt x="692" y="2508"/>
                  </a:lnTo>
                  <a:lnTo>
                    <a:pt x="694" y="2506"/>
                  </a:lnTo>
                  <a:lnTo>
                    <a:pt x="694" y="2502"/>
                  </a:lnTo>
                  <a:lnTo>
                    <a:pt x="696" y="2500"/>
                  </a:lnTo>
                  <a:lnTo>
                    <a:pt x="704" y="2494"/>
                  </a:lnTo>
                  <a:lnTo>
                    <a:pt x="726" y="2482"/>
                  </a:lnTo>
                  <a:lnTo>
                    <a:pt x="738" y="2476"/>
                  </a:lnTo>
                  <a:lnTo>
                    <a:pt x="748" y="2472"/>
                  </a:lnTo>
                  <a:lnTo>
                    <a:pt x="754" y="2466"/>
                  </a:lnTo>
                  <a:lnTo>
                    <a:pt x="758" y="2462"/>
                  </a:lnTo>
                  <a:lnTo>
                    <a:pt x="762" y="2452"/>
                  </a:lnTo>
                  <a:lnTo>
                    <a:pt x="766" y="2448"/>
                  </a:lnTo>
                  <a:lnTo>
                    <a:pt x="774" y="2444"/>
                  </a:lnTo>
                  <a:lnTo>
                    <a:pt x="780" y="2444"/>
                  </a:lnTo>
                  <a:lnTo>
                    <a:pt x="786" y="2444"/>
                  </a:lnTo>
                  <a:lnTo>
                    <a:pt x="792" y="2448"/>
                  </a:lnTo>
                  <a:lnTo>
                    <a:pt x="798" y="2454"/>
                  </a:lnTo>
                  <a:lnTo>
                    <a:pt x="808" y="2462"/>
                  </a:lnTo>
                  <a:lnTo>
                    <a:pt x="814" y="2466"/>
                  </a:lnTo>
                  <a:lnTo>
                    <a:pt x="820" y="2466"/>
                  </a:lnTo>
                  <a:lnTo>
                    <a:pt x="826" y="2466"/>
                  </a:lnTo>
                  <a:lnTo>
                    <a:pt x="830" y="2468"/>
                  </a:lnTo>
                  <a:lnTo>
                    <a:pt x="832" y="2474"/>
                  </a:lnTo>
                  <a:lnTo>
                    <a:pt x="834" y="2480"/>
                  </a:lnTo>
                  <a:lnTo>
                    <a:pt x="836" y="2494"/>
                  </a:lnTo>
                  <a:lnTo>
                    <a:pt x="838" y="2500"/>
                  </a:lnTo>
                  <a:lnTo>
                    <a:pt x="842" y="2504"/>
                  </a:lnTo>
                  <a:lnTo>
                    <a:pt x="844" y="2508"/>
                  </a:lnTo>
                  <a:lnTo>
                    <a:pt x="846" y="2512"/>
                  </a:lnTo>
                  <a:lnTo>
                    <a:pt x="846" y="2518"/>
                  </a:lnTo>
                  <a:lnTo>
                    <a:pt x="846" y="2522"/>
                  </a:lnTo>
                  <a:lnTo>
                    <a:pt x="846" y="2526"/>
                  </a:lnTo>
                  <a:lnTo>
                    <a:pt x="848" y="2530"/>
                  </a:lnTo>
                  <a:lnTo>
                    <a:pt x="854" y="2536"/>
                  </a:lnTo>
                  <a:lnTo>
                    <a:pt x="870" y="2546"/>
                  </a:lnTo>
                  <a:lnTo>
                    <a:pt x="872" y="2550"/>
                  </a:lnTo>
                  <a:lnTo>
                    <a:pt x="872" y="2556"/>
                  </a:lnTo>
                  <a:lnTo>
                    <a:pt x="872" y="2560"/>
                  </a:lnTo>
                  <a:lnTo>
                    <a:pt x="874" y="2562"/>
                  </a:lnTo>
                  <a:lnTo>
                    <a:pt x="882" y="2564"/>
                  </a:lnTo>
                  <a:lnTo>
                    <a:pt x="890" y="2566"/>
                  </a:lnTo>
                  <a:lnTo>
                    <a:pt x="894" y="2570"/>
                  </a:lnTo>
                  <a:lnTo>
                    <a:pt x="898" y="2576"/>
                  </a:lnTo>
                  <a:lnTo>
                    <a:pt x="902" y="2584"/>
                  </a:lnTo>
                  <a:lnTo>
                    <a:pt x="906" y="2586"/>
                  </a:lnTo>
                  <a:lnTo>
                    <a:pt x="910" y="2588"/>
                  </a:lnTo>
                  <a:lnTo>
                    <a:pt x="920" y="2598"/>
                  </a:lnTo>
                  <a:lnTo>
                    <a:pt x="932" y="2612"/>
                  </a:lnTo>
                  <a:lnTo>
                    <a:pt x="944" y="2620"/>
                  </a:lnTo>
                  <a:lnTo>
                    <a:pt x="956" y="2624"/>
                  </a:lnTo>
                  <a:lnTo>
                    <a:pt x="970" y="2624"/>
                  </a:lnTo>
                  <a:lnTo>
                    <a:pt x="974" y="2626"/>
                  </a:lnTo>
                  <a:lnTo>
                    <a:pt x="978" y="2628"/>
                  </a:lnTo>
                  <a:lnTo>
                    <a:pt x="982" y="2638"/>
                  </a:lnTo>
                  <a:lnTo>
                    <a:pt x="988" y="2646"/>
                  </a:lnTo>
                  <a:lnTo>
                    <a:pt x="990" y="2650"/>
                  </a:lnTo>
                  <a:lnTo>
                    <a:pt x="996" y="2650"/>
                  </a:lnTo>
                  <a:lnTo>
                    <a:pt x="1002" y="2650"/>
                  </a:lnTo>
                  <a:lnTo>
                    <a:pt x="1004" y="2650"/>
                  </a:lnTo>
                  <a:lnTo>
                    <a:pt x="1004" y="2656"/>
                  </a:lnTo>
                  <a:lnTo>
                    <a:pt x="1002" y="2658"/>
                  </a:lnTo>
                  <a:lnTo>
                    <a:pt x="1004" y="2658"/>
                  </a:lnTo>
                  <a:lnTo>
                    <a:pt x="1006" y="2660"/>
                  </a:lnTo>
                  <a:lnTo>
                    <a:pt x="1012" y="2658"/>
                  </a:lnTo>
                  <a:lnTo>
                    <a:pt x="1018" y="2658"/>
                  </a:lnTo>
                  <a:lnTo>
                    <a:pt x="1020" y="2660"/>
                  </a:lnTo>
                  <a:lnTo>
                    <a:pt x="1022" y="2662"/>
                  </a:lnTo>
                  <a:lnTo>
                    <a:pt x="1022" y="2666"/>
                  </a:lnTo>
                  <a:lnTo>
                    <a:pt x="1022" y="2674"/>
                  </a:lnTo>
                  <a:lnTo>
                    <a:pt x="1024" y="2680"/>
                  </a:lnTo>
                  <a:lnTo>
                    <a:pt x="1030" y="2684"/>
                  </a:lnTo>
                  <a:lnTo>
                    <a:pt x="1040" y="2690"/>
                  </a:lnTo>
                  <a:lnTo>
                    <a:pt x="1050" y="2694"/>
                  </a:lnTo>
                  <a:lnTo>
                    <a:pt x="1054" y="2698"/>
                  </a:lnTo>
                  <a:lnTo>
                    <a:pt x="1058" y="2702"/>
                  </a:lnTo>
                  <a:lnTo>
                    <a:pt x="1062" y="2710"/>
                  </a:lnTo>
                  <a:lnTo>
                    <a:pt x="1066" y="2720"/>
                  </a:lnTo>
                  <a:lnTo>
                    <a:pt x="1070" y="2740"/>
                  </a:lnTo>
                  <a:lnTo>
                    <a:pt x="1072" y="2752"/>
                  </a:lnTo>
                  <a:lnTo>
                    <a:pt x="1072" y="2758"/>
                  </a:lnTo>
                  <a:lnTo>
                    <a:pt x="1066" y="2762"/>
                  </a:lnTo>
                  <a:lnTo>
                    <a:pt x="1064" y="2768"/>
                  </a:lnTo>
                  <a:lnTo>
                    <a:pt x="1064" y="2772"/>
                  </a:lnTo>
                  <a:lnTo>
                    <a:pt x="1062" y="2776"/>
                  </a:lnTo>
                  <a:lnTo>
                    <a:pt x="1060" y="2784"/>
                  </a:lnTo>
                  <a:lnTo>
                    <a:pt x="1054" y="2790"/>
                  </a:lnTo>
                  <a:lnTo>
                    <a:pt x="1052" y="2796"/>
                  </a:lnTo>
                  <a:lnTo>
                    <a:pt x="1054" y="2802"/>
                  </a:lnTo>
                  <a:lnTo>
                    <a:pt x="1058" y="2806"/>
                  </a:lnTo>
                  <a:lnTo>
                    <a:pt x="1064" y="2808"/>
                  </a:lnTo>
                  <a:lnTo>
                    <a:pt x="1068" y="2808"/>
                  </a:lnTo>
                  <a:lnTo>
                    <a:pt x="1070" y="2806"/>
                  </a:lnTo>
                  <a:lnTo>
                    <a:pt x="1072" y="2804"/>
                  </a:lnTo>
                  <a:lnTo>
                    <a:pt x="1076" y="2794"/>
                  </a:lnTo>
                  <a:lnTo>
                    <a:pt x="1084" y="2784"/>
                  </a:lnTo>
                  <a:lnTo>
                    <a:pt x="1088" y="2780"/>
                  </a:lnTo>
                  <a:lnTo>
                    <a:pt x="1090" y="2776"/>
                  </a:lnTo>
                  <a:lnTo>
                    <a:pt x="1092" y="2768"/>
                  </a:lnTo>
                  <a:lnTo>
                    <a:pt x="1096" y="2760"/>
                  </a:lnTo>
                  <a:lnTo>
                    <a:pt x="1098" y="2756"/>
                  </a:lnTo>
                  <a:lnTo>
                    <a:pt x="1104" y="2752"/>
                  </a:lnTo>
                  <a:lnTo>
                    <a:pt x="1110" y="2748"/>
                  </a:lnTo>
                  <a:lnTo>
                    <a:pt x="1114" y="2742"/>
                  </a:lnTo>
                  <a:lnTo>
                    <a:pt x="1116" y="2738"/>
                  </a:lnTo>
                  <a:lnTo>
                    <a:pt x="1114" y="2732"/>
                  </a:lnTo>
                  <a:lnTo>
                    <a:pt x="1112" y="2726"/>
                  </a:lnTo>
                  <a:lnTo>
                    <a:pt x="1108" y="2722"/>
                  </a:lnTo>
                  <a:lnTo>
                    <a:pt x="1104" y="2718"/>
                  </a:lnTo>
                  <a:lnTo>
                    <a:pt x="1098" y="2716"/>
                  </a:lnTo>
                  <a:lnTo>
                    <a:pt x="1090" y="2712"/>
                  </a:lnTo>
                  <a:lnTo>
                    <a:pt x="1086" y="2708"/>
                  </a:lnTo>
                  <a:lnTo>
                    <a:pt x="1086" y="2704"/>
                  </a:lnTo>
                  <a:lnTo>
                    <a:pt x="1090" y="2698"/>
                  </a:lnTo>
                  <a:lnTo>
                    <a:pt x="1092" y="2692"/>
                  </a:lnTo>
                  <a:lnTo>
                    <a:pt x="1094" y="2684"/>
                  </a:lnTo>
                  <a:lnTo>
                    <a:pt x="1096" y="2676"/>
                  </a:lnTo>
                  <a:lnTo>
                    <a:pt x="1100" y="2672"/>
                  </a:lnTo>
                  <a:lnTo>
                    <a:pt x="1104" y="2670"/>
                  </a:lnTo>
                  <a:lnTo>
                    <a:pt x="1112" y="2666"/>
                  </a:lnTo>
                  <a:lnTo>
                    <a:pt x="1116" y="2668"/>
                  </a:lnTo>
                  <a:lnTo>
                    <a:pt x="1124" y="2670"/>
                  </a:lnTo>
                  <a:lnTo>
                    <a:pt x="1134" y="2672"/>
                  </a:lnTo>
                  <a:lnTo>
                    <a:pt x="1140" y="2674"/>
                  </a:lnTo>
                  <a:lnTo>
                    <a:pt x="1144" y="2678"/>
                  </a:lnTo>
                  <a:lnTo>
                    <a:pt x="1148" y="2688"/>
                  </a:lnTo>
                  <a:lnTo>
                    <a:pt x="1150" y="2696"/>
                  </a:lnTo>
                  <a:lnTo>
                    <a:pt x="1154" y="2700"/>
                  </a:lnTo>
                  <a:lnTo>
                    <a:pt x="1158" y="2702"/>
                  </a:lnTo>
                  <a:lnTo>
                    <a:pt x="1166" y="2702"/>
                  </a:lnTo>
                  <a:lnTo>
                    <a:pt x="1166" y="2700"/>
                  </a:lnTo>
                  <a:lnTo>
                    <a:pt x="1166" y="2696"/>
                  </a:lnTo>
                  <a:lnTo>
                    <a:pt x="1168" y="2688"/>
                  </a:lnTo>
                  <a:lnTo>
                    <a:pt x="1168" y="2684"/>
                  </a:lnTo>
                  <a:lnTo>
                    <a:pt x="1168" y="2678"/>
                  </a:lnTo>
                  <a:lnTo>
                    <a:pt x="1166" y="2674"/>
                  </a:lnTo>
                  <a:lnTo>
                    <a:pt x="1162" y="2670"/>
                  </a:lnTo>
                  <a:lnTo>
                    <a:pt x="1152" y="2662"/>
                  </a:lnTo>
                  <a:lnTo>
                    <a:pt x="1142" y="2654"/>
                  </a:lnTo>
                  <a:lnTo>
                    <a:pt x="1126" y="2646"/>
                  </a:lnTo>
                  <a:lnTo>
                    <a:pt x="1120" y="2642"/>
                  </a:lnTo>
                  <a:lnTo>
                    <a:pt x="1114" y="2636"/>
                  </a:lnTo>
                  <a:lnTo>
                    <a:pt x="1110" y="2632"/>
                  </a:lnTo>
                  <a:lnTo>
                    <a:pt x="1102" y="2628"/>
                  </a:lnTo>
                  <a:lnTo>
                    <a:pt x="1082" y="2620"/>
                  </a:lnTo>
                  <a:lnTo>
                    <a:pt x="1074" y="2616"/>
                  </a:lnTo>
                  <a:lnTo>
                    <a:pt x="1068" y="2610"/>
                  </a:lnTo>
                  <a:lnTo>
                    <a:pt x="1066" y="2606"/>
                  </a:lnTo>
                  <a:lnTo>
                    <a:pt x="1066" y="2602"/>
                  </a:lnTo>
                  <a:lnTo>
                    <a:pt x="1070" y="2600"/>
                  </a:lnTo>
                  <a:lnTo>
                    <a:pt x="1074" y="2594"/>
                  </a:lnTo>
                  <a:lnTo>
                    <a:pt x="1076" y="2592"/>
                  </a:lnTo>
                  <a:lnTo>
                    <a:pt x="1074" y="2590"/>
                  </a:lnTo>
                  <a:lnTo>
                    <a:pt x="1068" y="2588"/>
                  </a:lnTo>
                  <a:lnTo>
                    <a:pt x="1060" y="2586"/>
                  </a:lnTo>
                  <a:lnTo>
                    <a:pt x="1036" y="2584"/>
                  </a:lnTo>
                  <a:lnTo>
                    <a:pt x="1026" y="2580"/>
                  </a:lnTo>
                  <a:lnTo>
                    <a:pt x="1016" y="2576"/>
                  </a:lnTo>
                  <a:lnTo>
                    <a:pt x="1002" y="2560"/>
                  </a:lnTo>
                  <a:lnTo>
                    <a:pt x="990" y="2544"/>
                  </a:lnTo>
                  <a:lnTo>
                    <a:pt x="984" y="2530"/>
                  </a:lnTo>
                  <a:lnTo>
                    <a:pt x="978" y="2518"/>
                  </a:lnTo>
                  <a:lnTo>
                    <a:pt x="974" y="2498"/>
                  </a:lnTo>
                  <a:lnTo>
                    <a:pt x="970" y="2492"/>
                  </a:lnTo>
                  <a:lnTo>
                    <a:pt x="966" y="2490"/>
                  </a:lnTo>
                  <a:lnTo>
                    <a:pt x="958" y="2488"/>
                  </a:lnTo>
                  <a:lnTo>
                    <a:pt x="950" y="2484"/>
                  </a:lnTo>
                  <a:lnTo>
                    <a:pt x="944" y="2476"/>
                  </a:lnTo>
                  <a:lnTo>
                    <a:pt x="934" y="2468"/>
                  </a:lnTo>
                  <a:lnTo>
                    <a:pt x="928" y="2462"/>
                  </a:lnTo>
                  <a:lnTo>
                    <a:pt x="922" y="2456"/>
                  </a:lnTo>
                  <a:lnTo>
                    <a:pt x="920" y="2448"/>
                  </a:lnTo>
                  <a:lnTo>
                    <a:pt x="918" y="2442"/>
                  </a:lnTo>
                  <a:lnTo>
                    <a:pt x="916" y="2434"/>
                  </a:lnTo>
                  <a:lnTo>
                    <a:pt x="918" y="2428"/>
                  </a:lnTo>
                  <a:lnTo>
                    <a:pt x="920" y="2424"/>
                  </a:lnTo>
                  <a:lnTo>
                    <a:pt x="922" y="2422"/>
                  </a:lnTo>
                  <a:lnTo>
                    <a:pt x="926" y="2420"/>
                  </a:lnTo>
                  <a:lnTo>
                    <a:pt x="928" y="2418"/>
                  </a:lnTo>
                  <a:lnTo>
                    <a:pt x="926" y="2414"/>
                  </a:lnTo>
                  <a:lnTo>
                    <a:pt x="918" y="2400"/>
                  </a:lnTo>
                  <a:lnTo>
                    <a:pt x="914" y="2394"/>
                  </a:lnTo>
                  <a:lnTo>
                    <a:pt x="916" y="2388"/>
                  </a:lnTo>
                  <a:lnTo>
                    <a:pt x="920" y="2384"/>
                  </a:lnTo>
                  <a:lnTo>
                    <a:pt x="924" y="2386"/>
                  </a:lnTo>
                  <a:lnTo>
                    <a:pt x="926" y="2388"/>
                  </a:lnTo>
                  <a:lnTo>
                    <a:pt x="930" y="2388"/>
                  </a:lnTo>
                  <a:lnTo>
                    <a:pt x="934" y="2384"/>
                  </a:lnTo>
                  <a:lnTo>
                    <a:pt x="940" y="2378"/>
                  </a:lnTo>
                  <a:lnTo>
                    <a:pt x="950" y="2372"/>
                  </a:lnTo>
                  <a:lnTo>
                    <a:pt x="956" y="2370"/>
                  </a:lnTo>
                  <a:lnTo>
                    <a:pt x="958" y="2372"/>
                  </a:lnTo>
                  <a:lnTo>
                    <a:pt x="960" y="2374"/>
                  </a:lnTo>
                  <a:lnTo>
                    <a:pt x="966" y="2374"/>
                  </a:lnTo>
                  <a:lnTo>
                    <a:pt x="972" y="2372"/>
                  </a:lnTo>
                  <a:lnTo>
                    <a:pt x="974" y="2374"/>
                  </a:lnTo>
                  <a:lnTo>
                    <a:pt x="974" y="2378"/>
                  </a:lnTo>
                  <a:lnTo>
                    <a:pt x="974" y="2380"/>
                  </a:lnTo>
                  <a:lnTo>
                    <a:pt x="972" y="2382"/>
                  </a:lnTo>
                  <a:lnTo>
                    <a:pt x="970" y="2382"/>
                  </a:lnTo>
                  <a:lnTo>
                    <a:pt x="968" y="2384"/>
                  </a:lnTo>
                  <a:lnTo>
                    <a:pt x="968" y="2386"/>
                  </a:lnTo>
                  <a:lnTo>
                    <a:pt x="970" y="2398"/>
                  </a:lnTo>
                  <a:lnTo>
                    <a:pt x="976" y="2414"/>
                  </a:lnTo>
                  <a:lnTo>
                    <a:pt x="982" y="2426"/>
                  </a:lnTo>
                  <a:lnTo>
                    <a:pt x="986" y="2428"/>
                  </a:lnTo>
                  <a:lnTo>
                    <a:pt x="988" y="2424"/>
                  </a:lnTo>
                  <a:lnTo>
                    <a:pt x="994" y="2402"/>
                  </a:lnTo>
                  <a:lnTo>
                    <a:pt x="996" y="2398"/>
                  </a:lnTo>
                  <a:lnTo>
                    <a:pt x="1000" y="2394"/>
                  </a:lnTo>
                  <a:lnTo>
                    <a:pt x="1004" y="2394"/>
                  </a:lnTo>
                  <a:lnTo>
                    <a:pt x="1008" y="2398"/>
                  </a:lnTo>
                  <a:lnTo>
                    <a:pt x="1016" y="2404"/>
                  </a:lnTo>
                  <a:lnTo>
                    <a:pt x="1020" y="2410"/>
                  </a:lnTo>
                  <a:lnTo>
                    <a:pt x="1022" y="2414"/>
                  </a:lnTo>
                  <a:lnTo>
                    <a:pt x="1022" y="2420"/>
                  </a:lnTo>
                  <a:lnTo>
                    <a:pt x="1024" y="2428"/>
                  </a:lnTo>
                  <a:lnTo>
                    <a:pt x="1026" y="2434"/>
                  </a:lnTo>
                  <a:lnTo>
                    <a:pt x="1030" y="2440"/>
                  </a:lnTo>
                  <a:lnTo>
                    <a:pt x="1034" y="2446"/>
                  </a:lnTo>
                  <a:lnTo>
                    <a:pt x="1036" y="2450"/>
                  </a:lnTo>
                  <a:lnTo>
                    <a:pt x="1036" y="2452"/>
                  </a:lnTo>
                  <a:lnTo>
                    <a:pt x="1034" y="2454"/>
                  </a:lnTo>
                  <a:lnTo>
                    <a:pt x="1034" y="2456"/>
                  </a:lnTo>
                  <a:lnTo>
                    <a:pt x="1034" y="2460"/>
                  </a:lnTo>
                  <a:lnTo>
                    <a:pt x="1038" y="2464"/>
                  </a:lnTo>
                  <a:lnTo>
                    <a:pt x="1046" y="2472"/>
                  </a:lnTo>
                  <a:lnTo>
                    <a:pt x="1056" y="2480"/>
                  </a:lnTo>
                  <a:lnTo>
                    <a:pt x="1062" y="2486"/>
                  </a:lnTo>
                  <a:lnTo>
                    <a:pt x="1066" y="2494"/>
                  </a:lnTo>
                  <a:lnTo>
                    <a:pt x="1066" y="2496"/>
                  </a:lnTo>
                  <a:lnTo>
                    <a:pt x="1068" y="2496"/>
                  </a:lnTo>
                  <a:lnTo>
                    <a:pt x="1076" y="2496"/>
                  </a:lnTo>
                  <a:lnTo>
                    <a:pt x="1084" y="2496"/>
                  </a:lnTo>
                  <a:lnTo>
                    <a:pt x="1090" y="2498"/>
                  </a:lnTo>
                  <a:lnTo>
                    <a:pt x="1102" y="2504"/>
                  </a:lnTo>
                  <a:lnTo>
                    <a:pt x="1114" y="2516"/>
                  </a:lnTo>
                  <a:lnTo>
                    <a:pt x="1128" y="2528"/>
                  </a:lnTo>
                  <a:lnTo>
                    <a:pt x="1114" y="2524"/>
                  </a:lnTo>
                  <a:lnTo>
                    <a:pt x="1110" y="2524"/>
                  </a:lnTo>
                  <a:lnTo>
                    <a:pt x="1110" y="2526"/>
                  </a:lnTo>
                  <a:lnTo>
                    <a:pt x="1116" y="2530"/>
                  </a:lnTo>
                  <a:lnTo>
                    <a:pt x="1134" y="2536"/>
                  </a:lnTo>
                  <a:lnTo>
                    <a:pt x="1144" y="2540"/>
                  </a:lnTo>
                  <a:lnTo>
                    <a:pt x="1152" y="2544"/>
                  </a:lnTo>
                  <a:lnTo>
                    <a:pt x="1160" y="2552"/>
                  </a:lnTo>
                  <a:lnTo>
                    <a:pt x="1162" y="2558"/>
                  </a:lnTo>
                  <a:lnTo>
                    <a:pt x="1164" y="2560"/>
                  </a:lnTo>
                  <a:lnTo>
                    <a:pt x="1166" y="2560"/>
                  </a:lnTo>
                  <a:lnTo>
                    <a:pt x="1174" y="2560"/>
                  </a:lnTo>
                  <a:lnTo>
                    <a:pt x="1176" y="2562"/>
                  </a:lnTo>
                  <a:lnTo>
                    <a:pt x="1184" y="2566"/>
                  </a:lnTo>
                  <a:lnTo>
                    <a:pt x="1188" y="2568"/>
                  </a:lnTo>
                  <a:lnTo>
                    <a:pt x="1190" y="2574"/>
                  </a:lnTo>
                  <a:lnTo>
                    <a:pt x="1190" y="2582"/>
                  </a:lnTo>
                  <a:lnTo>
                    <a:pt x="1192" y="2584"/>
                  </a:lnTo>
                  <a:lnTo>
                    <a:pt x="1196" y="2586"/>
                  </a:lnTo>
                  <a:lnTo>
                    <a:pt x="1204" y="2588"/>
                  </a:lnTo>
                  <a:lnTo>
                    <a:pt x="1208" y="2590"/>
                  </a:lnTo>
                  <a:lnTo>
                    <a:pt x="1208" y="2596"/>
                  </a:lnTo>
                  <a:lnTo>
                    <a:pt x="1208" y="2610"/>
                  </a:lnTo>
                  <a:lnTo>
                    <a:pt x="1206" y="2626"/>
                  </a:lnTo>
                  <a:lnTo>
                    <a:pt x="1206" y="2632"/>
                  </a:lnTo>
                  <a:lnTo>
                    <a:pt x="1206" y="2636"/>
                  </a:lnTo>
                  <a:lnTo>
                    <a:pt x="1206" y="2638"/>
                  </a:lnTo>
                  <a:lnTo>
                    <a:pt x="1206" y="2640"/>
                  </a:lnTo>
                  <a:lnTo>
                    <a:pt x="1204" y="2646"/>
                  </a:lnTo>
                  <a:lnTo>
                    <a:pt x="1200" y="2652"/>
                  </a:lnTo>
                  <a:lnTo>
                    <a:pt x="1200" y="2656"/>
                  </a:lnTo>
                  <a:lnTo>
                    <a:pt x="1202" y="2662"/>
                  </a:lnTo>
                  <a:lnTo>
                    <a:pt x="1202" y="2666"/>
                  </a:lnTo>
                  <a:lnTo>
                    <a:pt x="1202" y="2670"/>
                  </a:lnTo>
                  <a:lnTo>
                    <a:pt x="1202" y="2672"/>
                  </a:lnTo>
                  <a:lnTo>
                    <a:pt x="1200" y="2674"/>
                  </a:lnTo>
                  <a:lnTo>
                    <a:pt x="1202" y="2674"/>
                  </a:lnTo>
                  <a:lnTo>
                    <a:pt x="1208" y="2680"/>
                  </a:lnTo>
                  <a:lnTo>
                    <a:pt x="1216" y="2686"/>
                  </a:lnTo>
                  <a:lnTo>
                    <a:pt x="1222" y="2690"/>
                  </a:lnTo>
                  <a:lnTo>
                    <a:pt x="1224" y="2696"/>
                  </a:lnTo>
                  <a:lnTo>
                    <a:pt x="1224" y="2700"/>
                  </a:lnTo>
                  <a:lnTo>
                    <a:pt x="1226" y="2706"/>
                  </a:lnTo>
                  <a:lnTo>
                    <a:pt x="1228" y="2708"/>
                  </a:lnTo>
                  <a:lnTo>
                    <a:pt x="1230" y="2710"/>
                  </a:lnTo>
                  <a:lnTo>
                    <a:pt x="1240" y="2726"/>
                  </a:lnTo>
                  <a:lnTo>
                    <a:pt x="1246" y="2736"/>
                  </a:lnTo>
                  <a:lnTo>
                    <a:pt x="1250" y="2740"/>
                  </a:lnTo>
                  <a:lnTo>
                    <a:pt x="1254" y="2744"/>
                  </a:lnTo>
                  <a:lnTo>
                    <a:pt x="1258" y="2748"/>
                  </a:lnTo>
                  <a:lnTo>
                    <a:pt x="1260" y="2748"/>
                  </a:lnTo>
                  <a:lnTo>
                    <a:pt x="1260" y="2746"/>
                  </a:lnTo>
                  <a:lnTo>
                    <a:pt x="1262" y="2746"/>
                  </a:lnTo>
                  <a:lnTo>
                    <a:pt x="1266" y="2746"/>
                  </a:lnTo>
                  <a:lnTo>
                    <a:pt x="1272" y="2750"/>
                  </a:lnTo>
                  <a:lnTo>
                    <a:pt x="1274" y="2752"/>
                  </a:lnTo>
                  <a:lnTo>
                    <a:pt x="1266" y="2754"/>
                  </a:lnTo>
                  <a:lnTo>
                    <a:pt x="1258" y="2754"/>
                  </a:lnTo>
                  <a:lnTo>
                    <a:pt x="1258" y="2758"/>
                  </a:lnTo>
                  <a:lnTo>
                    <a:pt x="1260" y="2762"/>
                  </a:lnTo>
                  <a:lnTo>
                    <a:pt x="1268" y="2772"/>
                  </a:lnTo>
                  <a:lnTo>
                    <a:pt x="1272" y="2780"/>
                  </a:lnTo>
                  <a:lnTo>
                    <a:pt x="1274" y="2786"/>
                  </a:lnTo>
                  <a:lnTo>
                    <a:pt x="1276" y="2786"/>
                  </a:lnTo>
                  <a:lnTo>
                    <a:pt x="1280" y="2784"/>
                  </a:lnTo>
                  <a:lnTo>
                    <a:pt x="1284" y="2780"/>
                  </a:lnTo>
                  <a:lnTo>
                    <a:pt x="1286" y="2782"/>
                  </a:lnTo>
                  <a:lnTo>
                    <a:pt x="1290" y="2782"/>
                  </a:lnTo>
                  <a:lnTo>
                    <a:pt x="1300" y="2782"/>
                  </a:lnTo>
                  <a:lnTo>
                    <a:pt x="1312" y="2780"/>
                  </a:lnTo>
                  <a:lnTo>
                    <a:pt x="1316" y="2782"/>
                  </a:lnTo>
                  <a:lnTo>
                    <a:pt x="1318" y="2784"/>
                  </a:lnTo>
                  <a:lnTo>
                    <a:pt x="1324" y="2784"/>
                  </a:lnTo>
                  <a:lnTo>
                    <a:pt x="1330" y="2782"/>
                  </a:lnTo>
                  <a:lnTo>
                    <a:pt x="1336" y="2786"/>
                  </a:lnTo>
                  <a:lnTo>
                    <a:pt x="1342" y="2790"/>
                  </a:lnTo>
                  <a:lnTo>
                    <a:pt x="1348" y="2790"/>
                  </a:lnTo>
                  <a:lnTo>
                    <a:pt x="1354" y="2790"/>
                  </a:lnTo>
                  <a:lnTo>
                    <a:pt x="1358" y="2792"/>
                  </a:lnTo>
                  <a:lnTo>
                    <a:pt x="1358" y="2794"/>
                  </a:lnTo>
                  <a:lnTo>
                    <a:pt x="1358" y="2796"/>
                  </a:lnTo>
                  <a:lnTo>
                    <a:pt x="1350" y="2800"/>
                  </a:lnTo>
                  <a:lnTo>
                    <a:pt x="1342" y="2802"/>
                  </a:lnTo>
                  <a:lnTo>
                    <a:pt x="1336" y="2800"/>
                  </a:lnTo>
                  <a:lnTo>
                    <a:pt x="1322" y="2792"/>
                  </a:lnTo>
                  <a:lnTo>
                    <a:pt x="1312" y="2788"/>
                  </a:lnTo>
                  <a:lnTo>
                    <a:pt x="1306" y="2786"/>
                  </a:lnTo>
                  <a:lnTo>
                    <a:pt x="1302" y="2786"/>
                  </a:lnTo>
                  <a:lnTo>
                    <a:pt x="1298" y="2792"/>
                  </a:lnTo>
                  <a:lnTo>
                    <a:pt x="1296" y="2794"/>
                  </a:lnTo>
                  <a:lnTo>
                    <a:pt x="1292" y="2794"/>
                  </a:lnTo>
                  <a:lnTo>
                    <a:pt x="1288" y="2792"/>
                  </a:lnTo>
                  <a:lnTo>
                    <a:pt x="1282" y="2792"/>
                  </a:lnTo>
                  <a:lnTo>
                    <a:pt x="1282" y="2794"/>
                  </a:lnTo>
                  <a:lnTo>
                    <a:pt x="1280" y="2798"/>
                  </a:lnTo>
                  <a:lnTo>
                    <a:pt x="1280" y="2802"/>
                  </a:lnTo>
                  <a:lnTo>
                    <a:pt x="1278" y="2804"/>
                  </a:lnTo>
                  <a:lnTo>
                    <a:pt x="1274" y="2808"/>
                  </a:lnTo>
                  <a:lnTo>
                    <a:pt x="1272" y="2808"/>
                  </a:lnTo>
                  <a:lnTo>
                    <a:pt x="1276" y="2812"/>
                  </a:lnTo>
                  <a:lnTo>
                    <a:pt x="1280" y="2816"/>
                  </a:lnTo>
                  <a:lnTo>
                    <a:pt x="1280" y="2820"/>
                  </a:lnTo>
                  <a:lnTo>
                    <a:pt x="1280" y="2824"/>
                  </a:lnTo>
                  <a:lnTo>
                    <a:pt x="1286" y="2824"/>
                  </a:lnTo>
                  <a:lnTo>
                    <a:pt x="1288" y="2824"/>
                  </a:lnTo>
                  <a:lnTo>
                    <a:pt x="1292" y="2826"/>
                  </a:lnTo>
                  <a:lnTo>
                    <a:pt x="1294" y="2832"/>
                  </a:lnTo>
                  <a:lnTo>
                    <a:pt x="1294" y="2838"/>
                  </a:lnTo>
                  <a:lnTo>
                    <a:pt x="1292" y="2844"/>
                  </a:lnTo>
                  <a:lnTo>
                    <a:pt x="1292" y="2848"/>
                  </a:lnTo>
                  <a:lnTo>
                    <a:pt x="1292" y="2854"/>
                  </a:lnTo>
                  <a:lnTo>
                    <a:pt x="1298" y="2864"/>
                  </a:lnTo>
                  <a:lnTo>
                    <a:pt x="1300" y="2866"/>
                  </a:lnTo>
                  <a:lnTo>
                    <a:pt x="1304" y="2868"/>
                  </a:lnTo>
                  <a:lnTo>
                    <a:pt x="1306" y="2866"/>
                  </a:lnTo>
                  <a:lnTo>
                    <a:pt x="1308" y="2862"/>
                  </a:lnTo>
                  <a:lnTo>
                    <a:pt x="1308" y="2856"/>
                  </a:lnTo>
                  <a:lnTo>
                    <a:pt x="1310" y="2854"/>
                  </a:lnTo>
                  <a:lnTo>
                    <a:pt x="1314" y="2854"/>
                  </a:lnTo>
                  <a:lnTo>
                    <a:pt x="1316" y="2856"/>
                  </a:lnTo>
                  <a:lnTo>
                    <a:pt x="1320" y="2866"/>
                  </a:lnTo>
                  <a:lnTo>
                    <a:pt x="1322" y="2880"/>
                  </a:lnTo>
                  <a:lnTo>
                    <a:pt x="1324" y="2888"/>
                  </a:lnTo>
                  <a:lnTo>
                    <a:pt x="1326" y="2888"/>
                  </a:lnTo>
                  <a:lnTo>
                    <a:pt x="1328" y="2888"/>
                  </a:lnTo>
                  <a:lnTo>
                    <a:pt x="1330" y="2882"/>
                  </a:lnTo>
                  <a:lnTo>
                    <a:pt x="1332" y="2874"/>
                  </a:lnTo>
                  <a:lnTo>
                    <a:pt x="1334" y="2866"/>
                  </a:lnTo>
                  <a:lnTo>
                    <a:pt x="1336" y="2866"/>
                  </a:lnTo>
                  <a:lnTo>
                    <a:pt x="1338" y="2868"/>
                  </a:lnTo>
                  <a:lnTo>
                    <a:pt x="1342" y="2872"/>
                  </a:lnTo>
                  <a:lnTo>
                    <a:pt x="1348" y="2882"/>
                  </a:lnTo>
                  <a:lnTo>
                    <a:pt x="1350" y="2886"/>
                  </a:lnTo>
                  <a:lnTo>
                    <a:pt x="1354" y="2888"/>
                  </a:lnTo>
                  <a:lnTo>
                    <a:pt x="1356" y="2886"/>
                  </a:lnTo>
                  <a:lnTo>
                    <a:pt x="1356" y="2884"/>
                  </a:lnTo>
                  <a:lnTo>
                    <a:pt x="1356" y="2876"/>
                  </a:lnTo>
                  <a:lnTo>
                    <a:pt x="1348" y="2854"/>
                  </a:lnTo>
                  <a:lnTo>
                    <a:pt x="1340" y="2834"/>
                  </a:lnTo>
                  <a:lnTo>
                    <a:pt x="1338" y="2828"/>
                  </a:lnTo>
                  <a:lnTo>
                    <a:pt x="1338" y="2826"/>
                  </a:lnTo>
                  <a:lnTo>
                    <a:pt x="1340" y="2824"/>
                  </a:lnTo>
                  <a:lnTo>
                    <a:pt x="1346" y="2826"/>
                  </a:lnTo>
                  <a:lnTo>
                    <a:pt x="1350" y="2828"/>
                  </a:lnTo>
                  <a:lnTo>
                    <a:pt x="1352" y="2832"/>
                  </a:lnTo>
                  <a:lnTo>
                    <a:pt x="1354" y="2838"/>
                  </a:lnTo>
                  <a:lnTo>
                    <a:pt x="1356" y="2840"/>
                  </a:lnTo>
                  <a:lnTo>
                    <a:pt x="1358" y="2840"/>
                  </a:lnTo>
                  <a:lnTo>
                    <a:pt x="1368" y="2836"/>
                  </a:lnTo>
                  <a:lnTo>
                    <a:pt x="1370" y="2834"/>
                  </a:lnTo>
                  <a:lnTo>
                    <a:pt x="1372" y="2832"/>
                  </a:lnTo>
                  <a:lnTo>
                    <a:pt x="1370" y="2828"/>
                  </a:lnTo>
                  <a:lnTo>
                    <a:pt x="1366" y="2824"/>
                  </a:lnTo>
                  <a:lnTo>
                    <a:pt x="1360" y="2822"/>
                  </a:lnTo>
                  <a:lnTo>
                    <a:pt x="1356" y="2822"/>
                  </a:lnTo>
                  <a:lnTo>
                    <a:pt x="1356" y="2820"/>
                  </a:lnTo>
                  <a:lnTo>
                    <a:pt x="1356" y="2816"/>
                  </a:lnTo>
                  <a:lnTo>
                    <a:pt x="1354" y="2812"/>
                  </a:lnTo>
                  <a:lnTo>
                    <a:pt x="1352" y="2810"/>
                  </a:lnTo>
                  <a:lnTo>
                    <a:pt x="1354" y="2808"/>
                  </a:lnTo>
                  <a:lnTo>
                    <a:pt x="1360" y="2802"/>
                  </a:lnTo>
                  <a:lnTo>
                    <a:pt x="1368" y="2800"/>
                  </a:lnTo>
                  <a:lnTo>
                    <a:pt x="1370" y="2800"/>
                  </a:lnTo>
                  <a:lnTo>
                    <a:pt x="1374" y="2802"/>
                  </a:lnTo>
                  <a:lnTo>
                    <a:pt x="1382" y="2816"/>
                  </a:lnTo>
                  <a:lnTo>
                    <a:pt x="1388" y="2820"/>
                  </a:lnTo>
                  <a:lnTo>
                    <a:pt x="1390" y="2820"/>
                  </a:lnTo>
                  <a:lnTo>
                    <a:pt x="1392" y="2820"/>
                  </a:lnTo>
                  <a:lnTo>
                    <a:pt x="1394" y="2818"/>
                  </a:lnTo>
                  <a:lnTo>
                    <a:pt x="1394" y="2816"/>
                  </a:lnTo>
                  <a:lnTo>
                    <a:pt x="1394" y="2810"/>
                  </a:lnTo>
                  <a:lnTo>
                    <a:pt x="1392" y="2804"/>
                  </a:lnTo>
                  <a:lnTo>
                    <a:pt x="1392" y="2796"/>
                  </a:lnTo>
                  <a:lnTo>
                    <a:pt x="1392" y="2794"/>
                  </a:lnTo>
                  <a:lnTo>
                    <a:pt x="1390" y="2790"/>
                  </a:lnTo>
                  <a:lnTo>
                    <a:pt x="1386" y="2788"/>
                  </a:lnTo>
                  <a:lnTo>
                    <a:pt x="1378" y="2784"/>
                  </a:lnTo>
                  <a:lnTo>
                    <a:pt x="1376" y="2782"/>
                  </a:lnTo>
                  <a:lnTo>
                    <a:pt x="1374" y="2780"/>
                  </a:lnTo>
                  <a:lnTo>
                    <a:pt x="1370" y="2774"/>
                  </a:lnTo>
                  <a:lnTo>
                    <a:pt x="1366" y="2774"/>
                  </a:lnTo>
                  <a:lnTo>
                    <a:pt x="1364" y="2772"/>
                  </a:lnTo>
                  <a:lnTo>
                    <a:pt x="1360" y="2768"/>
                  </a:lnTo>
                  <a:lnTo>
                    <a:pt x="1358" y="2764"/>
                  </a:lnTo>
                  <a:lnTo>
                    <a:pt x="1352" y="2762"/>
                  </a:lnTo>
                  <a:lnTo>
                    <a:pt x="1340" y="2758"/>
                  </a:lnTo>
                  <a:lnTo>
                    <a:pt x="1332" y="2754"/>
                  </a:lnTo>
                  <a:lnTo>
                    <a:pt x="1332" y="2752"/>
                  </a:lnTo>
                  <a:lnTo>
                    <a:pt x="1338" y="2752"/>
                  </a:lnTo>
                  <a:lnTo>
                    <a:pt x="1346" y="2750"/>
                  </a:lnTo>
                  <a:lnTo>
                    <a:pt x="1348" y="2746"/>
                  </a:lnTo>
                  <a:lnTo>
                    <a:pt x="1348" y="2744"/>
                  </a:lnTo>
                  <a:lnTo>
                    <a:pt x="1346" y="2740"/>
                  </a:lnTo>
                  <a:lnTo>
                    <a:pt x="1344" y="2732"/>
                  </a:lnTo>
                  <a:lnTo>
                    <a:pt x="1344" y="2730"/>
                  </a:lnTo>
                  <a:lnTo>
                    <a:pt x="1348" y="2730"/>
                  </a:lnTo>
                  <a:lnTo>
                    <a:pt x="1352" y="2730"/>
                  </a:lnTo>
                  <a:lnTo>
                    <a:pt x="1354" y="2732"/>
                  </a:lnTo>
                  <a:lnTo>
                    <a:pt x="1354" y="2738"/>
                  </a:lnTo>
                  <a:lnTo>
                    <a:pt x="1354" y="2742"/>
                  </a:lnTo>
                  <a:lnTo>
                    <a:pt x="1356" y="2742"/>
                  </a:lnTo>
                  <a:lnTo>
                    <a:pt x="1358" y="2742"/>
                  </a:lnTo>
                  <a:lnTo>
                    <a:pt x="1360" y="2738"/>
                  </a:lnTo>
                  <a:lnTo>
                    <a:pt x="1360" y="2736"/>
                  </a:lnTo>
                  <a:lnTo>
                    <a:pt x="1360" y="2728"/>
                  </a:lnTo>
                  <a:lnTo>
                    <a:pt x="1354" y="2720"/>
                  </a:lnTo>
                  <a:lnTo>
                    <a:pt x="1348" y="2710"/>
                  </a:lnTo>
                  <a:lnTo>
                    <a:pt x="1340" y="2702"/>
                  </a:lnTo>
                  <a:lnTo>
                    <a:pt x="1334" y="2692"/>
                  </a:lnTo>
                  <a:lnTo>
                    <a:pt x="1330" y="2682"/>
                  </a:lnTo>
                  <a:lnTo>
                    <a:pt x="1330" y="2678"/>
                  </a:lnTo>
                  <a:lnTo>
                    <a:pt x="1332" y="2674"/>
                  </a:lnTo>
                  <a:lnTo>
                    <a:pt x="1336" y="2666"/>
                  </a:lnTo>
                  <a:lnTo>
                    <a:pt x="1340" y="2660"/>
                  </a:lnTo>
                  <a:lnTo>
                    <a:pt x="1344" y="2660"/>
                  </a:lnTo>
                  <a:lnTo>
                    <a:pt x="1346" y="2660"/>
                  </a:lnTo>
                  <a:lnTo>
                    <a:pt x="1346" y="2662"/>
                  </a:lnTo>
                  <a:lnTo>
                    <a:pt x="1346" y="2668"/>
                  </a:lnTo>
                  <a:lnTo>
                    <a:pt x="1346" y="2670"/>
                  </a:lnTo>
                  <a:lnTo>
                    <a:pt x="1346" y="2672"/>
                  </a:lnTo>
                  <a:lnTo>
                    <a:pt x="1352" y="2674"/>
                  </a:lnTo>
                  <a:lnTo>
                    <a:pt x="1358" y="2676"/>
                  </a:lnTo>
                  <a:lnTo>
                    <a:pt x="1360" y="2680"/>
                  </a:lnTo>
                  <a:lnTo>
                    <a:pt x="1362" y="2686"/>
                  </a:lnTo>
                  <a:lnTo>
                    <a:pt x="1362" y="2690"/>
                  </a:lnTo>
                  <a:lnTo>
                    <a:pt x="1366" y="2694"/>
                  </a:lnTo>
                  <a:lnTo>
                    <a:pt x="1372" y="2696"/>
                  </a:lnTo>
                  <a:lnTo>
                    <a:pt x="1374" y="2696"/>
                  </a:lnTo>
                  <a:lnTo>
                    <a:pt x="1376" y="2696"/>
                  </a:lnTo>
                  <a:lnTo>
                    <a:pt x="1376" y="2694"/>
                  </a:lnTo>
                  <a:lnTo>
                    <a:pt x="1374" y="2690"/>
                  </a:lnTo>
                  <a:lnTo>
                    <a:pt x="1368" y="2684"/>
                  </a:lnTo>
                  <a:lnTo>
                    <a:pt x="1368" y="2678"/>
                  </a:lnTo>
                  <a:lnTo>
                    <a:pt x="1370" y="2678"/>
                  </a:lnTo>
                  <a:lnTo>
                    <a:pt x="1378" y="2684"/>
                  </a:lnTo>
                  <a:lnTo>
                    <a:pt x="1386" y="2692"/>
                  </a:lnTo>
                  <a:lnTo>
                    <a:pt x="1390" y="2694"/>
                  </a:lnTo>
                  <a:lnTo>
                    <a:pt x="1392" y="2694"/>
                  </a:lnTo>
                  <a:lnTo>
                    <a:pt x="1390" y="2692"/>
                  </a:lnTo>
                  <a:lnTo>
                    <a:pt x="1386" y="2684"/>
                  </a:lnTo>
                  <a:lnTo>
                    <a:pt x="1380" y="2676"/>
                  </a:lnTo>
                  <a:lnTo>
                    <a:pt x="1380" y="2674"/>
                  </a:lnTo>
                  <a:lnTo>
                    <a:pt x="1382" y="2674"/>
                  </a:lnTo>
                  <a:lnTo>
                    <a:pt x="1394" y="2680"/>
                  </a:lnTo>
                  <a:lnTo>
                    <a:pt x="1402" y="2684"/>
                  </a:lnTo>
                  <a:lnTo>
                    <a:pt x="1406" y="2684"/>
                  </a:lnTo>
                  <a:lnTo>
                    <a:pt x="1404" y="2682"/>
                  </a:lnTo>
                  <a:lnTo>
                    <a:pt x="1400" y="2676"/>
                  </a:lnTo>
                  <a:lnTo>
                    <a:pt x="1392" y="2670"/>
                  </a:lnTo>
                  <a:lnTo>
                    <a:pt x="1386" y="2668"/>
                  </a:lnTo>
                  <a:lnTo>
                    <a:pt x="1384" y="2668"/>
                  </a:lnTo>
                  <a:lnTo>
                    <a:pt x="1384" y="2664"/>
                  </a:lnTo>
                  <a:lnTo>
                    <a:pt x="1384" y="2662"/>
                  </a:lnTo>
                  <a:lnTo>
                    <a:pt x="1384" y="2660"/>
                  </a:lnTo>
                  <a:lnTo>
                    <a:pt x="1380" y="2656"/>
                  </a:lnTo>
                  <a:lnTo>
                    <a:pt x="1380" y="2654"/>
                  </a:lnTo>
                  <a:lnTo>
                    <a:pt x="1388" y="2652"/>
                  </a:lnTo>
                  <a:lnTo>
                    <a:pt x="1392" y="2652"/>
                  </a:lnTo>
                  <a:lnTo>
                    <a:pt x="1398" y="2650"/>
                  </a:lnTo>
                  <a:lnTo>
                    <a:pt x="1404" y="2644"/>
                  </a:lnTo>
                  <a:lnTo>
                    <a:pt x="1408" y="2642"/>
                  </a:lnTo>
                  <a:lnTo>
                    <a:pt x="1412" y="2640"/>
                  </a:lnTo>
                  <a:lnTo>
                    <a:pt x="1418" y="2642"/>
                  </a:lnTo>
                  <a:lnTo>
                    <a:pt x="1422" y="2644"/>
                  </a:lnTo>
                  <a:lnTo>
                    <a:pt x="1426" y="2644"/>
                  </a:lnTo>
                  <a:lnTo>
                    <a:pt x="1430" y="2640"/>
                  </a:lnTo>
                  <a:lnTo>
                    <a:pt x="1436" y="2638"/>
                  </a:lnTo>
                  <a:lnTo>
                    <a:pt x="1438" y="2638"/>
                  </a:lnTo>
                  <a:lnTo>
                    <a:pt x="1444" y="2640"/>
                  </a:lnTo>
                  <a:lnTo>
                    <a:pt x="1450" y="2644"/>
                  </a:lnTo>
                  <a:lnTo>
                    <a:pt x="1454" y="2644"/>
                  </a:lnTo>
                  <a:lnTo>
                    <a:pt x="1464" y="2644"/>
                  </a:lnTo>
                  <a:lnTo>
                    <a:pt x="1470" y="2644"/>
                  </a:lnTo>
                  <a:lnTo>
                    <a:pt x="1472" y="2646"/>
                  </a:lnTo>
                  <a:lnTo>
                    <a:pt x="1472" y="2650"/>
                  </a:lnTo>
                  <a:lnTo>
                    <a:pt x="1474" y="2656"/>
                  </a:lnTo>
                  <a:lnTo>
                    <a:pt x="1480" y="2660"/>
                  </a:lnTo>
                  <a:lnTo>
                    <a:pt x="1486" y="2660"/>
                  </a:lnTo>
                  <a:lnTo>
                    <a:pt x="1492" y="2658"/>
                  </a:lnTo>
                  <a:lnTo>
                    <a:pt x="1504" y="2656"/>
                  </a:lnTo>
                  <a:lnTo>
                    <a:pt x="1504" y="2658"/>
                  </a:lnTo>
                  <a:lnTo>
                    <a:pt x="1502" y="2660"/>
                  </a:lnTo>
                  <a:lnTo>
                    <a:pt x="1484" y="2668"/>
                  </a:lnTo>
                  <a:lnTo>
                    <a:pt x="1480" y="2672"/>
                  </a:lnTo>
                  <a:lnTo>
                    <a:pt x="1478" y="2680"/>
                  </a:lnTo>
                  <a:lnTo>
                    <a:pt x="1480" y="2684"/>
                  </a:lnTo>
                  <a:lnTo>
                    <a:pt x="1482" y="2682"/>
                  </a:lnTo>
                  <a:lnTo>
                    <a:pt x="1494" y="2670"/>
                  </a:lnTo>
                  <a:lnTo>
                    <a:pt x="1506" y="2662"/>
                  </a:lnTo>
                  <a:lnTo>
                    <a:pt x="1514" y="2658"/>
                  </a:lnTo>
                  <a:lnTo>
                    <a:pt x="1522" y="2654"/>
                  </a:lnTo>
                  <a:lnTo>
                    <a:pt x="1528" y="2646"/>
                  </a:lnTo>
                  <a:lnTo>
                    <a:pt x="1532" y="2638"/>
                  </a:lnTo>
                  <a:lnTo>
                    <a:pt x="1536" y="2636"/>
                  </a:lnTo>
                  <a:lnTo>
                    <a:pt x="1538" y="2634"/>
                  </a:lnTo>
                  <a:lnTo>
                    <a:pt x="1540" y="2636"/>
                  </a:lnTo>
                  <a:lnTo>
                    <a:pt x="1544" y="2640"/>
                  </a:lnTo>
                  <a:lnTo>
                    <a:pt x="1548" y="2640"/>
                  </a:lnTo>
                  <a:lnTo>
                    <a:pt x="1552" y="2638"/>
                  </a:lnTo>
                  <a:lnTo>
                    <a:pt x="1556" y="2634"/>
                  </a:lnTo>
                  <a:lnTo>
                    <a:pt x="1562" y="2634"/>
                  </a:lnTo>
                  <a:lnTo>
                    <a:pt x="1572" y="2638"/>
                  </a:lnTo>
                  <a:lnTo>
                    <a:pt x="1580" y="2638"/>
                  </a:lnTo>
                  <a:lnTo>
                    <a:pt x="1586" y="2638"/>
                  </a:lnTo>
                  <a:lnTo>
                    <a:pt x="1590" y="2634"/>
                  </a:lnTo>
                  <a:lnTo>
                    <a:pt x="1594" y="2626"/>
                  </a:lnTo>
                  <a:lnTo>
                    <a:pt x="1594" y="2624"/>
                  </a:lnTo>
                  <a:lnTo>
                    <a:pt x="1592" y="2624"/>
                  </a:lnTo>
                  <a:lnTo>
                    <a:pt x="1584" y="2622"/>
                  </a:lnTo>
                  <a:lnTo>
                    <a:pt x="1572" y="2616"/>
                  </a:lnTo>
                  <a:lnTo>
                    <a:pt x="1560" y="2608"/>
                  </a:lnTo>
                  <a:lnTo>
                    <a:pt x="1554" y="2600"/>
                  </a:lnTo>
                  <a:lnTo>
                    <a:pt x="1552" y="2592"/>
                  </a:lnTo>
                  <a:lnTo>
                    <a:pt x="1552" y="2582"/>
                  </a:lnTo>
                  <a:lnTo>
                    <a:pt x="1552" y="2578"/>
                  </a:lnTo>
                  <a:lnTo>
                    <a:pt x="1550" y="2576"/>
                  </a:lnTo>
                  <a:lnTo>
                    <a:pt x="1546" y="2572"/>
                  </a:lnTo>
                  <a:lnTo>
                    <a:pt x="1542" y="2570"/>
                  </a:lnTo>
                  <a:lnTo>
                    <a:pt x="1540" y="2568"/>
                  </a:lnTo>
                  <a:lnTo>
                    <a:pt x="1540" y="2564"/>
                  </a:lnTo>
                  <a:lnTo>
                    <a:pt x="1540" y="2560"/>
                  </a:lnTo>
                  <a:lnTo>
                    <a:pt x="1538" y="2558"/>
                  </a:lnTo>
                  <a:lnTo>
                    <a:pt x="1530" y="2556"/>
                  </a:lnTo>
                  <a:lnTo>
                    <a:pt x="1528" y="2556"/>
                  </a:lnTo>
                  <a:lnTo>
                    <a:pt x="1528" y="2554"/>
                  </a:lnTo>
                  <a:lnTo>
                    <a:pt x="1536" y="2546"/>
                  </a:lnTo>
                  <a:lnTo>
                    <a:pt x="1542" y="2542"/>
                  </a:lnTo>
                  <a:lnTo>
                    <a:pt x="1546" y="2538"/>
                  </a:lnTo>
                  <a:lnTo>
                    <a:pt x="1546" y="2534"/>
                  </a:lnTo>
                  <a:lnTo>
                    <a:pt x="1546" y="2530"/>
                  </a:lnTo>
                  <a:lnTo>
                    <a:pt x="1546" y="2522"/>
                  </a:lnTo>
                  <a:lnTo>
                    <a:pt x="1546" y="2516"/>
                  </a:lnTo>
                  <a:lnTo>
                    <a:pt x="1550" y="2510"/>
                  </a:lnTo>
                  <a:lnTo>
                    <a:pt x="1554" y="2504"/>
                  </a:lnTo>
                  <a:lnTo>
                    <a:pt x="1560" y="2502"/>
                  </a:lnTo>
                  <a:lnTo>
                    <a:pt x="1566" y="2504"/>
                  </a:lnTo>
                  <a:lnTo>
                    <a:pt x="1570" y="2504"/>
                  </a:lnTo>
                  <a:lnTo>
                    <a:pt x="1572" y="2502"/>
                  </a:lnTo>
                  <a:lnTo>
                    <a:pt x="1574" y="2496"/>
                  </a:lnTo>
                  <a:lnTo>
                    <a:pt x="1574" y="2484"/>
                  </a:lnTo>
                  <a:lnTo>
                    <a:pt x="1578" y="2458"/>
                  </a:lnTo>
                  <a:lnTo>
                    <a:pt x="1580" y="2448"/>
                  </a:lnTo>
                  <a:lnTo>
                    <a:pt x="1584" y="2440"/>
                  </a:lnTo>
                  <a:lnTo>
                    <a:pt x="1588" y="2434"/>
                  </a:lnTo>
                  <a:lnTo>
                    <a:pt x="1594" y="2428"/>
                  </a:lnTo>
                  <a:lnTo>
                    <a:pt x="1600" y="2426"/>
                  </a:lnTo>
                  <a:lnTo>
                    <a:pt x="1608" y="2422"/>
                  </a:lnTo>
                  <a:lnTo>
                    <a:pt x="1614" y="2418"/>
                  </a:lnTo>
                  <a:lnTo>
                    <a:pt x="1618" y="2414"/>
                  </a:lnTo>
                  <a:lnTo>
                    <a:pt x="1620" y="2406"/>
                  </a:lnTo>
                  <a:lnTo>
                    <a:pt x="1620" y="2398"/>
                  </a:lnTo>
                  <a:lnTo>
                    <a:pt x="1620" y="2390"/>
                  </a:lnTo>
                  <a:lnTo>
                    <a:pt x="1620" y="2386"/>
                  </a:lnTo>
                  <a:lnTo>
                    <a:pt x="1618" y="2384"/>
                  </a:lnTo>
                  <a:lnTo>
                    <a:pt x="1616" y="2378"/>
                  </a:lnTo>
                  <a:lnTo>
                    <a:pt x="1616" y="2372"/>
                  </a:lnTo>
                  <a:lnTo>
                    <a:pt x="1620" y="2372"/>
                  </a:lnTo>
                  <a:lnTo>
                    <a:pt x="1626" y="2372"/>
                  </a:lnTo>
                  <a:lnTo>
                    <a:pt x="1630" y="2370"/>
                  </a:lnTo>
                  <a:lnTo>
                    <a:pt x="1636" y="2366"/>
                  </a:lnTo>
                  <a:lnTo>
                    <a:pt x="1646" y="2358"/>
                  </a:lnTo>
                  <a:lnTo>
                    <a:pt x="1654" y="2348"/>
                  </a:lnTo>
                  <a:lnTo>
                    <a:pt x="1660" y="2340"/>
                  </a:lnTo>
                  <a:lnTo>
                    <a:pt x="1662" y="2330"/>
                  </a:lnTo>
                  <a:lnTo>
                    <a:pt x="1662" y="2326"/>
                  </a:lnTo>
                  <a:lnTo>
                    <a:pt x="1664" y="2324"/>
                  </a:lnTo>
                  <a:lnTo>
                    <a:pt x="1668" y="2322"/>
                  </a:lnTo>
                  <a:lnTo>
                    <a:pt x="1672" y="2320"/>
                  </a:lnTo>
                  <a:lnTo>
                    <a:pt x="1682" y="2320"/>
                  </a:lnTo>
                  <a:lnTo>
                    <a:pt x="1690" y="2318"/>
                  </a:lnTo>
                  <a:lnTo>
                    <a:pt x="1698" y="2318"/>
                  </a:lnTo>
                  <a:lnTo>
                    <a:pt x="1702" y="2318"/>
                  </a:lnTo>
                  <a:lnTo>
                    <a:pt x="1704" y="2318"/>
                  </a:lnTo>
                  <a:lnTo>
                    <a:pt x="1706" y="2312"/>
                  </a:lnTo>
                  <a:lnTo>
                    <a:pt x="1708" y="2296"/>
                  </a:lnTo>
                  <a:lnTo>
                    <a:pt x="1708" y="2294"/>
                  </a:lnTo>
                  <a:lnTo>
                    <a:pt x="1710" y="2298"/>
                  </a:lnTo>
                  <a:lnTo>
                    <a:pt x="1712" y="2308"/>
                  </a:lnTo>
                  <a:lnTo>
                    <a:pt x="1712" y="2316"/>
                  </a:lnTo>
                  <a:lnTo>
                    <a:pt x="1714" y="2320"/>
                  </a:lnTo>
                  <a:lnTo>
                    <a:pt x="1718" y="2322"/>
                  </a:lnTo>
                  <a:lnTo>
                    <a:pt x="1724" y="2322"/>
                  </a:lnTo>
                  <a:lnTo>
                    <a:pt x="1732" y="2322"/>
                  </a:lnTo>
                  <a:lnTo>
                    <a:pt x="1726" y="2324"/>
                  </a:lnTo>
                  <a:lnTo>
                    <a:pt x="1720" y="2326"/>
                  </a:lnTo>
                  <a:lnTo>
                    <a:pt x="1708" y="2324"/>
                  </a:lnTo>
                  <a:lnTo>
                    <a:pt x="1700" y="2322"/>
                  </a:lnTo>
                  <a:lnTo>
                    <a:pt x="1696" y="2322"/>
                  </a:lnTo>
                  <a:lnTo>
                    <a:pt x="1696" y="2324"/>
                  </a:lnTo>
                  <a:lnTo>
                    <a:pt x="1696" y="2326"/>
                  </a:lnTo>
                  <a:lnTo>
                    <a:pt x="1700" y="2330"/>
                  </a:lnTo>
                  <a:lnTo>
                    <a:pt x="1708" y="2336"/>
                  </a:lnTo>
                  <a:lnTo>
                    <a:pt x="1718" y="2342"/>
                  </a:lnTo>
                  <a:lnTo>
                    <a:pt x="1722" y="2346"/>
                  </a:lnTo>
                  <a:lnTo>
                    <a:pt x="1722" y="2348"/>
                  </a:lnTo>
                  <a:lnTo>
                    <a:pt x="1724" y="2350"/>
                  </a:lnTo>
                  <a:lnTo>
                    <a:pt x="1728" y="2350"/>
                  </a:lnTo>
                  <a:lnTo>
                    <a:pt x="1740" y="2350"/>
                  </a:lnTo>
                  <a:lnTo>
                    <a:pt x="1754" y="2348"/>
                  </a:lnTo>
                  <a:lnTo>
                    <a:pt x="1760" y="2348"/>
                  </a:lnTo>
                  <a:lnTo>
                    <a:pt x="1764" y="2350"/>
                  </a:lnTo>
                  <a:lnTo>
                    <a:pt x="1766" y="2352"/>
                  </a:lnTo>
                  <a:lnTo>
                    <a:pt x="1768" y="2352"/>
                  </a:lnTo>
                  <a:lnTo>
                    <a:pt x="1772" y="2350"/>
                  </a:lnTo>
                  <a:lnTo>
                    <a:pt x="1776" y="2350"/>
                  </a:lnTo>
                  <a:lnTo>
                    <a:pt x="1780" y="2356"/>
                  </a:lnTo>
                  <a:lnTo>
                    <a:pt x="1780" y="2358"/>
                  </a:lnTo>
                  <a:lnTo>
                    <a:pt x="1778" y="2360"/>
                  </a:lnTo>
                  <a:lnTo>
                    <a:pt x="1774" y="2364"/>
                  </a:lnTo>
                  <a:lnTo>
                    <a:pt x="1756" y="2374"/>
                  </a:lnTo>
                  <a:lnTo>
                    <a:pt x="1738" y="2382"/>
                  </a:lnTo>
                  <a:lnTo>
                    <a:pt x="1732" y="2386"/>
                  </a:lnTo>
                  <a:lnTo>
                    <a:pt x="1732" y="2388"/>
                  </a:lnTo>
                  <a:lnTo>
                    <a:pt x="1732" y="2390"/>
                  </a:lnTo>
                  <a:lnTo>
                    <a:pt x="1736" y="2392"/>
                  </a:lnTo>
                  <a:lnTo>
                    <a:pt x="1742" y="2394"/>
                  </a:lnTo>
                  <a:lnTo>
                    <a:pt x="1756" y="2398"/>
                  </a:lnTo>
                  <a:lnTo>
                    <a:pt x="1762" y="2400"/>
                  </a:lnTo>
                  <a:lnTo>
                    <a:pt x="1768" y="2404"/>
                  </a:lnTo>
                  <a:lnTo>
                    <a:pt x="1772" y="2410"/>
                  </a:lnTo>
                  <a:lnTo>
                    <a:pt x="1774" y="2416"/>
                  </a:lnTo>
                  <a:lnTo>
                    <a:pt x="1774" y="2424"/>
                  </a:lnTo>
                  <a:lnTo>
                    <a:pt x="1772" y="2428"/>
                  </a:lnTo>
                  <a:lnTo>
                    <a:pt x="1768" y="2432"/>
                  </a:lnTo>
                  <a:lnTo>
                    <a:pt x="1766" y="2434"/>
                  </a:lnTo>
                  <a:lnTo>
                    <a:pt x="1768" y="2434"/>
                  </a:lnTo>
                  <a:lnTo>
                    <a:pt x="1774" y="2442"/>
                  </a:lnTo>
                  <a:lnTo>
                    <a:pt x="1780" y="2446"/>
                  </a:lnTo>
                  <a:lnTo>
                    <a:pt x="1788" y="2448"/>
                  </a:lnTo>
                  <a:lnTo>
                    <a:pt x="1794" y="2446"/>
                  </a:lnTo>
                  <a:lnTo>
                    <a:pt x="1800" y="2442"/>
                  </a:lnTo>
                  <a:lnTo>
                    <a:pt x="1810" y="2432"/>
                  </a:lnTo>
                  <a:lnTo>
                    <a:pt x="1822" y="2422"/>
                  </a:lnTo>
                  <a:lnTo>
                    <a:pt x="1826" y="2420"/>
                  </a:lnTo>
                  <a:lnTo>
                    <a:pt x="1830" y="2420"/>
                  </a:lnTo>
                  <a:lnTo>
                    <a:pt x="1832" y="2422"/>
                  </a:lnTo>
                  <a:lnTo>
                    <a:pt x="1836" y="2422"/>
                  </a:lnTo>
                  <a:lnTo>
                    <a:pt x="1844" y="2416"/>
                  </a:lnTo>
                  <a:lnTo>
                    <a:pt x="1850" y="2410"/>
                  </a:lnTo>
                  <a:lnTo>
                    <a:pt x="1856" y="2408"/>
                  </a:lnTo>
                  <a:lnTo>
                    <a:pt x="1860" y="2408"/>
                  </a:lnTo>
                  <a:lnTo>
                    <a:pt x="1862" y="2408"/>
                  </a:lnTo>
                  <a:lnTo>
                    <a:pt x="1870" y="2412"/>
                  </a:lnTo>
                  <a:lnTo>
                    <a:pt x="1876" y="2414"/>
                  </a:lnTo>
                  <a:lnTo>
                    <a:pt x="1882" y="2412"/>
                  </a:lnTo>
                  <a:lnTo>
                    <a:pt x="1892" y="2408"/>
                  </a:lnTo>
                  <a:lnTo>
                    <a:pt x="1894" y="2406"/>
                  </a:lnTo>
                  <a:lnTo>
                    <a:pt x="1892" y="2404"/>
                  </a:lnTo>
                  <a:lnTo>
                    <a:pt x="1892" y="2400"/>
                  </a:lnTo>
                  <a:lnTo>
                    <a:pt x="1892" y="2398"/>
                  </a:lnTo>
                  <a:lnTo>
                    <a:pt x="1894" y="2394"/>
                  </a:lnTo>
                  <a:lnTo>
                    <a:pt x="1896" y="2390"/>
                  </a:lnTo>
                  <a:lnTo>
                    <a:pt x="1894" y="2386"/>
                  </a:lnTo>
                  <a:lnTo>
                    <a:pt x="1886" y="2384"/>
                  </a:lnTo>
                  <a:lnTo>
                    <a:pt x="1874" y="2386"/>
                  </a:lnTo>
                  <a:lnTo>
                    <a:pt x="1868" y="2388"/>
                  </a:lnTo>
                  <a:lnTo>
                    <a:pt x="1862" y="2392"/>
                  </a:lnTo>
                  <a:lnTo>
                    <a:pt x="1854" y="2396"/>
                  </a:lnTo>
                  <a:lnTo>
                    <a:pt x="1852" y="2396"/>
                  </a:lnTo>
                  <a:lnTo>
                    <a:pt x="1848" y="2392"/>
                  </a:lnTo>
                  <a:lnTo>
                    <a:pt x="1842" y="2386"/>
                  </a:lnTo>
                  <a:lnTo>
                    <a:pt x="1836" y="2376"/>
                  </a:lnTo>
                  <a:lnTo>
                    <a:pt x="1826" y="2358"/>
                  </a:lnTo>
                  <a:lnTo>
                    <a:pt x="1824" y="2348"/>
                  </a:lnTo>
                  <a:lnTo>
                    <a:pt x="1824" y="2346"/>
                  </a:lnTo>
                  <a:lnTo>
                    <a:pt x="1824" y="2344"/>
                  </a:lnTo>
                  <a:lnTo>
                    <a:pt x="1830" y="2342"/>
                  </a:lnTo>
                  <a:lnTo>
                    <a:pt x="1836" y="2340"/>
                  </a:lnTo>
                  <a:lnTo>
                    <a:pt x="1838" y="2340"/>
                  </a:lnTo>
                  <a:lnTo>
                    <a:pt x="1838" y="2342"/>
                  </a:lnTo>
                  <a:lnTo>
                    <a:pt x="1838" y="2344"/>
                  </a:lnTo>
                  <a:lnTo>
                    <a:pt x="1838" y="2348"/>
                  </a:lnTo>
                  <a:lnTo>
                    <a:pt x="1842" y="2346"/>
                  </a:lnTo>
                  <a:lnTo>
                    <a:pt x="1852" y="2336"/>
                  </a:lnTo>
                  <a:lnTo>
                    <a:pt x="1862" y="2326"/>
                  </a:lnTo>
                  <a:lnTo>
                    <a:pt x="1872" y="2318"/>
                  </a:lnTo>
                  <a:lnTo>
                    <a:pt x="1876" y="2316"/>
                  </a:lnTo>
                  <a:lnTo>
                    <a:pt x="1880" y="2316"/>
                  </a:lnTo>
                  <a:lnTo>
                    <a:pt x="1886" y="2318"/>
                  </a:lnTo>
                  <a:lnTo>
                    <a:pt x="1896" y="2316"/>
                  </a:lnTo>
                  <a:lnTo>
                    <a:pt x="1906" y="2312"/>
                  </a:lnTo>
                  <a:lnTo>
                    <a:pt x="1916" y="2308"/>
                  </a:lnTo>
                  <a:lnTo>
                    <a:pt x="1934" y="2296"/>
                  </a:lnTo>
                  <a:lnTo>
                    <a:pt x="1944" y="2292"/>
                  </a:lnTo>
                  <a:lnTo>
                    <a:pt x="1952" y="2292"/>
                  </a:lnTo>
                  <a:lnTo>
                    <a:pt x="1956" y="2294"/>
                  </a:lnTo>
                  <a:lnTo>
                    <a:pt x="1960" y="2296"/>
                  </a:lnTo>
                  <a:lnTo>
                    <a:pt x="1964" y="2294"/>
                  </a:lnTo>
                  <a:lnTo>
                    <a:pt x="1972" y="2288"/>
                  </a:lnTo>
                  <a:lnTo>
                    <a:pt x="1976" y="2288"/>
                  </a:lnTo>
                  <a:lnTo>
                    <a:pt x="1980" y="2290"/>
                  </a:lnTo>
                  <a:lnTo>
                    <a:pt x="1986" y="2288"/>
                  </a:lnTo>
                  <a:lnTo>
                    <a:pt x="1992" y="2286"/>
                  </a:lnTo>
                  <a:lnTo>
                    <a:pt x="1998" y="2284"/>
                  </a:lnTo>
                  <a:lnTo>
                    <a:pt x="2002" y="2284"/>
                  </a:lnTo>
                  <a:lnTo>
                    <a:pt x="2004" y="2286"/>
                  </a:lnTo>
                  <a:lnTo>
                    <a:pt x="2004" y="2288"/>
                  </a:lnTo>
                  <a:lnTo>
                    <a:pt x="2004" y="2290"/>
                  </a:lnTo>
                  <a:lnTo>
                    <a:pt x="2000" y="2294"/>
                  </a:lnTo>
                  <a:lnTo>
                    <a:pt x="1996" y="2298"/>
                  </a:lnTo>
                  <a:lnTo>
                    <a:pt x="1988" y="2300"/>
                  </a:lnTo>
                  <a:lnTo>
                    <a:pt x="1980" y="2302"/>
                  </a:lnTo>
                  <a:lnTo>
                    <a:pt x="1974" y="2306"/>
                  </a:lnTo>
                  <a:lnTo>
                    <a:pt x="1968" y="2312"/>
                  </a:lnTo>
                  <a:lnTo>
                    <a:pt x="1962" y="2316"/>
                  </a:lnTo>
                  <a:lnTo>
                    <a:pt x="1948" y="2318"/>
                  </a:lnTo>
                  <a:lnTo>
                    <a:pt x="1944" y="2318"/>
                  </a:lnTo>
                  <a:lnTo>
                    <a:pt x="1944" y="2320"/>
                  </a:lnTo>
                  <a:lnTo>
                    <a:pt x="1944" y="2324"/>
                  </a:lnTo>
                  <a:lnTo>
                    <a:pt x="1946" y="2326"/>
                  </a:lnTo>
                  <a:lnTo>
                    <a:pt x="1952" y="2332"/>
                  </a:lnTo>
                  <a:lnTo>
                    <a:pt x="1956" y="2334"/>
                  </a:lnTo>
                  <a:lnTo>
                    <a:pt x="1958" y="2334"/>
                  </a:lnTo>
                  <a:lnTo>
                    <a:pt x="1962" y="2334"/>
                  </a:lnTo>
                  <a:lnTo>
                    <a:pt x="1968" y="2338"/>
                  </a:lnTo>
                  <a:lnTo>
                    <a:pt x="1974" y="2344"/>
                  </a:lnTo>
                  <a:lnTo>
                    <a:pt x="1978" y="2352"/>
                  </a:lnTo>
                  <a:lnTo>
                    <a:pt x="1976" y="2354"/>
                  </a:lnTo>
                  <a:lnTo>
                    <a:pt x="1972" y="2352"/>
                  </a:lnTo>
                  <a:lnTo>
                    <a:pt x="1964" y="2350"/>
                  </a:lnTo>
                  <a:lnTo>
                    <a:pt x="1958" y="2350"/>
                  </a:lnTo>
                  <a:lnTo>
                    <a:pt x="1952" y="2354"/>
                  </a:lnTo>
                  <a:lnTo>
                    <a:pt x="1948" y="2362"/>
                  </a:lnTo>
                  <a:lnTo>
                    <a:pt x="1942" y="2376"/>
                  </a:lnTo>
                  <a:lnTo>
                    <a:pt x="1940" y="2382"/>
                  </a:lnTo>
                  <a:lnTo>
                    <a:pt x="1942" y="2388"/>
                  </a:lnTo>
                  <a:lnTo>
                    <a:pt x="1944" y="2396"/>
                  </a:lnTo>
                  <a:lnTo>
                    <a:pt x="1942" y="2396"/>
                  </a:lnTo>
                  <a:lnTo>
                    <a:pt x="1940" y="2396"/>
                  </a:lnTo>
                  <a:lnTo>
                    <a:pt x="1934" y="2394"/>
                  </a:lnTo>
                  <a:lnTo>
                    <a:pt x="1930" y="2392"/>
                  </a:lnTo>
                  <a:lnTo>
                    <a:pt x="1926" y="2394"/>
                  </a:lnTo>
                  <a:lnTo>
                    <a:pt x="1922" y="2394"/>
                  </a:lnTo>
                  <a:lnTo>
                    <a:pt x="1918" y="2392"/>
                  </a:lnTo>
                  <a:lnTo>
                    <a:pt x="1910" y="2390"/>
                  </a:lnTo>
                  <a:lnTo>
                    <a:pt x="1904" y="2388"/>
                  </a:lnTo>
                  <a:lnTo>
                    <a:pt x="1904" y="2390"/>
                  </a:lnTo>
                  <a:lnTo>
                    <a:pt x="1904" y="2392"/>
                  </a:lnTo>
                  <a:lnTo>
                    <a:pt x="1904" y="2396"/>
                  </a:lnTo>
                  <a:lnTo>
                    <a:pt x="1904" y="2398"/>
                  </a:lnTo>
                  <a:lnTo>
                    <a:pt x="1900" y="2402"/>
                  </a:lnTo>
                  <a:lnTo>
                    <a:pt x="1900" y="2404"/>
                  </a:lnTo>
                  <a:lnTo>
                    <a:pt x="1912" y="2410"/>
                  </a:lnTo>
                  <a:lnTo>
                    <a:pt x="1918" y="2414"/>
                  </a:lnTo>
                  <a:lnTo>
                    <a:pt x="1924" y="2418"/>
                  </a:lnTo>
                  <a:lnTo>
                    <a:pt x="1928" y="2424"/>
                  </a:lnTo>
                  <a:lnTo>
                    <a:pt x="1934" y="2430"/>
                  </a:lnTo>
                  <a:lnTo>
                    <a:pt x="1938" y="2432"/>
                  </a:lnTo>
                  <a:lnTo>
                    <a:pt x="1944" y="2434"/>
                  </a:lnTo>
                  <a:lnTo>
                    <a:pt x="1950" y="2434"/>
                  </a:lnTo>
                  <a:lnTo>
                    <a:pt x="1954" y="2436"/>
                  </a:lnTo>
                  <a:lnTo>
                    <a:pt x="1956" y="2440"/>
                  </a:lnTo>
                  <a:lnTo>
                    <a:pt x="1958" y="2442"/>
                  </a:lnTo>
                  <a:lnTo>
                    <a:pt x="1960" y="2446"/>
                  </a:lnTo>
                  <a:lnTo>
                    <a:pt x="1966" y="2448"/>
                  </a:lnTo>
                  <a:lnTo>
                    <a:pt x="1976" y="2452"/>
                  </a:lnTo>
                  <a:lnTo>
                    <a:pt x="1990" y="2456"/>
                  </a:lnTo>
                  <a:lnTo>
                    <a:pt x="1994" y="2458"/>
                  </a:lnTo>
                  <a:lnTo>
                    <a:pt x="1996" y="2462"/>
                  </a:lnTo>
                  <a:lnTo>
                    <a:pt x="2006" y="2474"/>
                  </a:lnTo>
                  <a:lnTo>
                    <a:pt x="2034" y="2504"/>
                  </a:lnTo>
                  <a:lnTo>
                    <a:pt x="2042" y="2510"/>
                  </a:lnTo>
                  <a:lnTo>
                    <a:pt x="2050" y="2516"/>
                  </a:lnTo>
                  <a:lnTo>
                    <a:pt x="2062" y="2520"/>
                  </a:lnTo>
                  <a:lnTo>
                    <a:pt x="2070" y="2522"/>
                  </a:lnTo>
                  <a:lnTo>
                    <a:pt x="2074" y="2526"/>
                  </a:lnTo>
                  <a:lnTo>
                    <a:pt x="2076" y="2530"/>
                  </a:lnTo>
                  <a:lnTo>
                    <a:pt x="2080" y="2534"/>
                  </a:lnTo>
                  <a:lnTo>
                    <a:pt x="2082" y="2538"/>
                  </a:lnTo>
                  <a:lnTo>
                    <a:pt x="2088" y="2538"/>
                  </a:lnTo>
                  <a:lnTo>
                    <a:pt x="2092" y="2540"/>
                  </a:lnTo>
                  <a:lnTo>
                    <a:pt x="2094" y="2544"/>
                  </a:lnTo>
                  <a:lnTo>
                    <a:pt x="2098" y="2552"/>
                  </a:lnTo>
                  <a:lnTo>
                    <a:pt x="2100" y="2562"/>
                  </a:lnTo>
                  <a:lnTo>
                    <a:pt x="2104" y="2584"/>
                  </a:lnTo>
                  <a:lnTo>
                    <a:pt x="2104" y="2598"/>
                  </a:lnTo>
                  <a:lnTo>
                    <a:pt x="2100" y="2606"/>
                  </a:lnTo>
                  <a:lnTo>
                    <a:pt x="2096" y="2610"/>
                  </a:lnTo>
                  <a:lnTo>
                    <a:pt x="2086" y="2618"/>
                  </a:lnTo>
                  <a:lnTo>
                    <a:pt x="2066" y="2630"/>
                  </a:lnTo>
                  <a:lnTo>
                    <a:pt x="2054" y="2636"/>
                  </a:lnTo>
                  <a:lnTo>
                    <a:pt x="2044" y="2640"/>
                  </a:lnTo>
                  <a:lnTo>
                    <a:pt x="2032" y="2638"/>
                  </a:lnTo>
                  <a:lnTo>
                    <a:pt x="2028" y="2638"/>
                  </a:lnTo>
                  <a:lnTo>
                    <a:pt x="2024" y="2634"/>
                  </a:lnTo>
                  <a:lnTo>
                    <a:pt x="2014" y="2630"/>
                  </a:lnTo>
                  <a:lnTo>
                    <a:pt x="2006" y="2630"/>
                  </a:lnTo>
                  <a:lnTo>
                    <a:pt x="1996" y="2632"/>
                  </a:lnTo>
                  <a:lnTo>
                    <a:pt x="1986" y="2636"/>
                  </a:lnTo>
                  <a:lnTo>
                    <a:pt x="1976" y="2640"/>
                  </a:lnTo>
                  <a:lnTo>
                    <a:pt x="1968" y="2642"/>
                  </a:lnTo>
                  <a:lnTo>
                    <a:pt x="1960" y="2642"/>
                  </a:lnTo>
                  <a:lnTo>
                    <a:pt x="1956" y="2640"/>
                  </a:lnTo>
                  <a:lnTo>
                    <a:pt x="1952" y="2636"/>
                  </a:lnTo>
                  <a:lnTo>
                    <a:pt x="1942" y="2630"/>
                  </a:lnTo>
                  <a:lnTo>
                    <a:pt x="1940" y="2630"/>
                  </a:lnTo>
                  <a:lnTo>
                    <a:pt x="1938" y="2632"/>
                  </a:lnTo>
                  <a:lnTo>
                    <a:pt x="1936" y="2634"/>
                  </a:lnTo>
                  <a:lnTo>
                    <a:pt x="1932" y="2634"/>
                  </a:lnTo>
                  <a:lnTo>
                    <a:pt x="1924" y="2630"/>
                  </a:lnTo>
                  <a:lnTo>
                    <a:pt x="1918" y="2626"/>
                  </a:lnTo>
                  <a:lnTo>
                    <a:pt x="1914" y="2622"/>
                  </a:lnTo>
                  <a:lnTo>
                    <a:pt x="1910" y="2618"/>
                  </a:lnTo>
                  <a:lnTo>
                    <a:pt x="1908" y="2616"/>
                  </a:lnTo>
                  <a:lnTo>
                    <a:pt x="1906" y="2616"/>
                  </a:lnTo>
                  <a:lnTo>
                    <a:pt x="1896" y="2620"/>
                  </a:lnTo>
                  <a:lnTo>
                    <a:pt x="1890" y="2620"/>
                  </a:lnTo>
                  <a:lnTo>
                    <a:pt x="1886" y="2618"/>
                  </a:lnTo>
                  <a:lnTo>
                    <a:pt x="1884" y="2614"/>
                  </a:lnTo>
                  <a:lnTo>
                    <a:pt x="1882" y="2608"/>
                  </a:lnTo>
                  <a:lnTo>
                    <a:pt x="1880" y="2602"/>
                  </a:lnTo>
                  <a:lnTo>
                    <a:pt x="1876" y="2598"/>
                  </a:lnTo>
                  <a:lnTo>
                    <a:pt x="1870" y="2596"/>
                  </a:lnTo>
                  <a:lnTo>
                    <a:pt x="1860" y="2598"/>
                  </a:lnTo>
                  <a:lnTo>
                    <a:pt x="1850" y="2600"/>
                  </a:lnTo>
                  <a:lnTo>
                    <a:pt x="1844" y="2596"/>
                  </a:lnTo>
                  <a:lnTo>
                    <a:pt x="1842" y="2592"/>
                  </a:lnTo>
                  <a:lnTo>
                    <a:pt x="1840" y="2586"/>
                  </a:lnTo>
                  <a:lnTo>
                    <a:pt x="1840" y="2582"/>
                  </a:lnTo>
                  <a:lnTo>
                    <a:pt x="1838" y="2578"/>
                  </a:lnTo>
                  <a:lnTo>
                    <a:pt x="1836" y="2576"/>
                  </a:lnTo>
                  <a:lnTo>
                    <a:pt x="1830" y="2580"/>
                  </a:lnTo>
                  <a:lnTo>
                    <a:pt x="1822" y="2582"/>
                  </a:lnTo>
                  <a:lnTo>
                    <a:pt x="1814" y="2584"/>
                  </a:lnTo>
                  <a:lnTo>
                    <a:pt x="1798" y="2582"/>
                  </a:lnTo>
                  <a:lnTo>
                    <a:pt x="1788" y="2580"/>
                  </a:lnTo>
                  <a:lnTo>
                    <a:pt x="1778" y="2580"/>
                  </a:lnTo>
                  <a:lnTo>
                    <a:pt x="1766" y="2582"/>
                  </a:lnTo>
                  <a:lnTo>
                    <a:pt x="1752" y="2586"/>
                  </a:lnTo>
                  <a:lnTo>
                    <a:pt x="1724" y="2596"/>
                  </a:lnTo>
                  <a:lnTo>
                    <a:pt x="1706" y="2608"/>
                  </a:lnTo>
                  <a:lnTo>
                    <a:pt x="1694" y="2618"/>
                  </a:lnTo>
                  <a:lnTo>
                    <a:pt x="1688" y="2624"/>
                  </a:lnTo>
                  <a:lnTo>
                    <a:pt x="1684" y="2630"/>
                  </a:lnTo>
                  <a:lnTo>
                    <a:pt x="1678" y="2632"/>
                  </a:lnTo>
                  <a:lnTo>
                    <a:pt x="1668" y="2632"/>
                  </a:lnTo>
                  <a:lnTo>
                    <a:pt x="1656" y="2628"/>
                  </a:lnTo>
                  <a:lnTo>
                    <a:pt x="1646" y="2626"/>
                  </a:lnTo>
                  <a:lnTo>
                    <a:pt x="1638" y="2626"/>
                  </a:lnTo>
                  <a:lnTo>
                    <a:pt x="1630" y="2628"/>
                  </a:lnTo>
                  <a:lnTo>
                    <a:pt x="1618" y="2628"/>
                  </a:lnTo>
                  <a:lnTo>
                    <a:pt x="1608" y="2624"/>
                  </a:lnTo>
                  <a:lnTo>
                    <a:pt x="1602" y="2626"/>
                  </a:lnTo>
                  <a:lnTo>
                    <a:pt x="1598" y="2628"/>
                  </a:lnTo>
                  <a:lnTo>
                    <a:pt x="1596" y="2634"/>
                  </a:lnTo>
                  <a:lnTo>
                    <a:pt x="1594" y="2638"/>
                  </a:lnTo>
                  <a:lnTo>
                    <a:pt x="1596" y="2640"/>
                  </a:lnTo>
                  <a:lnTo>
                    <a:pt x="1600" y="2642"/>
                  </a:lnTo>
                  <a:lnTo>
                    <a:pt x="1604" y="2646"/>
                  </a:lnTo>
                  <a:lnTo>
                    <a:pt x="1608" y="2650"/>
                  </a:lnTo>
                  <a:lnTo>
                    <a:pt x="1612" y="2650"/>
                  </a:lnTo>
                  <a:lnTo>
                    <a:pt x="1620" y="2652"/>
                  </a:lnTo>
                  <a:lnTo>
                    <a:pt x="1622" y="2652"/>
                  </a:lnTo>
                  <a:lnTo>
                    <a:pt x="1620" y="2652"/>
                  </a:lnTo>
                  <a:lnTo>
                    <a:pt x="1606" y="2656"/>
                  </a:lnTo>
                  <a:lnTo>
                    <a:pt x="1584" y="2660"/>
                  </a:lnTo>
                  <a:lnTo>
                    <a:pt x="1584" y="2662"/>
                  </a:lnTo>
                  <a:lnTo>
                    <a:pt x="1584" y="2664"/>
                  </a:lnTo>
                  <a:lnTo>
                    <a:pt x="1592" y="2666"/>
                  </a:lnTo>
                  <a:lnTo>
                    <a:pt x="1594" y="2668"/>
                  </a:lnTo>
                  <a:lnTo>
                    <a:pt x="1594" y="2672"/>
                  </a:lnTo>
                  <a:lnTo>
                    <a:pt x="1586" y="2674"/>
                  </a:lnTo>
                  <a:lnTo>
                    <a:pt x="1570" y="2674"/>
                  </a:lnTo>
                  <a:lnTo>
                    <a:pt x="1558" y="2672"/>
                  </a:lnTo>
                  <a:lnTo>
                    <a:pt x="1554" y="2670"/>
                  </a:lnTo>
                  <a:lnTo>
                    <a:pt x="1552" y="2666"/>
                  </a:lnTo>
                  <a:lnTo>
                    <a:pt x="1552" y="2664"/>
                  </a:lnTo>
                  <a:lnTo>
                    <a:pt x="1550" y="2662"/>
                  </a:lnTo>
                  <a:lnTo>
                    <a:pt x="1544" y="2662"/>
                  </a:lnTo>
                  <a:lnTo>
                    <a:pt x="1538" y="2666"/>
                  </a:lnTo>
                  <a:lnTo>
                    <a:pt x="1536" y="2668"/>
                  </a:lnTo>
                  <a:lnTo>
                    <a:pt x="1538" y="2670"/>
                  </a:lnTo>
                  <a:lnTo>
                    <a:pt x="1540" y="2672"/>
                  </a:lnTo>
                  <a:lnTo>
                    <a:pt x="1540" y="2674"/>
                  </a:lnTo>
                  <a:lnTo>
                    <a:pt x="1536" y="2676"/>
                  </a:lnTo>
                  <a:lnTo>
                    <a:pt x="1530" y="2676"/>
                  </a:lnTo>
                  <a:lnTo>
                    <a:pt x="1528" y="2674"/>
                  </a:lnTo>
                  <a:lnTo>
                    <a:pt x="1526" y="2672"/>
                  </a:lnTo>
                  <a:lnTo>
                    <a:pt x="1524" y="2670"/>
                  </a:lnTo>
                  <a:lnTo>
                    <a:pt x="1520" y="2668"/>
                  </a:lnTo>
                  <a:lnTo>
                    <a:pt x="1516" y="2666"/>
                  </a:lnTo>
                  <a:lnTo>
                    <a:pt x="1510" y="2668"/>
                  </a:lnTo>
                  <a:lnTo>
                    <a:pt x="1506" y="2670"/>
                  </a:lnTo>
                  <a:lnTo>
                    <a:pt x="1500" y="2672"/>
                  </a:lnTo>
                  <a:lnTo>
                    <a:pt x="1494" y="2678"/>
                  </a:lnTo>
                  <a:lnTo>
                    <a:pt x="1488" y="2686"/>
                  </a:lnTo>
                  <a:lnTo>
                    <a:pt x="1482" y="2692"/>
                  </a:lnTo>
                  <a:lnTo>
                    <a:pt x="1480" y="2694"/>
                  </a:lnTo>
                  <a:lnTo>
                    <a:pt x="1478" y="2696"/>
                  </a:lnTo>
                  <a:lnTo>
                    <a:pt x="1476" y="2706"/>
                  </a:lnTo>
                  <a:lnTo>
                    <a:pt x="1474" y="2716"/>
                  </a:lnTo>
                  <a:lnTo>
                    <a:pt x="1474" y="2718"/>
                  </a:lnTo>
                  <a:lnTo>
                    <a:pt x="1476" y="2720"/>
                  </a:lnTo>
                  <a:lnTo>
                    <a:pt x="1482" y="2720"/>
                  </a:lnTo>
                  <a:lnTo>
                    <a:pt x="1496" y="2716"/>
                  </a:lnTo>
                  <a:lnTo>
                    <a:pt x="1504" y="2716"/>
                  </a:lnTo>
                  <a:lnTo>
                    <a:pt x="1506" y="2716"/>
                  </a:lnTo>
                  <a:lnTo>
                    <a:pt x="1506" y="2718"/>
                  </a:lnTo>
                  <a:lnTo>
                    <a:pt x="1504" y="2720"/>
                  </a:lnTo>
                  <a:lnTo>
                    <a:pt x="1500" y="2728"/>
                  </a:lnTo>
                  <a:lnTo>
                    <a:pt x="1498" y="2732"/>
                  </a:lnTo>
                  <a:lnTo>
                    <a:pt x="1502" y="2734"/>
                  </a:lnTo>
                  <a:lnTo>
                    <a:pt x="1504" y="2738"/>
                  </a:lnTo>
                  <a:lnTo>
                    <a:pt x="1504" y="2740"/>
                  </a:lnTo>
                  <a:lnTo>
                    <a:pt x="1502" y="2746"/>
                  </a:lnTo>
                  <a:lnTo>
                    <a:pt x="1502" y="2750"/>
                  </a:lnTo>
                  <a:lnTo>
                    <a:pt x="1504" y="2752"/>
                  </a:lnTo>
                  <a:lnTo>
                    <a:pt x="1506" y="2752"/>
                  </a:lnTo>
                  <a:lnTo>
                    <a:pt x="1510" y="2754"/>
                  </a:lnTo>
                  <a:lnTo>
                    <a:pt x="1510" y="2756"/>
                  </a:lnTo>
                  <a:lnTo>
                    <a:pt x="1504" y="2760"/>
                  </a:lnTo>
                  <a:lnTo>
                    <a:pt x="1498" y="2766"/>
                  </a:lnTo>
                  <a:lnTo>
                    <a:pt x="1498" y="2768"/>
                  </a:lnTo>
                  <a:lnTo>
                    <a:pt x="1502" y="2770"/>
                  </a:lnTo>
                  <a:lnTo>
                    <a:pt x="1508" y="2774"/>
                  </a:lnTo>
                  <a:lnTo>
                    <a:pt x="1510" y="2778"/>
                  </a:lnTo>
                  <a:lnTo>
                    <a:pt x="1510" y="2780"/>
                  </a:lnTo>
                  <a:lnTo>
                    <a:pt x="1508" y="2782"/>
                  </a:lnTo>
                  <a:lnTo>
                    <a:pt x="1504" y="2782"/>
                  </a:lnTo>
                  <a:lnTo>
                    <a:pt x="1500" y="2782"/>
                  </a:lnTo>
                  <a:lnTo>
                    <a:pt x="1496" y="2780"/>
                  </a:lnTo>
                  <a:lnTo>
                    <a:pt x="1494" y="2774"/>
                  </a:lnTo>
                  <a:lnTo>
                    <a:pt x="1492" y="2768"/>
                  </a:lnTo>
                  <a:lnTo>
                    <a:pt x="1488" y="2768"/>
                  </a:lnTo>
                  <a:lnTo>
                    <a:pt x="1486" y="2768"/>
                  </a:lnTo>
                  <a:lnTo>
                    <a:pt x="1486" y="2772"/>
                  </a:lnTo>
                  <a:lnTo>
                    <a:pt x="1484" y="2782"/>
                  </a:lnTo>
                  <a:lnTo>
                    <a:pt x="1486" y="2788"/>
                  </a:lnTo>
                  <a:lnTo>
                    <a:pt x="1490" y="2792"/>
                  </a:lnTo>
                  <a:lnTo>
                    <a:pt x="1494" y="2794"/>
                  </a:lnTo>
                  <a:lnTo>
                    <a:pt x="1498" y="2794"/>
                  </a:lnTo>
                  <a:lnTo>
                    <a:pt x="1500" y="2794"/>
                  </a:lnTo>
                  <a:lnTo>
                    <a:pt x="1504" y="2796"/>
                  </a:lnTo>
                  <a:lnTo>
                    <a:pt x="1508" y="2800"/>
                  </a:lnTo>
                  <a:lnTo>
                    <a:pt x="1510" y="2800"/>
                  </a:lnTo>
                  <a:lnTo>
                    <a:pt x="1518" y="2802"/>
                  </a:lnTo>
                  <a:lnTo>
                    <a:pt x="1520" y="2802"/>
                  </a:lnTo>
                  <a:lnTo>
                    <a:pt x="1522" y="2804"/>
                  </a:lnTo>
                  <a:lnTo>
                    <a:pt x="1522" y="2806"/>
                  </a:lnTo>
                  <a:lnTo>
                    <a:pt x="1520" y="2810"/>
                  </a:lnTo>
                  <a:lnTo>
                    <a:pt x="1516" y="2818"/>
                  </a:lnTo>
                  <a:lnTo>
                    <a:pt x="1516" y="2822"/>
                  </a:lnTo>
                  <a:lnTo>
                    <a:pt x="1520" y="2826"/>
                  </a:lnTo>
                  <a:lnTo>
                    <a:pt x="1520" y="2832"/>
                  </a:lnTo>
                  <a:lnTo>
                    <a:pt x="1520" y="2836"/>
                  </a:lnTo>
                  <a:lnTo>
                    <a:pt x="1522" y="2838"/>
                  </a:lnTo>
                  <a:lnTo>
                    <a:pt x="1526" y="2838"/>
                  </a:lnTo>
                  <a:lnTo>
                    <a:pt x="1528" y="2840"/>
                  </a:lnTo>
                  <a:lnTo>
                    <a:pt x="1530" y="2844"/>
                  </a:lnTo>
                  <a:lnTo>
                    <a:pt x="1530" y="2848"/>
                  </a:lnTo>
                  <a:lnTo>
                    <a:pt x="1530" y="2850"/>
                  </a:lnTo>
                  <a:lnTo>
                    <a:pt x="1524" y="2850"/>
                  </a:lnTo>
                  <a:lnTo>
                    <a:pt x="1518" y="2850"/>
                  </a:lnTo>
                  <a:lnTo>
                    <a:pt x="1520" y="2854"/>
                  </a:lnTo>
                  <a:lnTo>
                    <a:pt x="1522" y="2856"/>
                  </a:lnTo>
                  <a:lnTo>
                    <a:pt x="1528" y="2858"/>
                  </a:lnTo>
                  <a:lnTo>
                    <a:pt x="1542" y="2856"/>
                  </a:lnTo>
                  <a:lnTo>
                    <a:pt x="1552" y="2856"/>
                  </a:lnTo>
                  <a:lnTo>
                    <a:pt x="1556" y="2858"/>
                  </a:lnTo>
                  <a:lnTo>
                    <a:pt x="1554" y="2860"/>
                  </a:lnTo>
                  <a:lnTo>
                    <a:pt x="1550" y="2864"/>
                  </a:lnTo>
                  <a:lnTo>
                    <a:pt x="1546" y="2866"/>
                  </a:lnTo>
                  <a:lnTo>
                    <a:pt x="1534" y="2868"/>
                  </a:lnTo>
                  <a:lnTo>
                    <a:pt x="1526" y="2870"/>
                  </a:lnTo>
                  <a:lnTo>
                    <a:pt x="1524" y="2870"/>
                  </a:lnTo>
                  <a:lnTo>
                    <a:pt x="1526" y="2872"/>
                  </a:lnTo>
                  <a:lnTo>
                    <a:pt x="1528" y="2876"/>
                  </a:lnTo>
                  <a:lnTo>
                    <a:pt x="1532" y="2876"/>
                  </a:lnTo>
                  <a:lnTo>
                    <a:pt x="1540" y="2874"/>
                  </a:lnTo>
                  <a:lnTo>
                    <a:pt x="1548" y="2872"/>
                  </a:lnTo>
                  <a:lnTo>
                    <a:pt x="1550" y="2872"/>
                  </a:lnTo>
                  <a:lnTo>
                    <a:pt x="1552" y="2876"/>
                  </a:lnTo>
                  <a:lnTo>
                    <a:pt x="1552" y="2878"/>
                  </a:lnTo>
                  <a:lnTo>
                    <a:pt x="1554" y="2878"/>
                  </a:lnTo>
                  <a:lnTo>
                    <a:pt x="1560" y="2872"/>
                  </a:lnTo>
                  <a:lnTo>
                    <a:pt x="1564" y="2870"/>
                  </a:lnTo>
                  <a:lnTo>
                    <a:pt x="1568" y="2868"/>
                  </a:lnTo>
                  <a:lnTo>
                    <a:pt x="1572" y="2868"/>
                  </a:lnTo>
                  <a:lnTo>
                    <a:pt x="1576" y="2870"/>
                  </a:lnTo>
                  <a:lnTo>
                    <a:pt x="1580" y="2874"/>
                  </a:lnTo>
                  <a:lnTo>
                    <a:pt x="1582" y="2874"/>
                  </a:lnTo>
                  <a:lnTo>
                    <a:pt x="1588" y="2874"/>
                  </a:lnTo>
                  <a:lnTo>
                    <a:pt x="1590" y="2872"/>
                  </a:lnTo>
                  <a:lnTo>
                    <a:pt x="1592" y="2874"/>
                  </a:lnTo>
                  <a:lnTo>
                    <a:pt x="1594" y="2880"/>
                  </a:lnTo>
                  <a:lnTo>
                    <a:pt x="1598" y="2886"/>
                  </a:lnTo>
                  <a:lnTo>
                    <a:pt x="1602" y="2892"/>
                  </a:lnTo>
                  <a:lnTo>
                    <a:pt x="1610" y="2900"/>
                  </a:lnTo>
                  <a:lnTo>
                    <a:pt x="1616" y="2902"/>
                  </a:lnTo>
                  <a:lnTo>
                    <a:pt x="1620" y="2904"/>
                  </a:lnTo>
                  <a:lnTo>
                    <a:pt x="1624" y="2904"/>
                  </a:lnTo>
                  <a:lnTo>
                    <a:pt x="1628" y="2902"/>
                  </a:lnTo>
                  <a:lnTo>
                    <a:pt x="1634" y="2896"/>
                  </a:lnTo>
                  <a:lnTo>
                    <a:pt x="1638" y="2894"/>
                  </a:lnTo>
                  <a:lnTo>
                    <a:pt x="1640" y="2894"/>
                  </a:lnTo>
                  <a:lnTo>
                    <a:pt x="1642" y="2896"/>
                  </a:lnTo>
                  <a:lnTo>
                    <a:pt x="1646" y="2898"/>
                  </a:lnTo>
                  <a:lnTo>
                    <a:pt x="1648" y="2896"/>
                  </a:lnTo>
                  <a:lnTo>
                    <a:pt x="1652" y="2894"/>
                  </a:lnTo>
                  <a:lnTo>
                    <a:pt x="1654" y="2890"/>
                  </a:lnTo>
                  <a:lnTo>
                    <a:pt x="1654" y="2884"/>
                  </a:lnTo>
                  <a:lnTo>
                    <a:pt x="1654" y="2872"/>
                  </a:lnTo>
                  <a:lnTo>
                    <a:pt x="1656" y="2866"/>
                  </a:lnTo>
                  <a:lnTo>
                    <a:pt x="1662" y="2864"/>
                  </a:lnTo>
                  <a:lnTo>
                    <a:pt x="1670" y="2864"/>
                  </a:lnTo>
                  <a:lnTo>
                    <a:pt x="1686" y="2868"/>
                  </a:lnTo>
                  <a:lnTo>
                    <a:pt x="1700" y="2874"/>
                  </a:lnTo>
                  <a:lnTo>
                    <a:pt x="1712" y="2882"/>
                  </a:lnTo>
                  <a:lnTo>
                    <a:pt x="1720" y="2890"/>
                  </a:lnTo>
                  <a:lnTo>
                    <a:pt x="1728" y="2898"/>
                  </a:lnTo>
                  <a:lnTo>
                    <a:pt x="1732" y="2904"/>
                  </a:lnTo>
                  <a:lnTo>
                    <a:pt x="1738" y="2908"/>
                  </a:lnTo>
                  <a:lnTo>
                    <a:pt x="1744" y="2910"/>
                  </a:lnTo>
                  <a:lnTo>
                    <a:pt x="1752" y="2908"/>
                  </a:lnTo>
                  <a:lnTo>
                    <a:pt x="1766" y="2904"/>
                  </a:lnTo>
                  <a:lnTo>
                    <a:pt x="1778" y="2902"/>
                  </a:lnTo>
                  <a:lnTo>
                    <a:pt x="1782" y="2900"/>
                  </a:lnTo>
                  <a:lnTo>
                    <a:pt x="1788" y="2898"/>
                  </a:lnTo>
                  <a:lnTo>
                    <a:pt x="1794" y="2892"/>
                  </a:lnTo>
                  <a:lnTo>
                    <a:pt x="1802" y="2884"/>
                  </a:lnTo>
                  <a:lnTo>
                    <a:pt x="1814" y="2872"/>
                  </a:lnTo>
                  <a:lnTo>
                    <a:pt x="1822" y="2868"/>
                  </a:lnTo>
                  <a:lnTo>
                    <a:pt x="1828" y="2868"/>
                  </a:lnTo>
                  <a:lnTo>
                    <a:pt x="1834" y="2872"/>
                  </a:lnTo>
                  <a:lnTo>
                    <a:pt x="1838" y="2876"/>
                  </a:lnTo>
                  <a:lnTo>
                    <a:pt x="1844" y="2880"/>
                  </a:lnTo>
                  <a:lnTo>
                    <a:pt x="1848" y="2880"/>
                  </a:lnTo>
                  <a:lnTo>
                    <a:pt x="1856" y="2876"/>
                  </a:lnTo>
                  <a:lnTo>
                    <a:pt x="1868" y="2864"/>
                  </a:lnTo>
                  <a:lnTo>
                    <a:pt x="1876" y="2860"/>
                  </a:lnTo>
                  <a:lnTo>
                    <a:pt x="1878" y="2860"/>
                  </a:lnTo>
                  <a:lnTo>
                    <a:pt x="1880" y="2862"/>
                  </a:lnTo>
                  <a:lnTo>
                    <a:pt x="1882" y="2870"/>
                  </a:lnTo>
                  <a:lnTo>
                    <a:pt x="1882" y="2874"/>
                  </a:lnTo>
                  <a:lnTo>
                    <a:pt x="1880" y="2878"/>
                  </a:lnTo>
                  <a:lnTo>
                    <a:pt x="1872" y="2886"/>
                  </a:lnTo>
                  <a:lnTo>
                    <a:pt x="1866" y="2892"/>
                  </a:lnTo>
                  <a:lnTo>
                    <a:pt x="1864" y="2894"/>
                  </a:lnTo>
                  <a:lnTo>
                    <a:pt x="1866" y="2896"/>
                  </a:lnTo>
                  <a:lnTo>
                    <a:pt x="1872" y="2906"/>
                  </a:lnTo>
                  <a:lnTo>
                    <a:pt x="1872" y="2910"/>
                  </a:lnTo>
                  <a:lnTo>
                    <a:pt x="1872" y="2914"/>
                  </a:lnTo>
                  <a:lnTo>
                    <a:pt x="1868" y="2918"/>
                  </a:lnTo>
                  <a:lnTo>
                    <a:pt x="1864" y="2924"/>
                  </a:lnTo>
                  <a:lnTo>
                    <a:pt x="1862" y="2930"/>
                  </a:lnTo>
                  <a:lnTo>
                    <a:pt x="1866" y="2940"/>
                  </a:lnTo>
                  <a:lnTo>
                    <a:pt x="1870" y="2948"/>
                  </a:lnTo>
                  <a:lnTo>
                    <a:pt x="1870" y="2956"/>
                  </a:lnTo>
                  <a:lnTo>
                    <a:pt x="1870" y="2966"/>
                  </a:lnTo>
                  <a:lnTo>
                    <a:pt x="1872" y="2980"/>
                  </a:lnTo>
                  <a:lnTo>
                    <a:pt x="1872" y="2986"/>
                  </a:lnTo>
                  <a:lnTo>
                    <a:pt x="1870" y="2990"/>
                  </a:lnTo>
                  <a:lnTo>
                    <a:pt x="1866" y="2996"/>
                  </a:lnTo>
                  <a:lnTo>
                    <a:pt x="1860" y="3000"/>
                  </a:lnTo>
                  <a:lnTo>
                    <a:pt x="1858" y="3006"/>
                  </a:lnTo>
                  <a:lnTo>
                    <a:pt x="1858" y="3012"/>
                  </a:lnTo>
                  <a:lnTo>
                    <a:pt x="1858" y="3020"/>
                  </a:lnTo>
                  <a:lnTo>
                    <a:pt x="1856" y="3020"/>
                  </a:lnTo>
                  <a:lnTo>
                    <a:pt x="1854" y="3024"/>
                  </a:lnTo>
                  <a:lnTo>
                    <a:pt x="1850" y="3034"/>
                  </a:lnTo>
                  <a:lnTo>
                    <a:pt x="1848" y="3044"/>
                  </a:lnTo>
                  <a:lnTo>
                    <a:pt x="1846" y="3050"/>
                  </a:lnTo>
                  <a:lnTo>
                    <a:pt x="1842" y="3054"/>
                  </a:lnTo>
                  <a:lnTo>
                    <a:pt x="1838" y="3064"/>
                  </a:lnTo>
                  <a:lnTo>
                    <a:pt x="1824" y="3108"/>
                  </a:lnTo>
                  <a:lnTo>
                    <a:pt x="1818" y="3130"/>
                  </a:lnTo>
                  <a:lnTo>
                    <a:pt x="1814" y="3144"/>
                  </a:lnTo>
                  <a:lnTo>
                    <a:pt x="1806" y="3154"/>
                  </a:lnTo>
                  <a:lnTo>
                    <a:pt x="1800" y="3160"/>
                  </a:lnTo>
                  <a:lnTo>
                    <a:pt x="1768" y="3170"/>
                  </a:lnTo>
                  <a:lnTo>
                    <a:pt x="1764" y="3170"/>
                  </a:lnTo>
                  <a:lnTo>
                    <a:pt x="1760" y="3166"/>
                  </a:lnTo>
                  <a:lnTo>
                    <a:pt x="1756" y="3164"/>
                  </a:lnTo>
                  <a:lnTo>
                    <a:pt x="1754" y="3166"/>
                  </a:lnTo>
                  <a:lnTo>
                    <a:pt x="1748" y="3168"/>
                  </a:lnTo>
                  <a:lnTo>
                    <a:pt x="1744" y="3170"/>
                  </a:lnTo>
                  <a:lnTo>
                    <a:pt x="1740" y="3170"/>
                  </a:lnTo>
                  <a:lnTo>
                    <a:pt x="1734" y="3168"/>
                  </a:lnTo>
                  <a:lnTo>
                    <a:pt x="1728" y="3164"/>
                  </a:lnTo>
                  <a:lnTo>
                    <a:pt x="1726" y="3162"/>
                  </a:lnTo>
                  <a:lnTo>
                    <a:pt x="1724" y="3162"/>
                  </a:lnTo>
                  <a:lnTo>
                    <a:pt x="1724" y="3164"/>
                  </a:lnTo>
                  <a:lnTo>
                    <a:pt x="1724" y="3168"/>
                  </a:lnTo>
                  <a:lnTo>
                    <a:pt x="1720" y="3170"/>
                  </a:lnTo>
                  <a:lnTo>
                    <a:pt x="1734" y="3232"/>
                  </a:lnTo>
                  <a:lnTo>
                    <a:pt x="1734" y="3230"/>
                  </a:lnTo>
                  <a:lnTo>
                    <a:pt x="1738" y="3232"/>
                  </a:lnTo>
                  <a:lnTo>
                    <a:pt x="1738" y="3236"/>
                  </a:lnTo>
                  <a:lnTo>
                    <a:pt x="1738" y="3242"/>
                  </a:lnTo>
                  <a:lnTo>
                    <a:pt x="1740" y="3252"/>
                  </a:lnTo>
                  <a:lnTo>
                    <a:pt x="1744" y="3260"/>
                  </a:lnTo>
                  <a:lnTo>
                    <a:pt x="1750" y="3266"/>
                  </a:lnTo>
                  <a:lnTo>
                    <a:pt x="1754" y="3272"/>
                  </a:lnTo>
                  <a:lnTo>
                    <a:pt x="1758" y="3278"/>
                  </a:lnTo>
                  <a:lnTo>
                    <a:pt x="1760" y="3288"/>
                  </a:lnTo>
                  <a:lnTo>
                    <a:pt x="1762" y="3300"/>
                  </a:lnTo>
                  <a:lnTo>
                    <a:pt x="1766" y="3306"/>
                  </a:lnTo>
                  <a:lnTo>
                    <a:pt x="1770" y="3312"/>
                  </a:lnTo>
                  <a:lnTo>
                    <a:pt x="1784" y="3328"/>
                  </a:lnTo>
                  <a:lnTo>
                    <a:pt x="1792" y="3340"/>
                  </a:lnTo>
                  <a:lnTo>
                    <a:pt x="1796" y="3344"/>
                  </a:lnTo>
                  <a:lnTo>
                    <a:pt x="1800" y="3346"/>
                  </a:lnTo>
                  <a:lnTo>
                    <a:pt x="1802" y="3344"/>
                  </a:lnTo>
                  <a:lnTo>
                    <a:pt x="1804" y="3340"/>
                  </a:lnTo>
                  <a:lnTo>
                    <a:pt x="1810" y="3328"/>
                  </a:lnTo>
                  <a:lnTo>
                    <a:pt x="1812" y="3314"/>
                  </a:lnTo>
                  <a:lnTo>
                    <a:pt x="1816" y="3292"/>
                  </a:lnTo>
                  <a:lnTo>
                    <a:pt x="1830" y="3254"/>
                  </a:lnTo>
                  <a:lnTo>
                    <a:pt x="1832" y="3250"/>
                  </a:lnTo>
                  <a:lnTo>
                    <a:pt x="1832" y="3256"/>
                  </a:lnTo>
                  <a:lnTo>
                    <a:pt x="1832" y="3260"/>
                  </a:lnTo>
                  <a:lnTo>
                    <a:pt x="1826" y="3286"/>
                  </a:lnTo>
                  <a:lnTo>
                    <a:pt x="1826" y="3296"/>
                  </a:lnTo>
                  <a:lnTo>
                    <a:pt x="1826" y="3302"/>
                  </a:lnTo>
                  <a:lnTo>
                    <a:pt x="1822" y="3312"/>
                  </a:lnTo>
                  <a:lnTo>
                    <a:pt x="1818" y="3328"/>
                  </a:lnTo>
                  <a:lnTo>
                    <a:pt x="1818" y="3330"/>
                  </a:lnTo>
                  <a:lnTo>
                    <a:pt x="1824" y="3328"/>
                  </a:lnTo>
                  <a:lnTo>
                    <a:pt x="1828" y="3326"/>
                  </a:lnTo>
                  <a:lnTo>
                    <a:pt x="1834" y="3326"/>
                  </a:lnTo>
                  <a:lnTo>
                    <a:pt x="1838" y="3328"/>
                  </a:lnTo>
                  <a:lnTo>
                    <a:pt x="1840" y="3330"/>
                  </a:lnTo>
                  <a:lnTo>
                    <a:pt x="1848" y="3340"/>
                  </a:lnTo>
                  <a:lnTo>
                    <a:pt x="1864" y="3372"/>
                  </a:lnTo>
                  <a:lnTo>
                    <a:pt x="1880" y="3406"/>
                  </a:lnTo>
                  <a:lnTo>
                    <a:pt x="1888" y="3418"/>
                  </a:lnTo>
                  <a:lnTo>
                    <a:pt x="1896" y="3428"/>
                  </a:lnTo>
                  <a:lnTo>
                    <a:pt x="1900" y="3434"/>
                  </a:lnTo>
                  <a:lnTo>
                    <a:pt x="1900" y="3440"/>
                  </a:lnTo>
                  <a:lnTo>
                    <a:pt x="1902" y="3444"/>
                  </a:lnTo>
                  <a:lnTo>
                    <a:pt x="1908" y="3450"/>
                  </a:lnTo>
                  <a:lnTo>
                    <a:pt x="1916" y="3458"/>
                  </a:lnTo>
                  <a:lnTo>
                    <a:pt x="1922" y="3470"/>
                  </a:lnTo>
                  <a:lnTo>
                    <a:pt x="1926" y="3482"/>
                  </a:lnTo>
                  <a:lnTo>
                    <a:pt x="1926" y="3486"/>
                  </a:lnTo>
                  <a:lnTo>
                    <a:pt x="1924" y="3492"/>
                  </a:lnTo>
                  <a:lnTo>
                    <a:pt x="1922" y="3496"/>
                  </a:lnTo>
                  <a:lnTo>
                    <a:pt x="1924" y="3502"/>
                  </a:lnTo>
                  <a:lnTo>
                    <a:pt x="1926" y="3506"/>
                  </a:lnTo>
                  <a:lnTo>
                    <a:pt x="1928" y="3512"/>
                  </a:lnTo>
                  <a:lnTo>
                    <a:pt x="1938" y="3522"/>
                  </a:lnTo>
                  <a:lnTo>
                    <a:pt x="1944" y="3526"/>
                  </a:lnTo>
                  <a:lnTo>
                    <a:pt x="1952" y="3528"/>
                  </a:lnTo>
                  <a:lnTo>
                    <a:pt x="1958" y="3532"/>
                  </a:lnTo>
                  <a:lnTo>
                    <a:pt x="1964" y="3538"/>
                  </a:lnTo>
                  <a:lnTo>
                    <a:pt x="1970" y="3548"/>
                  </a:lnTo>
                  <a:lnTo>
                    <a:pt x="1976" y="3560"/>
                  </a:lnTo>
                  <a:lnTo>
                    <a:pt x="1988" y="3586"/>
                  </a:lnTo>
                  <a:lnTo>
                    <a:pt x="1996" y="3610"/>
                  </a:lnTo>
                  <a:lnTo>
                    <a:pt x="1998" y="3620"/>
                  </a:lnTo>
                  <a:lnTo>
                    <a:pt x="1998" y="3626"/>
                  </a:lnTo>
                  <a:lnTo>
                    <a:pt x="1998" y="3632"/>
                  </a:lnTo>
                  <a:lnTo>
                    <a:pt x="1996" y="3636"/>
                  </a:lnTo>
                  <a:lnTo>
                    <a:pt x="1994" y="3638"/>
                  </a:lnTo>
                  <a:lnTo>
                    <a:pt x="1992" y="3642"/>
                  </a:lnTo>
                  <a:lnTo>
                    <a:pt x="1994" y="3648"/>
                  </a:lnTo>
                  <a:lnTo>
                    <a:pt x="1996" y="3656"/>
                  </a:lnTo>
                  <a:lnTo>
                    <a:pt x="2000" y="3664"/>
                  </a:lnTo>
                  <a:lnTo>
                    <a:pt x="2000" y="3668"/>
                  </a:lnTo>
                  <a:lnTo>
                    <a:pt x="1998" y="3670"/>
                  </a:lnTo>
                  <a:lnTo>
                    <a:pt x="1998" y="3672"/>
                  </a:lnTo>
                  <a:lnTo>
                    <a:pt x="1996" y="3674"/>
                  </a:lnTo>
                  <a:lnTo>
                    <a:pt x="1996" y="3676"/>
                  </a:lnTo>
                  <a:lnTo>
                    <a:pt x="2004" y="3690"/>
                  </a:lnTo>
                  <a:lnTo>
                    <a:pt x="2014" y="3706"/>
                  </a:lnTo>
                  <a:lnTo>
                    <a:pt x="2020" y="3716"/>
                  </a:lnTo>
                  <a:lnTo>
                    <a:pt x="2026" y="3722"/>
                  </a:lnTo>
                  <a:lnTo>
                    <a:pt x="2036" y="3726"/>
                  </a:lnTo>
                  <a:lnTo>
                    <a:pt x="2042" y="3730"/>
                  </a:lnTo>
                  <a:lnTo>
                    <a:pt x="2048" y="3734"/>
                  </a:lnTo>
                  <a:lnTo>
                    <a:pt x="2058" y="3744"/>
                  </a:lnTo>
                  <a:lnTo>
                    <a:pt x="2064" y="3758"/>
                  </a:lnTo>
                  <a:lnTo>
                    <a:pt x="2072" y="3770"/>
                  </a:lnTo>
                  <a:lnTo>
                    <a:pt x="2078" y="3778"/>
                  </a:lnTo>
                  <a:lnTo>
                    <a:pt x="2082" y="3782"/>
                  </a:lnTo>
                  <a:lnTo>
                    <a:pt x="2084" y="3786"/>
                  </a:lnTo>
                  <a:lnTo>
                    <a:pt x="2084" y="3796"/>
                  </a:lnTo>
                  <a:lnTo>
                    <a:pt x="2086" y="3804"/>
                  </a:lnTo>
                  <a:lnTo>
                    <a:pt x="2088" y="3810"/>
                  </a:lnTo>
                  <a:lnTo>
                    <a:pt x="2092" y="3816"/>
                  </a:lnTo>
                  <a:lnTo>
                    <a:pt x="2094" y="3824"/>
                  </a:lnTo>
                  <a:lnTo>
                    <a:pt x="2096" y="3830"/>
                  </a:lnTo>
                  <a:lnTo>
                    <a:pt x="2098" y="3836"/>
                  </a:lnTo>
                  <a:lnTo>
                    <a:pt x="2108" y="3848"/>
                  </a:lnTo>
                  <a:lnTo>
                    <a:pt x="2120" y="3862"/>
                  </a:lnTo>
                  <a:lnTo>
                    <a:pt x="2124" y="3870"/>
                  </a:lnTo>
                  <a:lnTo>
                    <a:pt x="2126" y="3878"/>
                  </a:lnTo>
                  <a:lnTo>
                    <a:pt x="2128" y="3884"/>
                  </a:lnTo>
                  <a:lnTo>
                    <a:pt x="2130" y="3886"/>
                  </a:lnTo>
                  <a:lnTo>
                    <a:pt x="2134" y="3886"/>
                  </a:lnTo>
                  <a:lnTo>
                    <a:pt x="2138" y="3888"/>
                  </a:lnTo>
                  <a:lnTo>
                    <a:pt x="2140" y="3892"/>
                  </a:lnTo>
                  <a:lnTo>
                    <a:pt x="2144" y="3902"/>
                  </a:lnTo>
                  <a:lnTo>
                    <a:pt x="2146" y="3918"/>
                  </a:lnTo>
                  <a:lnTo>
                    <a:pt x="2148" y="3936"/>
                  </a:lnTo>
                  <a:lnTo>
                    <a:pt x="2146" y="3944"/>
                  </a:lnTo>
                  <a:lnTo>
                    <a:pt x="2142" y="3952"/>
                  </a:lnTo>
                  <a:lnTo>
                    <a:pt x="2142" y="3954"/>
                  </a:lnTo>
                  <a:lnTo>
                    <a:pt x="2142" y="3958"/>
                  </a:lnTo>
                  <a:lnTo>
                    <a:pt x="2144" y="3964"/>
                  </a:lnTo>
                  <a:lnTo>
                    <a:pt x="2146" y="3968"/>
                  </a:lnTo>
                  <a:lnTo>
                    <a:pt x="2146" y="3972"/>
                  </a:lnTo>
                  <a:lnTo>
                    <a:pt x="2144" y="3974"/>
                  </a:lnTo>
                  <a:lnTo>
                    <a:pt x="2140" y="3976"/>
                  </a:lnTo>
                  <a:lnTo>
                    <a:pt x="2142" y="3980"/>
                  </a:lnTo>
                  <a:lnTo>
                    <a:pt x="2146" y="3982"/>
                  </a:lnTo>
                  <a:lnTo>
                    <a:pt x="2148" y="3986"/>
                  </a:lnTo>
                  <a:lnTo>
                    <a:pt x="2150" y="3988"/>
                  </a:lnTo>
                  <a:lnTo>
                    <a:pt x="2150" y="3996"/>
                  </a:lnTo>
                  <a:lnTo>
                    <a:pt x="2152" y="4000"/>
                  </a:lnTo>
                  <a:lnTo>
                    <a:pt x="2154" y="4008"/>
                  </a:lnTo>
                  <a:lnTo>
                    <a:pt x="2156" y="4020"/>
                  </a:lnTo>
                  <a:lnTo>
                    <a:pt x="2158" y="4034"/>
                  </a:lnTo>
                  <a:lnTo>
                    <a:pt x="2162" y="4044"/>
                  </a:lnTo>
                  <a:lnTo>
                    <a:pt x="2166" y="4054"/>
                  </a:lnTo>
                  <a:lnTo>
                    <a:pt x="2166" y="4058"/>
                  </a:lnTo>
                  <a:lnTo>
                    <a:pt x="2166" y="4064"/>
                  </a:lnTo>
                  <a:lnTo>
                    <a:pt x="2164" y="4072"/>
                  </a:lnTo>
                  <a:lnTo>
                    <a:pt x="2166" y="4076"/>
                  </a:lnTo>
                  <a:lnTo>
                    <a:pt x="2168" y="4082"/>
                  </a:lnTo>
                  <a:lnTo>
                    <a:pt x="2172" y="4092"/>
                  </a:lnTo>
                  <a:lnTo>
                    <a:pt x="2176" y="4100"/>
                  </a:lnTo>
                  <a:lnTo>
                    <a:pt x="2178" y="4102"/>
                  </a:lnTo>
                  <a:lnTo>
                    <a:pt x="2180" y="4102"/>
                  </a:lnTo>
                  <a:lnTo>
                    <a:pt x="2184" y="4100"/>
                  </a:lnTo>
                  <a:lnTo>
                    <a:pt x="2186" y="4102"/>
                  </a:lnTo>
                  <a:lnTo>
                    <a:pt x="2190" y="4104"/>
                  </a:lnTo>
                  <a:lnTo>
                    <a:pt x="2196" y="4108"/>
                  </a:lnTo>
                  <a:lnTo>
                    <a:pt x="2200" y="4106"/>
                  </a:lnTo>
                  <a:lnTo>
                    <a:pt x="2204" y="4104"/>
                  </a:lnTo>
                  <a:lnTo>
                    <a:pt x="2208" y="4104"/>
                  </a:lnTo>
                  <a:lnTo>
                    <a:pt x="2212" y="4104"/>
                  </a:lnTo>
                  <a:lnTo>
                    <a:pt x="2214" y="4102"/>
                  </a:lnTo>
                  <a:lnTo>
                    <a:pt x="2218" y="4098"/>
                  </a:lnTo>
                  <a:lnTo>
                    <a:pt x="2226" y="4098"/>
                  </a:lnTo>
                  <a:lnTo>
                    <a:pt x="2232" y="4100"/>
                  </a:lnTo>
                  <a:lnTo>
                    <a:pt x="2236" y="4098"/>
                  </a:lnTo>
                  <a:lnTo>
                    <a:pt x="2238" y="4096"/>
                  </a:lnTo>
                  <a:lnTo>
                    <a:pt x="2240" y="4094"/>
                  </a:lnTo>
                  <a:lnTo>
                    <a:pt x="2242" y="4090"/>
                  </a:lnTo>
                  <a:lnTo>
                    <a:pt x="2244" y="4088"/>
                  </a:lnTo>
                  <a:lnTo>
                    <a:pt x="2248" y="4088"/>
                  </a:lnTo>
                  <a:lnTo>
                    <a:pt x="2252" y="4086"/>
                  </a:lnTo>
                  <a:lnTo>
                    <a:pt x="2254" y="4084"/>
                  </a:lnTo>
                  <a:lnTo>
                    <a:pt x="2258" y="4074"/>
                  </a:lnTo>
                  <a:lnTo>
                    <a:pt x="2262" y="4070"/>
                  </a:lnTo>
                  <a:lnTo>
                    <a:pt x="2266" y="4068"/>
                  </a:lnTo>
                  <a:lnTo>
                    <a:pt x="2274" y="4066"/>
                  </a:lnTo>
                  <a:lnTo>
                    <a:pt x="2284" y="4066"/>
                  </a:lnTo>
                  <a:lnTo>
                    <a:pt x="2300" y="4066"/>
                  </a:lnTo>
                  <a:lnTo>
                    <a:pt x="2312" y="4062"/>
                  </a:lnTo>
                  <a:lnTo>
                    <a:pt x="2324" y="4058"/>
                  </a:lnTo>
                  <a:lnTo>
                    <a:pt x="2334" y="4050"/>
                  </a:lnTo>
                  <a:lnTo>
                    <a:pt x="2348" y="4038"/>
                  </a:lnTo>
                  <a:lnTo>
                    <a:pt x="2356" y="4036"/>
                  </a:lnTo>
                  <a:lnTo>
                    <a:pt x="2364" y="4036"/>
                  </a:lnTo>
                  <a:lnTo>
                    <a:pt x="2370" y="4038"/>
                  </a:lnTo>
                  <a:lnTo>
                    <a:pt x="2374" y="4038"/>
                  </a:lnTo>
                  <a:lnTo>
                    <a:pt x="2382" y="4034"/>
                  </a:lnTo>
                  <a:lnTo>
                    <a:pt x="2390" y="4028"/>
                  </a:lnTo>
                  <a:lnTo>
                    <a:pt x="2398" y="4020"/>
                  </a:lnTo>
                  <a:lnTo>
                    <a:pt x="2406" y="4010"/>
                  </a:lnTo>
                  <a:lnTo>
                    <a:pt x="2416" y="4002"/>
                  </a:lnTo>
                  <a:lnTo>
                    <a:pt x="2426" y="3998"/>
                  </a:lnTo>
                  <a:lnTo>
                    <a:pt x="2432" y="3996"/>
                  </a:lnTo>
                  <a:lnTo>
                    <a:pt x="2438" y="3998"/>
                  </a:lnTo>
                  <a:lnTo>
                    <a:pt x="2442" y="3998"/>
                  </a:lnTo>
                  <a:lnTo>
                    <a:pt x="2446" y="3996"/>
                  </a:lnTo>
                  <a:lnTo>
                    <a:pt x="2452" y="3992"/>
                  </a:lnTo>
                  <a:lnTo>
                    <a:pt x="2462" y="3986"/>
                  </a:lnTo>
                  <a:lnTo>
                    <a:pt x="2468" y="3982"/>
                  </a:lnTo>
                  <a:lnTo>
                    <a:pt x="2480" y="3978"/>
                  </a:lnTo>
                  <a:lnTo>
                    <a:pt x="2500" y="3972"/>
                  </a:lnTo>
                  <a:lnTo>
                    <a:pt x="2506" y="3968"/>
                  </a:lnTo>
                  <a:lnTo>
                    <a:pt x="2510" y="3966"/>
                  </a:lnTo>
                  <a:lnTo>
                    <a:pt x="2520" y="3962"/>
                  </a:lnTo>
                  <a:lnTo>
                    <a:pt x="2526" y="3960"/>
                  </a:lnTo>
                  <a:lnTo>
                    <a:pt x="2528" y="3954"/>
                  </a:lnTo>
                  <a:lnTo>
                    <a:pt x="2528" y="3942"/>
                  </a:lnTo>
                  <a:lnTo>
                    <a:pt x="2528" y="3934"/>
                  </a:lnTo>
                  <a:lnTo>
                    <a:pt x="2532" y="3926"/>
                  </a:lnTo>
                  <a:lnTo>
                    <a:pt x="2542" y="3916"/>
                  </a:lnTo>
                  <a:lnTo>
                    <a:pt x="2562" y="3906"/>
                  </a:lnTo>
                  <a:lnTo>
                    <a:pt x="2566" y="3902"/>
                  </a:lnTo>
                  <a:lnTo>
                    <a:pt x="2572" y="3902"/>
                  </a:lnTo>
                  <a:lnTo>
                    <a:pt x="2578" y="3902"/>
                  </a:lnTo>
                  <a:lnTo>
                    <a:pt x="2584" y="3902"/>
                  </a:lnTo>
                  <a:lnTo>
                    <a:pt x="2586" y="3900"/>
                  </a:lnTo>
                  <a:lnTo>
                    <a:pt x="2594" y="3894"/>
                  </a:lnTo>
                  <a:lnTo>
                    <a:pt x="2600" y="3892"/>
                  </a:lnTo>
                  <a:lnTo>
                    <a:pt x="2606" y="3890"/>
                  </a:lnTo>
                  <a:lnTo>
                    <a:pt x="2614" y="3888"/>
                  </a:lnTo>
                  <a:lnTo>
                    <a:pt x="2624" y="3890"/>
                  </a:lnTo>
                  <a:lnTo>
                    <a:pt x="2630" y="3890"/>
                  </a:lnTo>
                  <a:lnTo>
                    <a:pt x="2634" y="3890"/>
                  </a:lnTo>
                  <a:lnTo>
                    <a:pt x="2638" y="3888"/>
                  </a:lnTo>
                  <a:lnTo>
                    <a:pt x="2642" y="3886"/>
                  </a:lnTo>
                  <a:lnTo>
                    <a:pt x="2646" y="3878"/>
                  </a:lnTo>
                  <a:lnTo>
                    <a:pt x="2650" y="3868"/>
                  </a:lnTo>
                  <a:lnTo>
                    <a:pt x="2654" y="3858"/>
                  </a:lnTo>
                  <a:lnTo>
                    <a:pt x="2658" y="3850"/>
                  </a:lnTo>
                  <a:lnTo>
                    <a:pt x="2664" y="3844"/>
                  </a:lnTo>
                  <a:lnTo>
                    <a:pt x="2670" y="3842"/>
                  </a:lnTo>
                  <a:lnTo>
                    <a:pt x="2676" y="3842"/>
                  </a:lnTo>
                  <a:lnTo>
                    <a:pt x="2690" y="3840"/>
                  </a:lnTo>
                  <a:lnTo>
                    <a:pt x="2698" y="3836"/>
                  </a:lnTo>
                  <a:lnTo>
                    <a:pt x="2702" y="3830"/>
                  </a:lnTo>
                  <a:lnTo>
                    <a:pt x="2704" y="3822"/>
                  </a:lnTo>
                  <a:lnTo>
                    <a:pt x="2708" y="3814"/>
                  </a:lnTo>
                  <a:lnTo>
                    <a:pt x="2712" y="3806"/>
                  </a:lnTo>
                  <a:lnTo>
                    <a:pt x="2720" y="3798"/>
                  </a:lnTo>
                  <a:lnTo>
                    <a:pt x="2734" y="3794"/>
                  </a:lnTo>
                  <a:lnTo>
                    <a:pt x="2746" y="3790"/>
                  </a:lnTo>
                  <a:lnTo>
                    <a:pt x="2752" y="3786"/>
                  </a:lnTo>
                  <a:lnTo>
                    <a:pt x="2754" y="3782"/>
                  </a:lnTo>
                  <a:lnTo>
                    <a:pt x="2752" y="3776"/>
                  </a:lnTo>
                  <a:lnTo>
                    <a:pt x="2750" y="3768"/>
                  </a:lnTo>
                  <a:lnTo>
                    <a:pt x="2750" y="3758"/>
                  </a:lnTo>
                  <a:lnTo>
                    <a:pt x="2750" y="3746"/>
                  </a:lnTo>
                  <a:lnTo>
                    <a:pt x="2754" y="3730"/>
                  </a:lnTo>
                  <a:lnTo>
                    <a:pt x="2760" y="3716"/>
                  </a:lnTo>
                  <a:lnTo>
                    <a:pt x="2764" y="3710"/>
                  </a:lnTo>
                  <a:lnTo>
                    <a:pt x="2768" y="3712"/>
                  </a:lnTo>
                  <a:lnTo>
                    <a:pt x="2770" y="3714"/>
                  </a:lnTo>
                  <a:lnTo>
                    <a:pt x="2772" y="3718"/>
                  </a:lnTo>
                  <a:lnTo>
                    <a:pt x="2776" y="3720"/>
                  </a:lnTo>
                  <a:lnTo>
                    <a:pt x="2780" y="3716"/>
                  </a:lnTo>
                  <a:lnTo>
                    <a:pt x="2786" y="3704"/>
                  </a:lnTo>
                  <a:lnTo>
                    <a:pt x="2792" y="3692"/>
                  </a:lnTo>
                  <a:lnTo>
                    <a:pt x="2796" y="3684"/>
                  </a:lnTo>
                  <a:lnTo>
                    <a:pt x="2806" y="3674"/>
                  </a:lnTo>
                  <a:lnTo>
                    <a:pt x="2816" y="3664"/>
                  </a:lnTo>
                  <a:lnTo>
                    <a:pt x="2820" y="3656"/>
                  </a:lnTo>
                  <a:lnTo>
                    <a:pt x="2824" y="3644"/>
                  </a:lnTo>
                  <a:lnTo>
                    <a:pt x="2830" y="3628"/>
                  </a:lnTo>
                  <a:lnTo>
                    <a:pt x="2834" y="3618"/>
                  </a:lnTo>
                  <a:lnTo>
                    <a:pt x="2834" y="3616"/>
                  </a:lnTo>
                  <a:lnTo>
                    <a:pt x="2832" y="3614"/>
                  </a:lnTo>
                  <a:lnTo>
                    <a:pt x="2822" y="3608"/>
                  </a:lnTo>
                  <a:close/>
                  <a:moveTo>
                    <a:pt x="2468" y="3400"/>
                  </a:moveTo>
                  <a:lnTo>
                    <a:pt x="2468" y="3400"/>
                  </a:lnTo>
                  <a:lnTo>
                    <a:pt x="2470" y="3400"/>
                  </a:lnTo>
                  <a:lnTo>
                    <a:pt x="2468" y="3400"/>
                  </a:lnTo>
                  <a:close/>
                  <a:moveTo>
                    <a:pt x="1836" y="3098"/>
                  </a:moveTo>
                  <a:lnTo>
                    <a:pt x="1836" y="3098"/>
                  </a:lnTo>
                  <a:lnTo>
                    <a:pt x="1838" y="3094"/>
                  </a:lnTo>
                  <a:lnTo>
                    <a:pt x="1842" y="3094"/>
                  </a:lnTo>
                  <a:lnTo>
                    <a:pt x="1838" y="3094"/>
                  </a:lnTo>
                  <a:lnTo>
                    <a:pt x="1836" y="3098"/>
                  </a:lnTo>
                  <a:close/>
                  <a:moveTo>
                    <a:pt x="1856" y="3100"/>
                  </a:moveTo>
                  <a:lnTo>
                    <a:pt x="1856" y="3100"/>
                  </a:lnTo>
                  <a:lnTo>
                    <a:pt x="1856" y="3102"/>
                  </a:lnTo>
                  <a:lnTo>
                    <a:pt x="1856" y="3100"/>
                  </a:lnTo>
                  <a:lnTo>
                    <a:pt x="1856" y="3090"/>
                  </a:lnTo>
                  <a:lnTo>
                    <a:pt x="1858" y="3084"/>
                  </a:lnTo>
                  <a:lnTo>
                    <a:pt x="1860" y="3082"/>
                  </a:lnTo>
                  <a:lnTo>
                    <a:pt x="1858" y="3084"/>
                  </a:lnTo>
                  <a:lnTo>
                    <a:pt x="1856" y="3090"/>
                  </a:lnTo>
                  <a:lnTo>
                    <a:pt x="1856" y="3100"/>
                  </a:lnTo>
                  <a:close/>
                </a:path>
              </a:pathLst>
            </a:custGeom>
            <a:grpFill/>
            <a:ln w="6350">
              <a:noFill/>
              <a:round/>
              <a:headEnd/>
              <a:tailEnd/>
            </a:ln>
          </p:spPr>
          <p:txBody>
            <a:bodyPr/>
            <a:lstStyle/>
            <a:p>
              <a:endParaRPr lang="en-US" b="1" dirty="0"/>
            </a:p>
          </p:txBody>
        </p:sp>
        <p:sp>
          <p:nvSpPr>
            <p:cNvPr id="7" name="Freeform 6156">
              <a:extLst>
                <a:ext uri="{FF2B5EF4-FFF2-40B4-BE49-F238E27FC236}">
                  <a16:creationId xmlns:a16="http://schemas.microsoft.com/office/drawing/2014/main" id="{549994B7-FA96-4148-87E6-E80FDAC81668}"/>
                </a:ext>
              </a:extLst>
            </p:cNvPr>
            <p:cNvSpPr>
              <a:spLocks noEditPoints="1"/>
            </p:cNvSpPr>
            <p:nvPr/>
          </p:nvSpPr>
          <p:spPr bwMode="auto">
            <a:xfrm>
              <a:off x="5024074" y="2480087"/>
              <a:ext cx="2615330" cy="2204852"/>
            </a:xfrm>
            <a:custGeom>
              <a:avLst/>
              <a:gdLst>
                <a:gd name="T0" fmla="*/ 334096 w 5856"/>
                <a:gd name="T1" fmla="*/ 341505 h 5472"/>
                <a:gd name="T2" fmla="*/ 374746 w 5856"/>
                <a:gd name="T3" fmla="*/ 60938 h 5472"/>
                <a:gd name="T4" fmla="*/ 2452998 w 5856"/>
                <a:gd name="T5" fmla="*/ 316114 h 5472"/>
                <a:gd name="T6" fmla="*/ 3177084 w 5856"/>
                <a:gd name="T7" fmla="*/ 608108 h 5472"/>
                <a:gd name="T8" fmla="*/ 2139228 w 5856"/>
                <a:gd name="T9" fmla="*/ 481154 h 5472"/>
                <a:gd name="T10" fmla="*/ 256606 w 5856"/>
                <a:gd name="T11" fmla="*/ 559865 h 5472"/>
                <a:gd name="T12" fmla="*/ 48272 w 5856"/>
                <a:gd name="T13" fmla="*/ 76172 h 5472"/>
                <a:gd name="T14" fmla="*/ 461128 w 5856"/>
                <a:gd name="T15" fmla="*/ 11426 h 5472"/>
                <a:gd name="T16" fmla="*/ 438262 w 5856"/>
                <a:gd name="T17" fmla="*/ 78711 h 5472"/>
                <a:gd name="T18" fmla="*/ 1814025 w 5856"/>
                <a:gd name="T19" fmla="*/ 3336340 h 5472"/>
                <a:gd name="T20" fmla="*/ 2066820 w 5856"/>
                <a:gd name="T21" fmla="*/ 2794248 h 5472"/>
                <a:gd name="T22" fmla="*/ 2090956 w 5856"/>
                <a:gd name="T23" fmla="*/ 2845030 h 5472"/>
                <a:gd name="T24" fmla="*/ 2021088 w 5856"/>
                <a:gd name="T25" fmla="*/ 2668564 h 5472"/>
                <a:gd name="T26" fmla="*/ 2068090 w 5856"/>
                <a:gd name="T27" fmla="*/ 2759971 h 5472"/>
                <a:gd name="T28" fmla="*/ 2012196 w 5856"/>
                <a:gd name="T29" fmla="*/ 2762510 h 5472"/>
                <a:gd name="T30" fmla="*/ 2125255 w 5856"/>
                <a:gd name="T31" fmla="*/ 3088781 h 5472"/>
                <a:gd name="T32" fmla="*/ 2097307 w 5856"/>
                <a:gd name="T33" fmla="*/ 1976667 h 5472"/>
                <a:gd name="T34" fmla="*/ 2010925 w 5856"/>
                <a:gd name="T35" fmla="*/ 3324914 h 5472"/>
                <a:gd name="T36" fmla="*/ 2102389 w 5856"/>
                <a:gd name="T37" fmla="*/ 1863679 h 5472"/>
                <a:gd name="T38" fmla="*/ 1256352 w 5856"/>
                <a:gd name="T39" fmla="*/ 2824717 h 5472"/>
                <a:gd name="T40" fmla="*/ 1637450 w 5856"/>
                <a:gd name="T41" fmla="*/ 2959288 h 5472"/>
                <a:gd name="T42" fmla="*/ 1636179 w 5856"/>
                <a:gd name="T43" fmla="*/ 3313488 h 5472"/>
                <a:gd name="T44" fmla="*/ 1580285 w 5856"/>
                <a:gd name="T45" fmla="*/ 3222082 h 5472"/>
                <a:gd name="T46" fmla="*/ 1342734 w 5856"/>
                <a:gd name="T47" fmla="*/ 2956749 h 5472"/>
                <a:gd name="T48" fmla="*/ 5081 w 5856"/>
                <a:gd name="T49" fmla="*/ 3446790 h 5472"/>
                <a:gd name="T50" fmla="*/ 2179879 w 5856"/>
                <a:gd name="T51" fmla="*/ 2182332 h 5472"/>
                <a:gd name="T52" fmla="*/ 2291667 w 5856"/>
                <a:gd name="T53" fmla="*/ 2007136 h 5472"/>
                <a:gd name="T54" fmla="*/ 1948679 w 5856"/>
                <a:gd name="T55" fmla="*/ 3044347 h 5472"/>
                <a:gd name="T56" fmla="*/ 1984248 w 5856"/>
                <a:gd name="T57" fmla="*/ 3100206 h 5472"/>
                <a:gd name="T58" fmla="*/ 1942328 w 5856"/>
                <a:gd name="T59" fmla="*/ 2744736 h 5472"/>
                <a:gd name="T60" fmla="*/ 2132876 w 5856"/>
                <a:gd name="T61" fmla="*/ 3114171 h 5472"/>
                <a:gd name="T62" fmla="*/ 2483486 w 5856"/>
                <a:gd name="T63" fmla="*/ 1744342 h 5472"/>
                <a:gd name="T64" fmla="*/ 2336129 w 5856"/>
                <a:gd name="T65" fmla="*/ 1971589 h 5472"/>
                <a:gd name="T66" fmla="*/ 2107470 w 5856"/>
                <a:gd name="T67" fmla="*/ 1984284 h 5472"/>
                <a:gd name="T68" fmla="*/ 2536840 w 5856"/>
                <a:gd name="T69" fmla="*/ 1350786 h 5472"/>
                <a:gd name="T70" fmla="*/ 2451728 w 5856"/>
                <a:gd name="T71" fmla="*/ 1727838 h 5472"/>
                <a:gd name="T72" fmla="*/ 2022358 w 5856"/>
                <a:gd name="T73" fmla="*/ 2660947 h 5472"/>
                <a:gd name="T74" fmla="*/ 1906759 w 5856"/>
                <a:gd name="T75" fmla="*/ 2780283 h 5472"/>
                <a:gd name="T76" fmla="*/ 2087145 w 5856"/>
                <a:gd name="T77" fmla="*/ 2730772 h 5472"/>
                <a:gd name="T78" fmla="*/ 1878811 w 5856"/>
                <a:gd name="T79" fmla="*/ 2870420 h 5472"/>
                <a:gd name="T80" fmla="*/ 1669208 w 5856"/>
                <a:gd name="T81" fmla="*/ 3111632 h 5472"/>
                <a:gd name="T82" fmla="*/ 2046494 w 5856"/>
                <a:gd name="T83" fmla="*/ 2306747 h 5472"/>
                <a:gd name="T84" fmla="*/ 3226627 w 5856"/>
                <a:gd name="T85" fmla="*/ 603030 h 5472"/>
                <a:gd name="T86" fmla="*/ 2160824 w 5856"/>
                <a:gd name="T87" fmla="*/ 505275 h 5472"/>
                <a:gd name="T88" fmla="*/ 1448171 w 5856"/>
                <a:gd name="T89" fmla="*/ 275489 h 5472"/>
                <a:gd name="T90" fmla="*/ 899390 w 5856"/>
                <a:gd name="T91" fmla="*/ 483693 h 5472"/>
                <a:gd name="T92" fmla="*/ 736789 w 5856"/>
                <a:gd name="T93" fmla="*/ 700784 h 5472"/>
                <a:gd name="T94" fmla="*/ 137195 w 5856"/>
                <a:gd name="T95" fmla="*/ 684280 h 5472"/>
                <a:gd name="T96" fmla="*/ 415396 w 5856"/>
                <a:gd name="T97" fmla="*/ 2273739 h 5472"/>
                <a:gd name="T98" fmla="*/ 814279 w 5856"/>
                <a:gd name="T99" fmla="*/ 2748545 h 5472"/>
                <a:gd name="T100" fmla="*/ 1185214 w 5856"/>
                <a:gd name="T101" fmla="*/ 2338485 h 5472"/>
                <a:gd name="T102" fmla="*/ 1393547 w 5856"/>
                <a:gd name="T103" fmla="*/ 2695225 h 5472"/>
                <a:gd name="T104" fmla="*/ 1451982 w 5856"/>
                <a:gd name="T105" fmla="*/ 2856456 h 5472"/>
                <a:gd name="T106" fmla="*/ 1629828 w 5856"/>
                <a:gd name="T107" fmla="*/ 2740928 h 5472"/>
                <a:gd name="T108" fmla="*/ 1744157 w 5856"/>
                <a:gd name="T109" fmla="*/ 2391805 h 5472"/>
                <a:gd name="T110" fmla="*/ 1933435 w 5856"/>
                <a:gd name="T111" fmla="*/ 2254696 h 5472"/>
                <a:gd name="T112" fmla="*/ 1986789 w 5856"/>
                <a:gd name="T113" fmla="*/ 2059187 h 5472"/>
                <a:gd name="T114" fmla="*/ 1905488 w 5856"/>
                <a:gd name="T115" fmla="*/ 1812897 h 5472"/>
                <a:gd name="T116" fmla="*/ 2103659 w 5856"/>
                <a:gd name="T117" fmla="*/ 1858600 h 5472"/>
                <a:gd name="T118" fmla="*/ 2129066 w 5856"/>
                <a:gd name="T119" fmla="*/ 1809089 h 5472"/>
                <a:gd name="T120" fmla="*/ 2413618 w 5856"/>
                <a:gd name="T121" fmla="*/ 1277153 h 5472"/>
                <a:gd name="T122" fmla="*/ 3003049 w 5856"/>
                <a:gd name="T123" fmla="*/ 983890 h 5472"/>
                <a:gd name="T124" fmla="*/ 3079269 w 5856"/>
                <a:gd name="T125" fmla="*/ 1027054 h 547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856"/>
                <a:gd name="T190" fmla="*/ 0 h 5472"/>
                <a:gd name="T191" fmla="*/ 5856 w 5856"/>
                <a:gd name="T192" fmla="*/ 5472 h 547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856" h="5472">
                  <a:moveTo>
                    <a:pt x="1912" y="64"/>
                  </a:moveTo>
                  <a:lnTo>
                    <a:pt x="1912" y="64"/>
                  </a:lnTo>
                  <a:lnTo>
                    <a:pt x="1910" y="60"/>
                  </a:lnTo>
                  <a:lnTo>
                    <a:pt x="1902" y="58"/>
                  </a:lnTo>
                  <a:lnTo>
                    <a:pt x="1882" y="54"/>
                  </a:lnTo>
                  <a:lnTo>
                    <a:pt x="1862" y="54"/>
                  </a:lnTo>
                  <a:lnTo>
                    <a:pt x="1854" y="56"/>
                  </a:lnTo>
                  <a:lnTo>
                    <a:pt x="1850" y="60"/>
                  </a:lnTo>
                  <a:lnTo>
                    <a:pt x="1850" y="62"/>
                  </a:lnTo>
                  <a:lnTo>
                    <a:pt x="1852" y="64"/>
                  </a:lnTo>
                  <a:lnTo>
                    <a:pt x="1858" y="68"/>
                  </a:lnTo>
                  <a:lnTo>
                    <a:pt x="1868" y="70"/>
                  </a:lnTo>
                  <a:lnTo>
                    <a:pt x="1880" y="70"/>
                  </a:lnTo>
                  <a:lnTo>
                    <a:pt x="1902" y="68"/>
                  </a:lnTo>
                  <a:lnTo>
                    <a:pt x="1908" y="66"/>
                  </a:lnTo>
                  <a:lnTo>
                    <a:pt x="1912" y="64"/>
                  </a:lnTo>
                  <a:close/>
                  <a:moveTo>
                    <a:pt x="1078" y="706"/>
                  </a:moveTo>
                  <a:lnTo>
                    <a:pt x="1078" y="706"/>
                  </a:lnTo>
                  <a:lnTo>
                    <a:pt x="1094" y="702"/>
                  </a:lnTo>
                  <a:lnTo>
                    <a:pt x="1100" y="700"/>
                  </a:lnTo>
                  <a:lnTo>
                    <a:pt x="1104" y="698"/>
                  </a:lnTo>
                  <a:lnTo>
                    <a:pt x="1104" y="694"/>
                  </a:lnTo>
                  <a:lnTo>
                    <a:pt x="1104" y="690"/>
                  </a:lnTo>
                  <a:lnTo>
                    <a:pt x="1102" y="684"/>
                  </a:lnTo>
                  <a:lnTo>
                    <a:pt x="1094" y="678"/>
                  </a:lnTo>
                  <a:lnTo>
                    <a:pt x="1082" y="674"/>
                  </a:lnTo>
                  <a:lnTo>
                    <a:pt x="1070" y="674"/>
                  </a:lnTo>
                  <a:lnTo>
                    <a:pt x="1058" y="676"/>
                  </a:lnTo>
                  <a:lnTo>
                    <a:pt x="1048" y="682"/>
                  </a:lnTo>
                  <a:lnTo>
                    <a:pt x="1040" y="688"/>
                  </a:lnTo>
                  <a:lnTo>
                    <a:pt x="1036" y="694"/>
                  </a:lnTo>
                  <a:lnTo>
                    <a:pt x="1036" y="700"/>
                  </a:lnTo>
                  <a:lnTo>
                    <a:pt x="1040" y="704"/>
                  </a:lnTo>
                  <a:lnTo>
                    <a:pt x="1048" y="708"/>
                  </a:lnTo>
                  <a:lnTo>
                    <a:pt x="1060" y="708"/>
                  </a:lnTo>
                  <a:lnTo>
                    <a:pt x="1078" y="706"/>
                  </a:lnTo>
                  <a:close/>
                  <a:moveTo>
                    <a:pt x="1928" y="154"/>
                  </a:moveTo>
                  <a:lnTo>
                    <a:pt x="1928" y="154"/>
                  </a:lnTo>
                  <a:lnTo>
                    <a:pt x="1914" y="152"/>
                  </a:lnTo>
                  <a:lnTo>
                    <a:pt x="1902" y="154"/>
                  </a:lnTo>
                  <a:lnTo>
                    <a:pt x="1894" y="156"/>
                  </a:lnTo>
                  <a:lnTo>
                    <a:pt x="1890" y="160"/>
                  </a:lnTo>
                  <a:lnTo>
                    <a:pt x="1890" y="164"/>
                  </a:lnTo>
                  <a:lnTo>
                    <a:pt x="1894" y="168"/>
                  </a:lnTo>
                  <a:lnTo>
                    <a:pt x="1900" y="172"/>
                  </a:lnTo>
                  <a:lnTo>
                    <a:pt x="1910" y="176"/>
                  </a:lnTo>
                  <a:lnTo>
                    <a:pt x="1920" y="178"/>
                  </a:lnTo>
                  <a:lnTo>
                    <a:pt x="1926" y="180"/>
                  </a:lnTo>
                  <a:lnTo>
                    <a:pt x="1932" y="186"/>
                  </a:lnTo>
                  <a:lnTo>
                    <a:pt x="1934" y="188"/>
                  </a:lnTo>
                  <a:lnTo>
                    <a:pt x="1938" y="190"/>
                  </a:lnTo>
                  <a:lnTo>
                    <a:pt x="1956" y="188"/>
                  </a:lnTo>
                  <a:lnTo>
                    <a:pt x="1982" y="180"/>
                  </a:lnTo>
                  <a:lnTo>
                    <a:pt x="1996" y="174"/>
                  </a:lnTo>
                  <a:lnTo>
                    <a:pt x="2000" y="172"/>
                  </a:lnTo>
                  <a:lnTo>
                    <a:pt x="2000" y="170"/>
                  </a:lnTo>
                  <a:lnTo>
                    <a:pt x="1998" y="168"/>
                  </a:lnTo>
                  <a:lnTo>
                    <a:pt x="1994" y="166"/>
                  </a:lnTo>
                  <a:lnTo>
                    <a:pt x="1982" y="162"/>
                  </a:lnTo>
                  <a:lnTo>
                    <a:pt x="1964" y="158"/>
                  </a:lnTo>
                  <a:lnTo>
                    <a:pt x="1928" y="154"/>
                  </a:lnTo>
                  <a:close/>
                  <a:moveTo>
                    <a:pt x="526" y="138"/>
                  </a:moveTo>
                  <a:lnTo>
                    <a:pt x="526" y="138"/>
                  </a:lnTo>
                  <a:lnTo>
                    <a:pt x="532" y="144"/>
                  </a:lnTo>
                  <a:lnTo>
                    <a:pt x="538" y="148"/>
                  </a:lnTo>
                  <a:lnTo>
                    <a:pt x="552" y="152"/>
                  </a:lnTo>
                  <a:lnTo>
                    <a:pt x="558" y="154"/>
                  </a:lnTo>
                  <a:lnTo>
                    <a:pt x="562" y="152"/>
                  </a:lnTo>
                  <a:lnTo>
                    <a:pt x="564" y="150"/>
                  </a:lnTo>
                  <a:lnTo>
                    <a:pt x="564" y="146"/>
                  </a:lnTo>
                  <a:lnTo>
                    <a:pt x="564" y="142"/>
                  </a:lnTo>
                  <a:lnTo>
                    <a:pt x="568" y="140"/>
                  </a:lnTo>
                  <a:lnTo>
                    <a:pt x="572" y="136"/>
                  </a:lnTo>
                  <a:lnTo>
                    <a:pt x="582" y="136"/>
                  </a:lnTo>
                  <a:lnTo>
                    <a:pt x="600" y="134"/>
                  </a:lnTo>
                  <a:lnTo>
                    <a:pt x="604" y="132"/>
                  </a:lnTo>
                  <a:lnTo>
                    <a:pt x="606" y="130"/>
                  </a:lnTo>
                  <a:lnTo>
                    <a:pt x="604" y="128"/>
                  </a:lnTo>
                  <a:lnTo>
                    <a:pt x="598" y="126"/>
                  </a:lnTo>
                  <a:lnTo>
                    <a:pt x="580" y="122"/>
                  </a:lnTo>
                  <a:lnTo>
                    <a:pt x="556" y="120"/>
                  </a:lnTo>
                  <a:lnTo>
                    <a:pt x="534" y="122"/>
                  </a:lnTo>
                  <a:lnTo>
                    <a:pt x="526" y="124"/>
                  </a:lnTo>
                  <a:lnTo>
                    <a:pt x="522" y="126"/>
                  </a:lnTo>
                  <a:lnTo>
                    <a:pt x="522" y="132"/>
                  </a:lnTo>
                  <a:lnTo>
                    <a:pt x="526" y="138"/>
                  </a:lnTo>
                  <a:close/>
                  <a:moveTo>
                    <a:pt x="658" y="948"/>
                  </a:moveTo>
                  <a:lnTo>
                    <a:pt x="658" y="948"/>
                  </a:lnTo>
                  <a:lnTo>
                    <a:pt x="658" y="944"/>
                  </a:lnTo>
                  <a:lnTo>
                    <a:pt x="656" y="942"/>
                  </a:lnTo>
                  <a:lnTo>
                    <a:pt x="644" y="936"/>
                  </a:lnTo>
                  <a:lnTo>
                    <a:pt x="628" y="926"/>
                  </a:lnTo>
                  <a:lnTo>
                    <a:pt x="620" y="920"/>
                  </a:lnTo>
                  <a:lnTo>
                    <a:pt x="612" y="912"/>
                  </a:lnTo>
                  <a:lnTo>
                    <a:pt x="602" y="904"/>
                  </a:lnTo>
                  <a:lnTo>
                    <a:pt x="594" y="904"/>
                  </a:lnTo>
                  <a:lnTo>
                    <a:pt x="588" y="906"/>
                  </a:lnTo>
                  <a:lnTo>
                    <a:pt x="582" y="908"/>
                  </a:lnTo>
                  <a:lnTo>
                    <a:pt x="580" y="910"/>
                  </a:lnTo>
                  <a:lnTo>
                    <a:pt x="580" y="912"/>
                  </a:lnTo>
                  <a:lnTo>
                    <a:pt x="582" y="916"/>
                  </a:lnTo>
                  <a:lnTo>
                    <a:pt x="584" y="920"/>
                  </a:lnTo>
                  <a:lnTo>
                    <a:pt x="582" y="920"/>
                  </a:lnTo>
                  <a:lnTo>
                    <a:pt x="578" y="918"/>
                  </a:lnTo>
                  <a:lnTo>
                    <a:pt x="576" y="918"/>
                  </a:lnTo>
                  <a:lnTo>
                    <a:pt x="574" y="920"/>
                  </a:lnTo>
                  <a:lnTo>
                    <a:pt x="576" y="924"/>
                  </a:lnTo>
                  <a:lnTo>
                    <a:pt x="580" y="930"/>
                  </a:lnTo>
                  <a:lnTo>
                    <a:pt x="588" y="940"/>
                  </a:lnTo>
                  <a:lnTo>
                    <a:pt x="594" y="944"/>
                  </a:lnTo>
                  <a:lnTo>
                    <a:pt x="596" y="946"/>
                  </a:lnTo>
                  <a:lnTo>
                    <a:pt x="600" y="944"/>
                  </a:lnTo>
                  <a:lnTo>
                    <a:pt x="600" y="942"/>
                  </a:lnTo>
                  <a:lnTo>
                    <a:pt x="604" y="942"/>
                  </a:lnTo>
                  <a:lnTo>
                    <a:pt x="610" y="942"/>
                  </a:lnTo>
                  <a:lnTo>
                    <a:pt x="618" y="946"/>
                  </a:lnTo>
                  <a:lnTo>
                    <a:pt x="620" y="948"/>
                  </a:lnTo>
                  <a:lnTo>
                    <a:pt x="620" y="952"/>
                  </a:lnTo>
                  <a:lnTo>
                    <a:pt x="620" y="956"/>
                  </a:lnTo>
                  <a:lnTo>
                    <a:pt x="624" y="958"/>
                  </a:lnTo>
                  <a:lnTo>
                    <a:pt x="638" y="956"/>
                  </a:lnTo>
                  <a:lnTo>
                    <a:pt x="652" y="954"/>
                  </a:lnTo>
                  <a:lnTo>
                    <a:pt x="656" y="950"/>
                  </a:lnTo>
                  <a:lnTo>
                    <a:pt x="658" y="948"/>
                  </a:lnTo>
                  <a:close/>
                  <a:moveTo>
                    <a:pt x="768" y="460"/>
                  </a:moveTo>
                  <a:lnTo>
                    <a:pt x="768" y="460"/>
                  </a:lnTo>
                  <a:lnTo>
                    <a:pt x="752" y="466"/>
                  </a:lnTo>
                  <a:lnTo>
                    <a:pt x="742" y="468"/>
                  </a:lnTo>
                  <a:lnTo>
                    <a:pt x="736" y="468"/>
                  </a:lnTo>
                  <a:lnTo>
                    <a:pt x="732" y="466"/>
                  </a:lnTo>
                  <a:lnTo>
                    <a:pt x="728" y="462"/>
                  </a:lnTo>
                  <a:lnTo>
                    <a:pt x="722" y="460"/>
                  </a:lnTo>
                  <a:lnTo>
                    <a:pt x="712" y="458"/>
                  </a:lnTo>
                  <a:lnTo>
                    <a:pt x="698" y="460"/>
                  </a:lnTo>
                  <a:lnTo>
                    <a:pt x="682" y="462"/>
                  </a:lnTo>
                  <a:lnTo>
                    <a:pt x="674" y="464"/>
                  </a:lnTo>
                  <a:lnTo>
                    <a:pt x="672" y="468"/>
                  </a:lnTo>
                  <a:lnTo>
                    <a:pt x="672" y="470"/>
                  </a:lnTo>
                  <a:lnTo>
                    <a:pt x="674" y="474"/>
                  </a:lnTo>
                  <a:lnTo>
                    <a:pt x="674" y="476"/>
                  </a:lnTo>
                  <a:lnTo>
                    <a:pt x="672" y="478"/>
                  </a:lnTo>
                  <a:lnTo>
                    <a:pt x="664" y="476"/>
                  </a:lnTo>
                  <a:lnTo>
                    <a:pt x="652" y="478"/>
                  </a:lnTo>
                  <a:lnTo>
                    <a:pt x="636" y="480"/>
                  </a:lnTo>
                  <a:lnTo>
                    <a:pt x="620" y="484"/>
                  </a:lnTo>
                  <a:lnTo>
                    <a:pt x="602" y="492"/>
                  </a:lnTo>
                  <a:lnTo>
                    <a:pt x="584" y="500"/>
                  </a:lnTo>
                  <a:lnTo>
                    <a:pt x="568" y="508"/>
                  </a:lnTo>
                  <a:lnTo>
                    <a:pt x="554" y="518"/>
                  </a:lnTo>
                  <a:lnTo>
                    <a:pt x="544" y="528"/>
                  </a:lnTo>
                  <a:lnTo>
                    <a:pt x="538" y="536"/>
                  </a:lnTo>
                  <a:lnTo>
                    <a:pt x="532" y="538"/>
                  </a:lnTo>
                  <a:lnTo>
                    <a:pt x="528" y="538"/>
                  </a:lnTo>
                  <a:lnTo>
                    <a:pt x="526" y="538"/>
                  </a:lnTo>
                  <a:lnTo>
                    <a:pt x="524" y="536"/>
                  </a:lnTo>
                  <a:lnTo>
                    <a:pt x="520" y="534"/>
                  </a:lnTo>
                  <a:lnTo>
                    <a:pt x="514" y="536"/>
                  </a:lnTo>
                  <a:lnTo>
                    <a:pt x="506" y="542"/>
                  </a:lnTo>
                  <a:lnTo>
                    <a:pt x="498" y="548"/>
                  </a:lnTo>
                  <a:lnTo>
                    <a:pt x="494" y="550"/>
                  </a:lnTo>
                  <a:lnTo>
                    <a:pt x="490" y="548"/>
                  </a:lnTo>
                  <a:lnTo>
                    <a:pt x="488" y="546"/>
                  </a:lnTo>
                  <a:lnTo>
                    <a:pt x="488" y="544"/>
                  </a:lnTo>
                  <a:lnTo>
                    <a:pt x="484" y="542"/>
                  </a:lnTo>
                  <a:lnTo>
                    <a:pt x="480" y="542"/>
                  </a:lnTo>
                  <a:lnTo>
                    <a:pt x="474" y="546"/>
                  </a:lnTo>
                  <a:lnTo>
                    <a:pt x="470" y="550"/>
                  </a:lnTo>
                  <a:lnTo>
                    <a:pt x="468" y="554"/>
                  </a:lnTo>
                  <a:lnTo>
                    <a:pt x="470" y="558"/>
                  </a:lnTo>
                  <a:lnTo>
                    <a:pt x="474" y="560"/>
                  </a:lnTo>
                  <a:lnTo>
                    <a:pt x="480" y="564"/>
                  </a:lnTo>
                  <a:lnTo>
                    <a:pt x="480" y="568"/>
                  </a:lnTo>
                  <a:lnTo>
                    <a:pt x="476" y="570"/>
                  </a:lnTo>
                  <a:lnTo>
                    <a:pt x="472" y="572"/>
                  </a:lnTo>
                  <a:lnTo>
                    <a:pt x="470" y="576"/>
                  </a:lnTo>
                  <a:lnTo>
                    <a:pt x="472" y="578"/>
                  </a:lnTo>
                  <a:lnTo>
                    <a:pt x="476" y="580"/>
                  </a:lnTo>
                  <a:lnTo>
                    <a:pt x="478" y="582"/>
                  </a:lnTo>
                  <a:lnTo>
                    <a:pt x="478" y="584"/>
                  </a:lnTo>
                  <a:lnTo>
                    <a:pt x="476" y="586"/>
                  </a:lnTo>
                  <a:lnTo>
                    <a:pt x="468" y="586"/>
                  </a:lnTo>
                  <a:lnTo>
                    <a:pt x="460" y="588"/>
                  </a:lnTo>
                  <a:lnTo>
                    <a:pt x="454" y="594"/>
                  </a:lnTo>
                  <a:lnTo>
                    <a:pt x="450" y="600"/>
                  </a:lnTo>
                  <a:lnTo>
                    <a:pt x="446" y="606"/>
                  </a:lnTo>
                  <a:lnTo>
                    <a:pt x="442" y="614"/>
                  </a:lnTo>
                  <a:lnTo>
                    <a:pt x="436" y="622"/>
                  </a:lnTo>
                  <a:lnTo>
                    <a:pt x="426" y="630"/>
                  </a:lnTo>
                  <a:lnTo>
                    <a:pt x="414" y="636"/>
                  </a:lnTo>
                  <a:lnTo>
                    <a:pt x="390" y="648"/>
                  </a:lnTo>
                  <a:lnTo>
                    <a:pt x="384" y="654"/>
                  </a:lnTo>
                  <a:lnTo>
                    <a:pt x="380" y="658"/>
                  </a:lnTo>
                  <a:lnTo>
                    <a:pt x="380" y="662"/>
                  </a:lnTo>
                  <a:lnTo>
                    <a:pt x="382" y="666"/>
                  </a:lnTo>
                  <a:lnTo>
                    <a:pt x="390" y="666"/>
                  </a:lnTo>
                  <a:lnTo>
                    <a:pt x="400" y="666"/>
                  </a:lnTo>
                  <a:lnTo>
                    <a:pt x="408" y="668"/>
                  </a:lnTo>
                  <a:lnTo>
                    <a:pt x="410" y="670"/>
                  </a:lnTo>
                  <a:lnTo>
                    <a:pt x="408" y="674"/>
                  </a:lnTo>
                  <a:lnTo>
                    <a:pt x="406" y="678"/>
                  </a:lnTo>
                  <a:lnTo>
                    <a:pt x="402" y="680"/>
                  </a:lnTo>
                  <a:lnTo>
                    <a:pt x="402" y="684"/>
                  </a:lnTo>
                  <a:lnTo>
                    <a:pt x="406" y="684"/>
                  </a:lnTo>
                  <a:lnTo>
                    <a:pt x="416" y="682"/>
                  </a:lnTo>
                  <a:lnTo>
                    <a:pt x="438" y="676"/>
                  </a:lnTo>
                  <a:lnTo>
                    <a:pt x="446" y="676"/>
                  </a:lnTo>
                  <a:lnTo>
                    <a:pt x="454" y="676"/>
                  </a:lnTo>
                  <a:lnTo>
                    <a:pt x="460" y="678"/>
                  </a:lnTo>
                  <a:lnTo>
                    <a:pt x="466" y="682"/>
                  </a:lnTo>
                  <a:lnTo>
                    <a:pt x="486" y="692"/>
                  </a:lnTo>
                  <a:lnTo>
                    <a:pt x="496" y="696"/>
                  </a:lnTo>
                  <a:lnTo>
                    <a:pt x="508" y="694"/>
                  </a:lnTo>
                  <a:lnTo>
                    <a:pt x="514" y="692"/>
                  </a:lnTo>
                  <a:lnTo>
                    <a:pt x="518" y="690"/>
                  </a:lnTo>
                  <a:lnTo>
                    <a:pt x="522" y="686"/>
                  </a:lnTo>
                  <a:lnTo>
                    <a:pt x="524" y="680"/>
                  </a:lnTo>
                  <a:lnTo>
                    <a:pt x="526" y="674"/>
                  </a:lnTo>
                  <a:lnTo>
                    <a:pt x="528" y="672"/>
                  </a:lnTo>
                  <a:lnTo>
                    <a:pt x="538" y="670"/>
                  </a:lnTo>
                  <a:lnTo>
                    <a:pt x="542" y="668"/>
                  </a:lnTo>
                  <a:lnTo>
                    <a:pt x="546" y="664"/>
                  </a:lnTo>
                  <a:lnTo>
                    <a:pt x="550" y="660"/>
                  </a:lnTo>
                  <a:lnTo>
                    <a:pt x="554" y="650"/>
                  </a:lnTo>
                  <a:lnTo>
                    <a:pt x="558" y="640"/>
                  </a:lnTo>
                  <a:lnTo>
                    <a:pt x="562" y="634"/>
                  </a:lnTo>
                  <a:lnTo>
                    <a:pt x="566" y="630"/>
                  </a:lnTo>
                  <a:lnTo>
                    <a:pt x="572" y="628"/>
                  </a:lnTo>
                  <a:lnTo>
                    <a:pt x="580" y="624"/>
                  </a:lnTo>
                  <a:lnTo>
                    <a:pt x="584" y="622"/>
                  </a:lnTo>
                  <a:lnTo>
                    <a:pt x="586" y="616"/>
                  </a:lnTo>
                  <a:lnTo>
                    <a:pt x="588" y="606"/>
                  </a:lnTo>
                  <a:lnTo>
                    <a:pt x="590" y="602"/>
                  </a:lnTo>
                  <a:lnTo>
                    <a:pt x="594" y="600"/>
                  </a:lnTo>
                  <a:lnTo>
                    <a:pt x="610" y="594"/>
                  </a:lnTo>
                  <a:lnTo>
                    <a:pt x="638" y="584"/>
                  </a:lnTo>
                  <a:lnTo>
                    <a:pt x="652" y="578"/>
                  </a:lnTo>
                  <a:lnTo>
                    <a:pt x="658" y="572"/>
                  </a:lnTo>
                  <a:lnTo>
                    <a:pt x="662" y="568"/>
                  </a:lnTo>
                  <a:lnTo>
                    <a:pt x="664" y="564"/>
                  </a:lnTo>
                  <a:lnTo>
                    <a:pt x="668" y="558"/>
                  </a:lnTo>
                  <a:lnTo>
                    <a:pt x="674" y="552"/>
                  </a:lnTo>
                  <a:lnTo>
                    <a:pt x="688" y="544"/>
                  </a:lnTo>
                  <a:lnTo>
                    <a:pt x="712" y="534"/>
                  </a:lnTo>
                  <a:lnTo>
                    <a:pt x="744" y="522"/>
                  </a:lnTo>
                  <a:lnTo>
                    <a:pt x="778" y="512"/>
                  </a:lnTo>
                  <a:lnTo>
                    <a:pt x="854" y="492"/>
                  </a:lnTo>
                  <a:lnTo>
                    <a:pt x="924" y="474"/>
                  </a:lnTo>
                  <a:lnTo>
                    <a:pt x="956" y="464"/>
                  </a:lnTo>
                  <a:lnTo>
                    <a:pt x="980" y="454"/>
                  </a:lnTo>
                  <a:lnTo>
                    <a:pt x="990" y="448"/>
                  </a:lnTo>
                  <a:lnTo>
                    <a:pt x="998" y="444"/>
                  </a:lnTo>
                  <a:lnTo>
                    <a:pt x="1002" y="438"/>
                  </a:lnTo>
                  <a:lnTo>
                    <a:pt x="1002" y="432"/>
                  </a:lnTo>
                  <a:lnTo>
                    <a:pt x="1002" y="428"/>
                  </a:lnTo>
                  <a:lnTo>
                    <a:pt x="1000" y="424"/>
                  </a:lnTo>
                  <a:lnTo>
                    <a:pt x="996" y="420"/>
                  </a:lnTo>
                  <a:lnTo>
                    <a:pt x="990" y="416"/>
                  </a:lnTo>
                  <a:lnTo>
                    <a:pt x="974" y="410"/>
                  </a:lnTo>
                  <a:lnTo>
                    <a:pt x="954" y="406"/>
                  </a:lnTo>
                  <a:lnTo>
                    <a:pt x="932" y="408"/>
                  </a:lnTo>
                  <a:lnTo>
                    <a:pt x="908" y="412"/>
                  </a:lnTo>
                  <a:lnTo>
                    <a:pt x="878" y="422"/>
                  </a:lnTo>
                  <a:lnTo>
                    <a:pt x="874" y="426"/>
                  </a:lnTo>
                  <a:lnTo>
                    <a:pt x="870" y="428"/>
                  </a:lnTo>
                  <a:lnTo>
                    <a:pt x="868" y="430"/>
                  </a:lnTo>
                  <a:lnTo>
                    <a:pt x="864" y="434"/>
                  </a:lnTo>
                  <a:lnTo>
                    <a:pt x="856" y="438"/>
                  </a:lnTo>
                  <a:lnTo>
                    <a:pt x="842" y="444"/>
                  </a:lnTo>
                  <a:lnTo>
                    <a:pt x="818" y="450"/>
                  </a:lnTo>
                  <a:lnTo>
                    <a:pt x="808" y="450"/>
                  </a:lnTo>
                  <a:lnTo>
                    <a:pt x="798" y="452"/>
                  </a:lnTo>
                  <a:lnTo>
                    <a:pt x="768" y="460"/>
                  </a:lnTo>
                  <a:close/>
                  <a:moveTo>
                    <a:pt x="484" y="70"/>
                  </a:moveTo>
                  <a:lnTo>
                    <a:pt x="484" y="70"/>
                  </a:lnTo>
                  <a:lnTo>
                    <a:pt x="482" y="70"/>
                  </a:lnTo>
                  <a:lnTo>
                    <a:pt x="484" y="70"/>
                  </a:lnTo>
                  <a:lnTo>
                    <a:pt x="490" y="72"/>
                  </a:lnTo>
                  <a:lnTo>
                    <a:pt x="500" y="74"/>
                  </a:lnTo>
                  <a:lnTo>
                    <a:pt x="510" y="78"/>
                  </a:lnTo>
                  <a:lnTo>
                    <a:pt x="528" y="86"/>
                  </a:lnTo>
                  <a:lnTo>
                    <a:pt x="538" y="86"/>
                  </a:lnTo>
                  <a:lnTo>
                    <a:pt x="554" y="86"/>
                  </a:lnTo>
                  <a:lnTo>
                    <a:pt x="568" y="86"/>
                  </a:lnTo>
                  <a:lnTo>
                    <a:pt x="568" y="84"/>
                  </a:lnTo>
                  <a:lnTo>
                    <a:pt x="566" y="82"/>
                  </a:lnTo>
                  <a:lnTo>
                    <a:pt x="544" y="76"/>
                  </a:lnTo>
                  <a:lnTo>
                    <a:pt x="530" y="72"/>
                  </a:lnTo>
                  <a:lnTo>
                    <a:pt x="512" y="70"/>
                  </a:lnTo>
                  <a:lnTo>
                    <a:pt x="496" y="68"/>
                  </a:lnTo>
                  <a:lnTo>
                    <a:pt x="484" y="70"/>
                  </a:lnTo>
                  <a:close/>
                  <a:moveTo>
                    <a:pt x="542" y="114"/>
                  </a:moveTo>
                  <a:lnTo>
                    <a:pt x="542" y="114"/>
                  </a:lnTo>
                  <a:lnTo>
                    <a:pt x="554" y="116"/>
                  </a:lnTo>
                  <a:lnTo>
                    <a:pt x="558" y="114"/>
                  </a:lnTo>
                  <a:lnTo>
                    <a:pt x="560" y="112"/>
                  </a:lnTo>
                  <a:lnTo>
                    <a:pt x="560" y="110"/>
                  </a:lnTo>
                  <a:lnTo>
                    <a:pt x="560" y="108"/>
                  </a:lnTo>
                  <a:lnTo>
                    <a:pt x="554" y="106"/>
                  </a:lnTo>
                  <a:lnTo>
                    <a:pt x="542" y="106"/>
                  </a:lnTo>
                  <a:lnTo>
                    <a:pt x="532" y="108"/>
                  </a:lnTo>
                  <a:lnTo>
                    <a:pt x="530" y="110"/>
                  </a:lnTo>
                  <a:lnTo>
                    <a:pt x="532" y="112"/>
                  </a:lnTo>
                  <a:lnTo>
                    <a:pt x="534" y="114"/>
                  </a:lnTo>
                  <a:lnTo>
                    <a:pt x="542" y="114"/>
                  </a:lnTo>
                  <a:close/>
                  <a:moveTo>
                    <a:pt x="590" y="96"/>
                  </a:moveTo>
                  <a:lnTo>
                    <a:pt x="590" y="96"/>
                  </a:lnTo>
                  <a:lnTo>
                    <a:pt x="596" y="94"/>
                  </a:lnTo>
                  <a:lnTo>
                    <a:pt x="598" y="92"/>
                  </a:lnTo>
                  <a:lnTo>
                    <a:pt x="598" y="90"/>
                  </a:lnTo>
                  <a:lnTo>
                    <a:pt x="596" y="88"/>
                  </a:lnTo>
                  <a:lnTo>
                    <a:pt x="592" y="86"/>
                  </a:lnTo>
                  <a:lnTo>
                    <a:pt x="584" y="86"/>
                  </a:lnTo>
                  <a:lnTo>
                    <a:pt x="574" y="88"/>
                  </a:lnTo>
                  <a:lnTo>
                    <a:pt x="562" y="90"/>
                  </a:lnTo>
                  <a:lnTo>
                    <a:pt x="556" y="92"/>
                  </a:lnTo>
                  <a:lnTo>
                    <a:pt x="556" y="94"/>
                  </a:lnTo>
                  <a:lnTo>
                    <a:pt x="560" y="96"/>
                  </a:lnTo>
                  <a:lnTo>
                    <a:pt x="576" y="96"/>
                  </a:lnTo>
                  <a:lnTo>
                    <a:pt x="590" y="96"/>
                  </a:lnTo>
                  <a:close/>
                  <a:moveTo>
                    <a:pt x="554" y="70"/>
                  </a:moveTo>
                  <a:lnTo>
                    <a:pt x="554" y="70"/>
                  </a:lnTo>
                  <a:lnTo>
                    <a:pt x="554" y="72"/>
                  </a:lnTo>
                  <a:lnTo>
                    <a:pt x="554" y="74"/>
                  </a:lnTo>
                  <a:lnTo>
                    <a:pt x="562" y="78"/>
                  </a:lnTo>
                  <a:lnTo>
                    <a:pt x="572" y="80"/>
                  </a:lnTo>
                  <a:lnTo>
                    <a:pt x="582" y="80"/>
                  </a:lnTo>
                  <a:lnTo>
                    <a:pt x="584" y="78"/>
                  </a:lnTo>
                  <a:lnTo>
                    <a:pt x="584" y="76"/>
                  </a:lnTo>
                  <a:lnTo>
                    <a:pt x="576" y="72"/>
                  </a:lnTo>
                  <a:lnTo>
                    <a:pt x="564" y="68"/>
                  </a:lnTo>
                  <a:lnTo>
                    <a:pt x="558" y="68"/>
                  </a:lnTo>
                  <a:lnTo>
                    <a:pt x="554" y="70"/>
                  </a:lnTo>
                  <a:close/>
                  <a:moveTo>
                    <a:pt x="1962" y="108"/>
                  </a:moveTo>
                  <a:lnTo>
                    <a:pt x="1962" y="108"/>
                  </a:lnTo>
                  <a:lnTo>
                    <a:pt x="1950" y="114"/>
                  </a:lnTo>
                  <a:lnTo>
                    <a:pt x="1938" y="120"/>
                  </a:lnTo>
                  <a:lnTo>
                    <a:pt x="1916" y="128"/>
                  </a:lnTo>
                  <a:lnTo>
                    <a:pt x="1908" y="132"/>
                  </a:lnTo>
                  <a:lnTo>
                    <a:pt x="1906" y="134"/>
                  </a:lnTo>
                  <a:lnTo>
                    <a:pt x="1908" y="136"/>
                  </a:lnTo>
                  <a:lnTo>
                    <a:pt x="1918" y="138"/>
                  </a:lnTo>
                  <a:lnTo>
                    <a:pt x="1930" y="138"/>
                  </a:lnTo>
                  <a:lnTo>
                    <a:pt x="1938" y="142"/>
                  </a:lnTo>
                  <a:lnTo>
                    <a:pt x="1952" y="146"/>
                  </a:lnTo>
                  <a:lnTo>
                    <a:pt x="1968" y="154"/>
                  </a:lnTo>
                  <a:lnTo>
                    <a:pt x="1980" y="156"/>
                  </a:lnTo>
                  <a:lnTo>
                    <a:pt x="1994" y="158"/>
                  </a:lnTo>
                  <a:lnTo>
                    <a:pt x="2010" y="158"/>
                  </a:lnTo>
                  <a:lnTo>
                    <a:pt x="2016" y="158"/>
                  </a:lnTo>
                  <a:lnTo>
                    <a:pt x="2020" y="156"/>
                  </a:lnTo>
                  <a:lnTo>
                    <a:pt x="2022" y="152"/>
                  </a:lnTo>
                  <a:lnTo>
                    <a:pt x="2024" y="150"/>
                  </a:lnTo>
                  <a:lnTo>
                    <a:pt x="2028" y="146"/>
                  </a:lnTo>
                  <a:lnTo>
                    <a:pt x="2040" y="142"/>
                  </a:lnTo>
                  <a:lnTo>
                    <a:pt x="2058" y="140"/>
                  </a:lnTo>
                  <a:lnTo>
                    <a:pt x="2100" y="140"/>
                  </a:lnTo>
                  <a:lnTo>
                    <a:pt x="2130" y="140"/>
                  </a:lnTo>
                  <a:lnTo>
                    <a:pt x="2138" y="138"/>
                  </a:lnTo>
                  <a:lnTo>
                    <a:pt x="2142" y="136"/>
                  </a:lnTo>
                  <a:lnTo>
                    <a:pt x="2142" y="130"/>
                  </a:lnTo>
                  <a:lnTo>
                    <a:pt x="2136" y="122"/>
                  </a:lnTo>
                  <a:lnTo>
                    <a:pt x="2132" y="114"/>
                  </a:lnTo>
                  <a:lnTo>
                    <a:pt x="2132" y="112"/>
                  </a:lnTo>
                  <a:lnTo>
                    <a:pt x="2134" y="110"/>
                  </a:lnTo>
                  <a:lnTo>
                    <a:pt x="2140" y="108"/>
                  </a:lnTo>
                  <a:lnTo>
                    <a:pt x="2146" y="106"/>
                  </a:lnTo>
                  <a:lnTo>
                    <a:pt x="2162" y="104"/>
                  </a:lnTo>
                  <a:lnTo>
                    <a:pt x="2164" y="102"/>
                  </a:lnTo>
                  <a:lnTo>
                    <a:pt x="2166" y="100"/>
                  </a:lnTo>
                  <a:lnTo>
                    <a:pt x="2164" y="96"/>
                  </a:lnTo>
                  <a:lnTo>
                    <a:pt x="2160" y="92"/>
                  </a:lnTo>
                  <a:lnTo>
                    <a:pt x="2154" y="90"/>
                  </a:lnTo>
                  <a:lnTo>
                    <a:pt x="2142" y="88"/>
                  </a:lnTo>
                  <a:lnTo>
                    <a:pt x="2136" y="88"/>
                  </a:lnTo>
                  <a:lnTo>
                    <a:pt x="2128" y="86"/>
                  </a:lnTo>
                  <a:lnTo>
                    <a:pt x="2118" y="82"/>
                  </a:lnTo>
                  <a:lnTo>
                    <a:pt x="2110" y="74"/>
                  </a:lnTo>
                  <a:lnTo>
                    <a:pt x="2090" y="60"/>
                  </a:lnTo>
                  <a:lnTo>
                    <a:pt x="2082" y="56"/>
                  </a:lnTo>
                  <a:lnTo>
                    <a:pt x="2076" y="52"/>
                  </a:lnTo>
                  <a:lnTo>
                    <a:pt x="2068" y="50"/>
                  </a:lnTo>
                  <a:lnTo>
                    <a:pt x="2060" y="50"/>
                  </a:lnTo>
                  <a:lnTo>
                    <a:pt x="2052" y="54"/>
                  </a:lnTo>
                  <a:lnTo>
                    <a:pt x="2044" y="58"/>
                  </a:lnTo>
                  <a:lnTo>
                    <a:pt x="2034" y="62"/>
                  </a:lnTo>
                  <a:lnTo>
                    <a:pt x="2026" y="66"/>
                  </a:lnTo>
                  <a:lnTo>
                    <a:pt x="2008" y="68"/>
                  </a:lnTo>
                  <a:lnTo>
                    <a:pt x="1988" y="74"/>
                  </a:lnTo>
                  <a:lnTo>
                    <a:pt x="1978" y="78"/>
                  </a:lnTo>
                  <a:lnTo>
                    <a:pt x="1964" y="84"/>
                  </a:lnTo>
                  <a:lnTo>
                    <a:pt x="1954" y="92"/>
                  </a:lnTo>
                  <a:lnTo>
                    <a:pt x="1952" y="94"/>
                  </a:lnTo>
                  <a:lnTo>
                    <a:pt x="1954" y="96"/>
                  </a:lnTo>
                  <a:lnTo>
                    <a:pt x="1960" y="98"/>
                  </a:lnTo>
                  <a:lnTo>
                    <a:pt x="1964" y="98"/>
                  </a:lnTo>
                  <a:lnTo>
                    <a:pt x="1968" y="98"/>
                  </a:lnTo>
                  <a:lnTo>
                    <a:pt x="1968" y="100"/>
                  </a:lnTo>
                  <a:lnTo>
                    <a:pt x="1968" y="102"/>
                  </a:lnTo>
                  <a:lnTo>
                    <a:pt x="1962" y="108"/>
                  </a:lnTo>
                  <a:close/>
                  <a:moveTo>
                    <a:pt x="3810" y="584"/>
                  </a:moveTo>
                  <a:lnTo>
                    <a:pt x="3810" y="584"/>
                  </a:lnTo>
                  <a:lnTo>
                    <a:pt x="3826" y="588"/>
                  </a:lnTo>
                  <a:lnTo>
                    <a:pt x="3834" y="588"/>
                  </a:lnTo>
                  <a:lnTo>
                    <a:pt x="3840" y="584"/>
                  </a:lnTo>
                  <a:lnTo>
                    <a:pt x="3842" y="580"/>
                  </a:lnTo>
                  <a:lnTo>
                    <a:pt x="3842" y="574"/>
                  </a:lnTo>
                  <a:lnTo>
                    <a:pt x="3846" y="570"/>
                  </a:lnTo>
                  <a:lnTo>
                    <a:pt x="3852" y="568"/>
                  </a:lnTo>
                  <a:lnTo>
                    <a:pt x="3864" y="570"/>
                  </a:lnTo>
                  <a:lnTo>
                    <a:pt x="3878" y="574"/>
                  </a:lnTo>
                  <a:lnTo>
                    <a:pt x="3890" y="572"/>
                  </a:lnTo>
                  <a:lnTo>
                    <a:pt x="3900" y="570"/>
                  </a:lnTo>
                  <a:lnTo>
                    <a:pt x="3910" y="566"/>
                  </a:lnTo>
                  <a:lnTo>
                    <a:pt x="3918" y="562"/>
                  </a:lnTo>
                  <a:lnTo>
                    <a:pt x="3926" y="560"/>
                  </a:lnTo>
                  <a:lnTo>
                    <a:pt x="3934" y="562"/>
                  </a:lnTo>
                  <a:lnTo>
                    <a:pt x="3942" y="566"/>
                  </a:lnTo>
                  <a:lnTo>
                    <a:pt x="3952" y="570"/>
                  </a:lnTo>
                  <a:lnTo>
                    <a:pt x="3962" y="572"/>
                  </a:lnTo>
                  <a:lnTo>
                    <a:pt x="3974" y="572"/>
                  </a:lnTo>
                  <a:lnTo>
                    <a:pt x="3986" y="570"/>
                  </a:lnTo>
                  <a:lnTo>
                    <a:pt x="4014" y="562"/>
                  </a:lnTo>
                  <a:lnTo>
                    <a:pt x="4048" y="552"/>
                  </a:lnTo>
                  <a:lnTo>
                    <a:pt x="4056" y="546"/>
                  </a:lnTo>
                  <a:lnTo>
                    <a:pt x="4060" y="542"/>
                  </a:lnTo>
                  <a:lnTo>
                    <a:pt x="4060" y="538"/>
                  </a:lnTo>
                  <a:lnTo>
                    <a:pt x="4056" y="534"/>
                  </a:lnTo>
                  <a:lnTo>
                    <a:pt x="4054" y="530"/>
                  </a:lnTo>
                  <a:lnTo>
                    <a:pt x="4054" y="528"/>
                  </a:lnTo>
                  <a:lnTo>
                    <a:pt x="4056" y="524"/>
                  </a:lnTo>
                  <a:lnTo>
                    <a:pt x="4066" y="524"/>
                  </a:lnTo>
                  <a:lnTo>
                    <a:pt x="4070" y="522"/>
                  </a:lnTo>
                  <a:lnTo>
                    <a:pt x="4074" y="520"/>
                  </a:lnTo>
                  <a:lnTo>
                    <a:pt x="4076" y="518"/>
                  </a:lnTo>
                  <a:lnTo>
                    <a:pt x="4074" y="516"/>
                  </a:lnTo>
                  <a:lnTo>
                    <a:pt x="4068" y="512"/>
                  </a:lnTo>
                  <a:lnTo>
                    <a:pt x="4056" y="506"/>
                  </a:lnTo>
                  <a:lnTo>
                    <a:pt x="4042" y="500"/>
                  </a:lnTo>
                  <a:lnTo>
                    <a:pt x="4026" y="498"/>
                  </a:lnTo>
                  <a:lnTo>
                    <a:pt x="4010" y="496"/>
                  </a:lnTo>
                  <a:lnTo>
                    <a:pt x="3994" y="498"/>
                  </a:lnTo>
                  <a:lnTo>
                    <a:pt x="3980" y="498"/>
                  </a:lnTo>
                  <a:lnTo>
                    <a:pt x="3968" y="496"/>
                  </a:lnTo>
                  <a:lnTo>
                    <a:pt x="3958" y="490"/>
                  </a:lnTo>
                  <a:lnTo>
                    <a:pt x="3948" y="484"/>
                  </a:lnTo>
                  <a:lnTo>
                    <a:pt x="3938" y="478"/>
                  </a:lnTo>
                  <a:lnTo>
                    <a:pt x="3928" y="472"/>
                  </a:lnTo>
                  <a:lnTo>
                    <a:pt x="3918" y="470"/>
                  </a:lnTo>
                  <a:lnTo>
                    <a:pt x="3912" y="472"/>
                  </a:lnTo>
                  <a:lnTo>
                    <a:pt x="3906" y="474"/>
                  </a:lnTo>
                  <a:lnTo>
                    <a:pt x="3898" y="480"/>
                  </a:lnTo>
                  <a:lnTo>
                    <a:pt x="3894" y="486"/>
                  </a:lnTo>
                  <a:lnTo>
                    <a:pt x="3892" y="492"/>
                  </a:lnTo>
                  <a:lnTo>
                    <a:pt x="3894" y="498"/>
                  </a:lnTo>
                  <a:lnTo>
                    <a:pt x="3900" y="506"/>
                  </a:lnTo>
                  <a:lnTo>
                    <a:pt x="3900" y="510"/>
                  </a:lnTo>
                  <a:lnTo>
                    <a:pt x="3896" y="512"/>
                  </a:lnTo>
                  <a:lnTo>
                    <a:pt x="3890" y="512"/>
                  </a:lnTo>
                  <a:lnTo>
                    <a:pt x="3882" y="508"/>
                  </a:lnTo>
                  <a:lnTo>
                    <a:pt x="3862" y="498"/>
                  </a:lnTo>
                  <a:lnTo>
                    <a:pt x="3842" y="484"/>
                  </a:lnTo>
                  <a:lnTo>
                    <a:pt x="3822" y="472"/>
                  </a:lnTo>
                  <a:lnTo>
                    <a:pt x="3814" y="468"/>
                  </a:lnTo>
                  <a:lnTo>
                    <a:pt x="3808" y="468"/>
                  </a:lnTo>
                  <a:lnTo>
                    <a:pt x="3800" y="466"/>
                  </a:lnTo>
                  <a:lnTo>
                    <a:pt x="3794" y="468"/>
                  </a:lnTo>
                  <a:lnTo>
                    <a:pt x="3778" y="476"/>
                  </a:lnTo>
                  <a:lnTo>
                    <a:pt x="3758" y="488"/>
                  </a:lnTo>
                  <a:lnTo>
                    <a:pt x="3748" y="496"/>
                  </a:lnTo>
                  <a:lnTo>
                    <a:pt x="3746" y="502"/>
                  </a:lnTo>
                  <a:lnTo>
                    <a:pt x="3746" y="508"/>
                  </a:lnTo>
                  <a:lnTo>
                    <a:pt x="3748" y="514"/>
                  </a:lnTo>
                  <a:lnTo>
                    <a:pt x="3752" y="524"/>
                  </a:lnTo>
                  <a:lnTo>
                    <a:pt x="3752" y="530"/>
                  </a:lnTo>
                  <a:lnTo>
                    <a:pt x="3746" y="532"/>
                  </a:lnTo>
                  <a:lnTo>
                    <a:pt x="3742" y="536"/>
                  </a:lnTo>
                  <a:lnTo>
                    <a:pt x="3742" y="542"/>
                  </a:lnTo>
                  <a:lnTo>
                    <a:pt x="3744" y="548"/>
                  </a:lnTo>
                  <a:lnTo>
                    <a:pt x="3752" y="554"/>
                  </a:lnTo>
                  <a:lnTo>
                    <a:pt x="3762" y="560"/>
                  </a:lnTo>
                  <a:lnTo>
                    <a:pt x="3776" y="568"/>
                  </a:lnTo>
                  <a:lnTo>
                    <a:pt x="3810" y="584"/>
                  </a:lnTo>
                  <a:close/>
                  <a:moveTo>
                    <a:pt x="4172" y="572"/>
                  </a:moveTo>
                  <a:lnTo>
                    <a:pt x="4172" y="572"/>
                  </a:lnTo>
                  <a:lnTo>
                    <a:pt x="4198" y="578"/>
                  </a:lnTo>
                  <a:lnTo>
                    <a:pt x="4218" y="578"/>
                  </a:lnTo>
                  <a:lnTo>
                    <a:pt x="4262" y="576"/>
                  </a:lnTo>
                  <a:lnTo>
                    <a:pt x="4276" y="574"/>
                  </a:lnTo>
                  <a:lnTo>
                    <a:pt x="4288" y="570"/>
                  </a:lnTo>
                  <a:lnTo>
                    <a:pt x="4294" y="566"/>
                  </a:lnTo>
                  <a:lnTo>
                    <a:pt x="4300" y="560"/>
                  </a:lnTo>
                  <a:lnTo>
                    <a:pt x="4300" y="556"/>
                  </a:lnTo>
                  <a:lnTo>
                    <a:pt x="4300" y="552"/>
                  </a:lnTo>
                  <a:lnTo>
                    <a:pt x="4296" y="550"/>
                  </a:lnTo>
                  <a:lnTo>
                    <a:pt x="4288" y="550"/>
                  </a:lnTo>
                  <a:lnTo>
                    <a:pt x="4280" y="550"/>
                  </a:lnTo>
                  <a:lnTo>
                    <a:pt x="4274" y="548"/>
                  </a:lnTo>
                  <a:lnTo>
                    <a:pt x="4266" y="540"/>
                  </a:lnTo>
                  <a:lnTo>
                    <a:pt x="4260" y="536"/>
                  </a:lnTo>
                  <a:lnTo>
                    <a:pt x="4252" y="534"/>
                  </a:lnTo>
                  <a:lnTo>
                    <a:pt x="4244" y="536"/>
                  </a:lnTo>
                  <a:lnTo>
                    <a:pt x="4230" y="540"/>
                  </a:lnTo>
                  <a:lnTo>
                    <a:pt x="4220" y="542"/>
                  </a:lnTo>
                  <a:lnTo>
                    <a:pt x="4214" y="542"/>
                  </a:lnTo>
                  <a:lnTo>
                    <a:pt x="4212" y="540"/>
                  </a:lnTo>
                  <a:lnTo>
                    <a:pt x="4212" y="536"/>
                  </a:lnTo>
                  <a:lnTo>
                    <a:pt x="4210" y="532"/>
                  </a:lnTo>
                  <a:lnTo>
                    <a:pt x="4204" y="528"/>
                  </a:lnTo>
                  <a:lnTo>
                    <a:pt x="4194" y="526"/>
                  </a:lnTo>
                  <a:lnTo>
                    <a:pt x="4174" y="528"/>
                  </a:lnTo>
                  <a:lnTo>
                    <a:pt x="4154" y="528"/>
                  </a:lnTo>
                  <a:lnTo>
                    <a:pt x="4142" y="526"/>
                  </a:lnTo>
                  <a:lnTo>
                    <a:pt x="4132" y="524"/>
                  </a:lnTo>
                  <a:lnTo>
                    <a:pt x="4126" y="520"/>
                  </a:lnTo>
                  <a:lnTo>
                    <a:pt x="4122" y="514"/>
                  </a:lnTo>
                  <a:lnTo>
                    <a:pt x="4122" y="516"/>
                  </a:lnTo>
                  <a:lnTo>
                    <a:pt x="4118" y="518"/>
                  </a:lnTo>
                  <a:lnTo>
                    <a:pt x="4112" y="530"/>
                  </a:lnTo>
                  <a:lnTo>
                    <a:pt x="4108" y="536"/>
                  </a:lnTo>
                  <a:lnTo>
                    <a:pt x="4110" y="542"/>
                  </a:lnTo>
                  <a:lnTo>
                    <a:pt x="4114" y="550"/>
                  </a:lnTo>
                  <a:lnTo>
                    <a:pt x="4126" y="556"/>
                  </a:lnTo>
                  <a:lnTo>
                    <a:pt x="4144" y="564"/>
                  </a:lnTo>
                  <a:lnTo>
                    <a:pt x="4172" y="572"/>
                  </a:lnTo>
                  <a:close/>
                  <a:moveTo>
                    <a:pt x="5478" y="870"/>
                  </a:moveTo>
                  <a:lnTo>
                    <a:pt x="5478" y="866"/>
                  </a:lnTo>
                  <a:lnTo>
                    <a:pt x="5548" y="856"/>
                  </a:lnTo>
                  <a:lnTo>
                    <a:pt x="5558" y="854"/>
                  </a:lnTo>
                  <a:lnTo>
                    <a:pt x="5564" y="852"/>
                  </a:lnTo>
                  <a:lnTo>
                    <a:pt x="5570" y="848"/>
                  </a:lnTo>
                  <a:lnTo>
                    <a:pt x="5572" y="846"/>
                  </a:lnTo>
                  <a:lnTo>
                    <a:pt x="5570" y="842"/>
                  </a:lnTo>
                  <a:lnTo>
                    <a:pt x="5568" y="838"/>
                  </a:lnTo>
                  <a:lnTo>
                    <a:pt x="5560" y="832"/>
                  </a:lnTo>
                  <a:lnTo>
                    <a:pt x="5546" y="826"/>
                  </a:lnTo>
                  <a:lnTo>
                    <a:pt x="5530" y="820"/>
                  </a:lnTo>
                  <a:lnTo>
                    <a:pt x="5512" y="818"/>
                  </a:lnTo>
                  <a:lnTo>
                    <a:pt x="5494" y="818"/>
                  </a:lnTo>
                  <a:lnTo>
                    <a:pt x="5478" y="820"/>
                  </a:lnTo>
                  <a:lnTo>
                    <a:pt x="5478" y="818"/>
                  </a:lnTo>
                  <a:lnTo>
                    <a:pt x="5454" y="826"/>
                  </a:lnTo>
                  <a:lnTo>
                    <a:pt x="5444" y="832"/>
                  </a:lnTo>
                  <a:lnTo>
                    <a:pt x="5434" y="838"/>
                  </a:lnTo>
                  <a:lnTo>
                    <a:pt x="5428" y="844"/>
                  </a:lnTo>
                  <a:lnTo>
                    <a:pt x="5422" y="850"/>
                  </a:lnTo>
                  <a:lnTo>
                    <a:pt x="5418" y="856"/>
                  </a:lnTo>
                  <a:lnTo>
                    <a:pt x="5418" y="864"/>
                  </a:lnTo>
                  <a:lnTo>
                    <a:pt x="5418" y="868"/>
                  </a:lnTo>
                  <a:lnTo>
                    <a:pt x="5422" y="872"/>
                  </a:lnTo>
                  <a:lnTo>
                    <a:pt x="5426" y="874"/>
                  </a:lnTo>
                  <a:lnTo>
                    <a:pt x="5434" y="874"/>
                  </a:lnTo>
                  <a:lnTo>
                    <a:pt x="5452" y="874"/>
                  </a:lnTo>
                  <a:lnTo>
                    <a:pt x="5478" y="870"/>
                  </a:lnTo>
                  <a:close/>
                  <a:moveTo>
                    <a:pt x="2060" y="404"/>
                  </a:moveTo>
                  <a:lnTo>
                    <a:pt x="2060" y="404"/>
                  </a:lnTo>
                  <a:lnTo>
                    <a:pt x="2068" y="408"/>
                  </a:lnTo>
                  <a:lnTo>
                    <a:pt x="2078" y="408"/>
                  </a:lnTo>
                  <a:lnTo>
                    <a:pt x="2088" y="406"/>
                  </a:lnTo>
                  <a:lnTo>
                    <a:pt x="2096" y="404"/>
                  </a:lnTo>
                  <a:lnTo>
                    <a:pt x="2104" y="400"/>
                  </a:lnTo>
                  <a:lnTo>
                    <a:pt x="2108" y="396"/>
                  </a:lnTo>
                  <a:lnTo>
                    <a:pt x="2112" y="392"/>
                  </a:lnTo>
                  <a:lnTo>
                    <a:pt x="2112" y="388"/>
                  </a:lnTo>
                  <a:lnTo>
                    <a:pt x="2106" y="386"/>
                  </a:lnTo>
                  <a:lnTo>
                    <a:pt x="2100" y="386"/>
                  </a:lnTo>
                  <a:lnTo>
                    <a:pt x="2080" y="392"/>
                  </a:lnTo>
                  <a:lnTo>
                    <a:pt x="2064" y="398"/>
                  </a:lnTo>
                  <a:lnTo>
                    <a:pt x="2060" y="402"/>
                  </a:lnTo>
                  <a:lnTo>
                    <a:pt x="2058" y="404"/>
                  </a:lnTo>
                  <a:lnTo>
                    <a:pt x="2060" y="404"/>
                  </a:lnTo>
                  <a:close/>
                  <a:moveTo>
                    <a:pt x="3868" y="678"/>
                  </a:moveTo>
                  <a:lnTo>
                    <a:pt x="3868" y="678"/>
                  </a:lnTo>
                  <a:lnTo>
                    <a:pt x="3858" y="686"/>
                  </a:lnTo>
                  <a:lnTo>
                    <a:pt x="3856" y="688"/>
                  </a:lnTo>
                  <a:lnTo>
                    <a:pt x="3858" y="690"/>
                  </a:lnTo>
                  <a:lnTo>
                    <a:pt x="3866" y="690"/>
                  </a:lnTo>
                  <a:lnTo>
                    <a:pt x="3896" y="688"/>
                  </a:lnTo>
                  <a:lnTo>
                    <a:pt x="3916" y="688"/>
                  </a:lnTo>
                  <a:lnTo>
                    <a:pt x="3940" y="692"/>
                  </a:lnTo>
                  <a:lnTo>
                    <a:pt x="3970" y="696"/>
                  </a:lnTo>
                  <a:lnTo>
                    <a:pt x="3990" y="696"/>
                  </a:lnTo>
                  <a:lnTo>
                    <a:pt x="4004" y="694"/>
                  </a:lnTo>
                  <a:lnTo>
                    <a:pt x="4006" y="692"/>
                  </a:lnTo>
                  <a:lnTo>
                    <a:pt x="4008" y="690"/>
                  </a:lnTo>
                  <a:lnTo>
                    <a:pt x="4008" y="686"/>
                  </a:lnTo>
                  <a:lnTo>
                    <a:pt x="4006" y="682"/>
                  </a:lnTo>
                  <a:lnTo>
                    <a:pt x="4000" y="674"/>
                  </a:lnTo>
                  <a:lnTo>
                    <a:pt x="3988" y="664"/>
                  </a:lnTo>
                  <a:lnTo>
                    <a:pt x="3972" y="654"/>
                  </a:lnTo>
                  <a:lnTo>
                    <a:pt x="3956" y="648"/>
                  </a:lnTo>
                  <a:lnTo>
                    <a:pt x="3940" y="644"/>
                  </a:lnTo>
                  <a:lnTo>
                    <a:pt x="3928" y="646"/>
                  </a:lnTo>
                  <a:lnTo>
                    <a:pt x="3916" y="648"/>
                  </a:lnTo>
                  <a:lnTo>
                    <a:pt x="3904" y="654"/>
                  </a:lnTo>
                  <a:lnTo>
                    <a:pt x="3894" y="662"/>
                  </a:lnTo>
                  <a:lnTo>
                    <a:pt x="3868" y="678"/>
                  </a:lnTo>
                  <a:close/>
                  <a:moveTo>
                    <a:pt x="5044" y="956"/>
                  </a:moveTo>
                  <a:lnTo>
                    <a:pt x="5044" y="956"/>
                  </a:lnTo>
                  <a:lnTo>
                    <a:pt x="5046" y="954"/>
                  </a:lnTo>
                  <a:lnTo>
                    <a:pt x="5046" y="950"/>
                  </a:lnTo>
                  <a:lnTo>
                    <a:pt x="5044" y="948"/>
                  </a:lnTo>
                  <a:lnTo>
                    <a:pt x="5042" y="946"/>
                  </a:lnTo>
                  <a:lnTo>
                    <a:pt x="5034" y="942"/>
                  </a:lnTo>
                  <a:lnTo>
                    <a:pt x="5024" y="940"/>
                  </a:lnTo>
                  <a:lnTo>
                    <a:pt x="5012" y="938"/>
                  </a:lnTo>
                  <a:lnTo>
                    <a:pt x="5000" y="938"/>
                  </a:lnTo>
                  <a:lnTo>
                    <a:pt x="4990" y="938"/>
                  </a:lnTo>
                  <a:lnTo>
                    <a:pt x="4984" y="942"/>
                  </a:lnTo>
                  <a:lnTo>
                    <a:pt x="4982" y="944"/>
                  </a:lnTo>
                  <a:lnTo>
                    <a:pt x="4982" y="946"/>
                  </a:lnTo>
                  <a:lnTo>
                    <a:pt x="4986" y="950"/>
                  </a:lnTo>
                  <a:lnTo>
                    <a:pt x="4992" y="954"/>
                  </a:lnTo>
                  <a:lnTo>
                    <a:pt x="5002" y="958"/>
                  </a:lnTo>
                  <a:lnTo>
                    <a:pt x="5014" y="960"/>
                  </a:lnTo>
                  <a:lnTo>
                    <a:pt x="5024" y="962"/>
                  </a:lnTo>
                  <a:lnTo>
                    <a:pt x="5034" y="960"/>
                  </a:lnTo>
                  <a:lnTo>
                    <a:pt x="5044" y="956"/>
                  </a:lnTo>
                  <a:close/>
                  <a:moveTo>
                    <a:pt x="3698" y="530"/>
                  </a:moveTo>
                  <a:lnTo>
                    <a:pt x="3698" y="530"/>
                  </a:lnTo>
                  <a:lnTo>
                    <a:pt x="3704" y="524"/>
                  </a:lnTo>
                  <a:lnTo>
                    <a:pt x="3706" y="518"/>
                  </a:lnTo>
                  <a:lnTo>
                    <a:pt x="3704" y="508"/>
                  </a:lnTo>
                  <a:lnTo>
                    <a:pt x="3696" y="498"/>
                  </a:lnTo>
                  <a:lnTo>
                    <a:pt x="3694" y="496"/>
                  </a:lnTo>
                  <a:lnTo>
                    <a:pt x="3692" y="496"/>
                  </a:lnTo>
                  <a:lnTo>
                    <a:pt x="3688" y="500"/>
                  </a:lnTo>
                  <a:lnTo>
                    <a:pt x="3684" y="506"/>
                  </a:lnTo>
                  <a:lnTo>
                    <a:pt x="3682" y="514"/>
                  </a:lnTo>
                  <a:lnTo>
                    <a:pt x="3680" y="524"/>
                  </a:lnTo>
                  <a:lnTo>
                    <a:pt x="3684" y="530"/>
                  </a:lnTo>
                  <a:lnTo>
                    <a:pt x="3686" y="532"/>
                  </a:lnTo>
                  <a:lnTo>
                    <a:pt x="3688" y="532"/>
                  </a:lnTo>
                  <a:lnTo>
                    <a:pt x="3692" y="532"/>
                  </a:lnTo>
                  <a:lnTo>
                    <a:pt x="3698" y="530"/>
                  </a:lnTo>
                  <a:close/>
                  <a:moveTo>
                    <a:pt x="2260" y="322"/>
                  </a:moveTo>
                  <a:lnTo>
                    <a:pt x="2260" y="322"/>
                  </a:lnTo>
                  <a:lnTo>
                    <a:pt x="2286" y="316"/>
                  </a:lnTo>
                  <a:lnTo>
                    <a:pt x="2314" y="310"/>
                  </a:lnTo>
                  <a:lnTo>
                    <a:pt x="2350" y="306"/>
                  </a:lnTo>
                  <a:lnTo>
                    <a:pt x="2398" y="304"/>
                  </a:lnTo>
                  <a:lnTo>
                    <a:pt x="2424" y="302"/>
                  </a:lnTo>
                  <a:lnTo>
                    <a:pt x="2442" y="298"/>
                  </a:lnTo>
                  <a:lnTo>
                    <a:pt x="2456" y="294"/>
                  </a:lnTo>
                  <a:lnTo>
                    <a:pt x="2464" y="288"/>
                  </a:lnTo>
                  <a:lnTo>
                    <a:pt x="2466" y="284"/>
                  </a:lnTo>
                  <a:lnTo>
                    <a:pt x="2466" y="282"/>
                  </a:lnTo>
                  <a:lnTo>
                    <a:pt x="2462" y="274"/>
                  </a:lnTo>
                  <a:lnTo>
                    <a:pt x="2456" y="266"/>
                  </a:lnTo>
                  <a:lnTo>
                    <a:pt x="2442" y="256"/>
                  </a:lnTo>
                  <a:lnTo>
                    <a:pt x="2420" y="240"/>
                  </a:lnTo>
                  <a:lnTo>
                    <a:pt x="2412" y="234"/>
                  </a:lnTo>
                  <a:lnTo>
                    <a:pt x="2406" y="232"/>
                  </a:lnTo>
                  <a:lnTo>
                    <a:pt x="2398" y="232"/>
                  </a:lnTo>
                  <a:lnTo>
                    <a:pt x="2388" y="236"/>
                  </a:lnTo>
                  <a:lnTo>
                    <a:pt x="2376" y="242"/>
                  </a:lnTo>
                  <a:lnTo>
                    <a:pt x="2360" y="254"/>
                  </a:lnTo>
                  <a:lnTo>
                    <a:pt x="2346" y="262"/>
                  </a:lnTo>
                  <a:lnTo>
                    <a:pt x="2344" y="264"/>
                  </a:lnTo>
                  <a:lnTo>
                    <a:pt x="2344" y="262"/>
                  </a:lnTo>
                  <a:lnTo>
                    <a:pt x="2356" y="248"/>
                  </a:lnTo>
                  <a:lnTo>
                    <a:pt x="2364" y="238"/>
                  </a:lnTo>
                  <a:lnTo>
                    <a:pt x="2372" y="226"/>
                  </a:lnTo>
                  <a:lnTo>
                    <a:pt x="2376" y="218"/>
                  </a:lnTo>
                  <a:lnTo>
                    <a:pt x="2374" y="214"/>
                  </a:lnTo>
                  <a:lnTo>
                    <a:pt x="2372" y="212"/>
                  </a:lnTo>
                  <a:lnTo>
                    <a:pt x="2354" y="208"/>
                  </a:lnTo>
                  <a:lnTo>
                    <a:pt x="2344" y="206"/>
                  </a:lnTo>
                  <a:lnTo>
                    <a:pt x="2336" y="206"/>
                  </a:lnTo>
                  <a:lnTo>
                    <a:pt x="2326" y="208"/>
                  </a:lnTo>
                  <a:lnTo>
                    <a:pt x="2316" y="212"/>
                  </a:lnTo>
                  <a:lnTo>
                    <a:pt x="2306" y="222"/>
                  </a:lnTo>
                  <a:lnTo>
                    <a:pt x="2294" y="236"/>
                  </a:lnTo>
                  <a:lnTo>
                    <a:pt x="2286" y="248"/>
                  </a:lnTo>
                  <a:lnTo>
                    <a:pt x="2278" y="256"/>
                  </a:lnTo>
                  <a:lnTo>
                    <a:pt x="2266" y="264"/>
                  </a:lnTo>
                  <a:lnTo>
                    <a:pt x="2260" y="270"/>
                  </a:lnTo>
                  <a:lnTo>
                    <a:pt x="2252" y="278"/>
                  </a:lnTo>
                  <a:lnTo>
                    <a:pt x="2242" y="292"/>
                  </a:lnTo>
                  <a:lnTo>
                    <a:pt x="2230" y="314"/>
                  </a:lnTo>
                  <a:lnTo>
                    <a:pt x="2226" y="324"/>
                  </a:lnTo>
                  <a:lnTo>
                    <a:pt x="2226" y="328"/>
                  </a:lnTo>
                  <a:lnTo>
                    <a:pt x="2228" y="330"/>
                  </a:lnTo>
                  <a:lnTo>
                    <a:pt x="2238" y="328"/>
                  </a:lnTo>
                  <a:lnTo>
                    <a:pt x="2260" y="322"/>
                  </a:lnTo>
                  <a:close/>
                  <a:moveTo>
                    <a:pt x="2156" y="150"/>
                  </a:moveTo>
                  <a:lnTo>
                    <a:pt x="2156" y="150"/>
                  </a:lnTo>
                  <a:lnTo>
                    <a:pt x="2132" y="150"/>
                  </a:lnTo>
                  <a:lnTo>
                    <a:pt x="2100" y="148"/>
                  </a:lnTo>
                  <a:lnTo>
                    <a:pt x="2084" y="150"/>
                  </a:lnTo>
                  <a:lnTo>
                    <a:pt x="2068" y="152"/>
                  </a:lnTo>
                  <a:lnTo>
                    <a:pt x="2054" y="156"/>
                  </a:lnTo>
                  <a:lnTo>
                    <a:pt x="2042" y="162"/>
                  </a:lnTo>
                  <a:lnTo>
                    <a:pt x="2016" y="178"/>
                  </a:lnTo>
                  <a:lnTo>
                    <a:pt x="1988" y="192"/>
                  </a:lnTo>
                  <a:lnTo>
                    <a:pt x="1980" y="198"/>
                  </a:lnTo>
                  <a:lnTo>
                    <a:pt x="1978" y="200"/>
                  </a:lnTo>
                  <a:lnTo>
                    <a:pt x="1978" y="202"/>
                  </a:lnTo>
                  <a:lnTo>
                    <a:pt x="1980" y="204"/>
                  </a:lnTo>
                  <a:lnTo>
                    <a:pt x="1982" y="204"/>
                  </a:lnTo>
                  <a:lnTo>
                    <a:pt x="1996" y="206"/>
                  </a:lnTo>
                  <a:lnTo>
                    <a:pt x="2012" y="206"/>
                  </a:lnTo>
                  <a:lnTo>
                    <a:pt x="2020" y="208"/>
                  </a:lnTo>
                  <a:lnTo>
                    <a:pt x="2024" y="210"/>
                  </a:lnTo>
                  <a:lnTo>
                    <a:pt x="2024" y="214"/>
                  </a:lnTo>
                  <a:lnTo>
                    <a:pt x="2024" y="218"/>
                  </a:lnTo>
                  <a:lnTo>
                    <a:pt x="2026" y="224"/>
                  </a:lnTo>
                  <a:lnTo>
                    <a:pt x="2030" y="230"/>
                  </a:lnTo>
                  <a:lnTo>
                    <a:pt x="2038" y="234"/>
                  </a:lnTo>
                  <a:lnTo>
                    <a:pt x="2046" y="238"/>
                  </a:lnTo>
                  <a:lnTo>
                    <a:pt x="2054" y="238"/>
                  </a:lnTo>
                  <a:lnTo>
                    <a:pt x="2074" y="240"/>
                  </a:lnTo>
                  <a:lnTo>
                    <a:pt x="2100" y="244"/>
                  </a:lnTo>
                  <a:lnTo>
                    <a:pt x="2118" y="246"/>
                  </a:lnTo>
                  <a:lnTo>
                    <a:pt x="2138" y="252"/>
                  </a:lnTo>
                  <a:lnTo>
                    <a:pt x="2158" y="258"/>
                  </a:lnTo>
                  <a:lnTo>
                    <a:pt x="2180" y="260"/>
                  </a:lnTo>
                  <a:lnTo>
                    <a:pt x="2200" y="260"/>
                  </a:lnTo>
                  <a:lnTo>
                    <a:pt x="2218" y="258"/>
                  </a:lnTo>
                  <a:lnTo>
                    <a:pt x="2232" y="252"/>
                  </a:lnTo>
                  <a:lnTo>
                    <a:pt x="2240" y="248"/>
                  </a:lnTo>
                  <a:lnTo>
                    <a:pt x="2244" y="244"/>
                  </a:lnTo>
                  <a:lnTo>
                    <a:pt x="2244" y="240"/>
                  </a:lnTo>
                  <a:lnTo>
                    <a:pt x="2242" y="238"/>
                  </a:lnTo>
                  <a:lnTo>
                    <a:pt x="2240" y="234"/>
                  </a:lnTo>
                  <a:lnTo>
                    <a:pt x="2236" y="232"/>
                  </a:lnTo>
                  <a:lnTo>
                    <a:pt x="2236" y="228"/>
                  </a:lnTo>
                  <a:lnTo>
                    <a:pt x="2236" y="220"/>
                  </a:lnTo>
                  <a:lnTo>
                    <a:pt x="2238" y="210"/>
                  </a:lnTo>
                  <a:lnTo>
                    <a:pt x="2244" y="202"/>
                  </a:lnTo>
                  <a:lnTo>
                    <a:pt x="2248" y="192"/>
                  </a:lnTo>
                  <a:lnTo>
                    <a:pt x="2252" y="184"/>
                  </a:lnTo>
                  <a:lnTo>
                    <a:pt x="2252" y="180"/>
                  </a:lnTo>
                  <a:lnTo>
                    <a:pt x="2252" y="176"/>
                  </a:lnTo>
                  <a:lnTo>
                    <a:pt x="2250" y="174"/>
                  </a:lnTo>
                  <a:lnTo>
                    <a:pt x="2246" y="172"/>
                  </a:lnTo>
                  <a:lnTo>
                    <a:pt x="2238" y="166"/>
                  </a:lnTo>
                  <a:lnTo>
                    <a:pt x="2234" y="162"/>
                  </a:lnTo>
                  <a:lnTo>
                    <a:pt x="2230" y="160"/>
                  </a:lnTo>
                  <a:lnTo>
                    <a:pt x="2226" y="156"/>
                  </a:lnTo>
                  <a:lnTo>
                    <a:pt x="2220" y="156"/>
                  </a:lnTo>
                  <a:lnTo>
                    <a:pt x="2212" y="156"/>
                  </a:lnTo>
                  <a:lnTo>
                    <a:pt x="2184" y="164"/>
                  </a:lnTo>
                  <a:lnTo>
                    <a:pt x="2170" y="170"/>
                  </a:lnTo>
                  <a:lnTo>
                    <a:pt x="2162" y="170"/>
                  </a:lnTo>
                  <a:lnTo>
                    <a:pt x="2160" y="168"/>
                  </a:lnTo>
                  <a:lnTo>
                    <a:pt x="2162" y="164"/>
                  </a:lnTo>
                  <a:lnTo>
                    <a:pt x="2164" y="158"/>
                  </a:lnTo>
                  <a:lnTo>
                    <a:pt x="2164" y="154"/>
                  </a:lnTo>
                  <a:lnTo>
                    <a:pt x="2164" y="150"/>
                  </a:lnTo>
                  <a:lnTo>
                    <a:pt x="2156" y="150"/>
                  </a:lnTo>
                  <a:close/>
                  <a:moveTo>
                    <a:pt x="3192" y="724"/>
                  </a:moveTo>
                  <a:lnTo>
                    <a:pt x="3192" y="724"/>
                  </a:lnTo>
                  <a:lnTo>
                    <a:pt x="3218" y="728"/>
                  </a:lnTo>
                  <a:lnTo>
                    <a:pt x="3242" y="734"/>
                  </a:lnTo>
                  <a:lnTo>
                    <a:pt x="3268" y="744"/>
                  </a:lnTo>
                  <a:lnTo>
                    <a:pt x="3300" y="758"/>
                  </a:lnTo>
                  <a:lnTo>
                    <a:pt x="3308" y="762"/>
                  </a:lnTo>
                  <a:lnTo>
                    <a:pt x="3314" y="764"/>
                  </a:lnTo>
                  <a:lnTo>
                    <a:pt x="3316" y="762"/>
                  </a:lnTo>
                  <a:lnTo>
                    <a:pt x="3316" y="760"/>
                  </a:lnTo>
                  <a:lnTo>
                    <a:pt x="3314" y="752"/>
                  </a:lnTo>
                  <a:lnTo>
                    <a:pt x="3316" y="748"/>
                  </a:lnTo>
                  <a:lnTo>
                    <a:pt x="3320" y="746"/>
                  </a:lnTo>
                  <a:lnTo>
                    <a:pt x="3332" y="746"/>
                  </a:lnTo>
                  <a:lnTo>
                    <a:pt x="3338" y="746"/>
                  </a:lnTo>
                  <a:lnTo>
                    <a:pt x="3368" y="758"/>
                  </a:lnTo>
                  <a:lnTo>
                    <a:pt x="3390" y="768"/>
                  </a:lnTo>
                  <a:lnTo>
                    <a:pt x="3412" y="778"/>
                  </a:lnTo>
                  <a:lnTo>
                    <a:pt x="3420" y="782"/>
                  </a:lnTo>
                  <a:lnTo>
                    <a:pt x="3428" y="782"/>
                  </a:lnTo>
                  <a:lnTo>
                    <a:pt x="3434" y="778"/>
                  </a:lnTo>
                  <a:lnTo>
                    <a:pt x="3440" y="772"/>
                  </a:lnTo>
                  <a:lnTo>
                    <a:pt x="3440" y="766"/>
                  </a:lnTo>
                  <a:lnTo>
                    <a:pt x="3440" y="762"/>
                  </a:lnTo>
                  <a:lnTo>
                    <a:pt x="3436" y="756"/>
                  </a:lnTo>
                  <a:lnTo>
                    <a:pt x="3430" y="752"/>
                  </a:lnTo>
                  <a:lnTo>
                    <a:pt x="3422" y="748"/>
                  </a:lnTo>
                  <a:lnTo>
                    <a:pt x="3414" y="746"/>
                  </a:lnTo>
                  <a:lnTo>
                    <a:pt x="3412" y="744"/>
                  </a:lnTo>
                  <a:lnTo>
                    <a:pt x="3412" y="742"/>
                  </a:lnTo>
                  <a:lnTo>
                    <a:pt x="3414" y="742"/>
                  </a:lnTo>
                  <a:lnTo>
                    <a:pt x="3422" y="738"/>
                  </a:lnTo>
                  <a:lnTo>
                    <a:pt x="3432" y="736"/>
                  </a:lnTo>
                  <a:lnTo>
                    <a:pt x="3432" y="734"/>
                  </a:lnTo>
                  <a:lnTo>
                    <a:pt x="3432" y="732"/>
                  </a:lnTo>
                  <a:lnTo>
                    <a:pt x="3426" y="730"/>
                  </a:lnTo>
                  <a:lnTo>
                    <a:pt x="3418" y="726"/>
                  </a:lnTo>
                  <a:lnTo>
                    <a:pt x="3410" y="724"/>
                  </a:lnTo>
                  <a:lnTo>
                    <a:pt x="3406" y="720"/>
                  </a:lnTo>
                  <a:lnTo>
                    <a:pt x="3406" y="718"/>
                  </a:lnTo>
                  <a:lnTo>
                    <a:pt x="3416" y="714"/>
                  </a:lnTo>
                  <a:lnTo>
                    <a:pt x="3428" y="710"/>
                  </a:lnTo>
                  <a:lnTo>
                    <a:pt x="3430" y="708"/>
                  </a:lnTo>
                  <a:lnTo>
                    <a:pt x="3430" y="706"/>
                  </a:lnTo>
                  <a:lnTo>
                    <a:pt x="3426" y="702"/>
                  </a:lnTo>
                  <a:lnTo>
                    <a:pt x="3418" y="696"/>
                  </a:lnTo>
                  <a:lnTo>
                    <a:pt x="3392" y="686"/>
                  </a:lnTo>
                  <a:lnTo>
                    <a:pt x="3364" y="676"/>
                  </a:lnTo>
                  <a:lnTo>
                    <a:pt x="3352" y="674"/>
                  </a:lnTo>
                  <a:lnTo>
                    <a:pt x="3342" y="676"/>
                  </a:lnTo>
                  <a:lnTo>
                    <a:pt x="3336" y="678"/>
                  </a:lnTo>
                  <a:lnTo>
                    <a:pt x="3330" y="684"/>
                  </a:lnTo>
                  <a:lnTo>
                    <a:pt x="3326" y="688"/>
                  </a:lnTo>
                  <a:lnTo>
                    <a:pt x="3322" y="690"/>
                  </a:lnTo>
                  <a:lnTo>
                    <a:pt x="3320" y="688"/>
                  </a:lnTo>
                  <a:lnTo>
                    <a:pt x="3316" y="682"/>
                  </a:lnTo>
                  <a:lnTo>
                    <a:pt x="3312" y="676"/>
                  </a:lnTo>
                  <a:lnTo>
                    <a:pt x="3306" y="672"/>
                  </a:lnTo>
                  <a:lnTo>
                    <a:pt x="3302" y="668"/>
                  </a:lnTo>
                  <a:lnTo>
                    <a:pt x="3294" y="668"/>
                  </a:lnTo>
                  <a:lnTo>
                    <a:pt x="3278" y="666"/>
                  </a:lnTo>
                  <a:lnTo>
                    <a:pt x="3270" y="664"/>
                  </a:lnTo>
                  <a:lnTo>
                    <a:pt x="3258" y="660"/>
                  </a:lnTo>
                  <a:lnTo>
                    <a:pt x="3244" y="656"/>
                  </a:lnTo>
                  <a:lnTo>
                    <a:pt x="3230" y="654"/>
                  </a:lnTo>
                  <a:lnTo>
                    <a:pt x="3216" y="656"/>
                  </a:lnTo>
                  <a:lnTo>
                    <a:pt x="3204" y="660"/>
                  </a:lnTo>
                  <a:lnTo>
                    <a:pt x="3194" y="666"/>
                  </a:lnTo>
                  <a:lnTo>
                    <a:pt x="3186" y="674"/>
                  </a:lnTo>
                  <a:lnTo>
                    <a:pt x="3186" y="676"/>
                  </a:lnTo>
                  <a:lnTo>
                    <a:pt x="3186" y="680"/>
                  </a:lnTo>
                  <a:lnTo>
                    <a:pt x="3188" y="684"/>
                  </a:lnTo>
                  <a:lnTo>
                    <a:pt x="3190" y="688"/>
                  </a:lnTo>
                  <a:lnTo>
                    <a:pt x="3194" y="692"/>
                  </a:lnTo>
                  <a:lnTo>
                    <a:pt x="3196" y="696"/>
                  </a:lnTo>
                  <a:lnTo>
                    <a:pt x="3196" y="700"/>
                  </a:lnTo>
                  <a:lnTo>
                    <a:pt x="3196" y="702"/>
                  </a:lnTo>
                  <a:lnTo>
                    <a:pt x="3190" y="706"/>
                  </a:lnTo>
                  <a:lnTo>
                    <a:pt x="3184" y="712"/>
                  </a:lnTo>
                  <a:lnTo>
                    <a:pt x="3178" y="714"/>
                  </a:lnTo>
                  <a:lnTo>
                    <a:pt x="3176" y="718"/>
                  </a:lnTo>
                  <a:lnTo>
                    <a:pt x="3180" y="720"/>
                  </a:lnTo>
                  <a:lnTo>
                    <a:pt x="3192" y="724"/>
                  </a:lnTo>
                  <a:close/>
                  <a:moveTo>
                    <a:pt x="614" y="10"/>
                  </a:moveTo>
                  <a:lnTo>
                    <a:pt x="614" y="10"/>
                  </a:lnTo>
                  <a:lnTo>
                    <a:pt x="614" y="8"/>
                  </a:lnTo>
                  <a:lnTo>
                    <a:pt x="612" y="6"/>
                  </a:lnTo>
                  <a:lnTo>
                    <a:pt x="606" y="4"/>
                  </a:lnTo>
                  <a:lnTo>
                    <a:pt x="588" y="0"/>
                  </a:lnTo>
                  <a:lnTo>
                    <a:pt x="576" y="0"/>
                  </a:lnTo>
                  <a:lnTo>
                    <a:pt x="566" y="2"/>
                  </a:lnTo>
                  <a:lnTo>
                    <a:pt x="558" y="4"/>
                  </a:lnTo>
                  <a:lnTo>
                    <a:pt x="554" y="10"/>
                  </a:lnTo>
                  <a:lnTo>
                    <a:pt x="552" y="12"/>
                  </a:lnTo>
                  <a:lnTo>
                    <a:pt x="554" y="14"/>
                  </a:lnTo>
                  <a:lnTo>
                    <a:pt x="558" y="18"/>
                  </a:lnTo>
                  <a:lnTo>
                    <a:pt x="568" y="18"/>
                  </a:lnTo>
                  <a:lnTo>
                    <a:pt x="578" y="18"/>
                  </a:lnTo>
                  <a:lnTo>
                    <a:pt x="602" y="16"/>
                  </a:lnTo>
                  <a:lnTo>
                    <a:pt x="610" y="12"/>
                  </a:lnTo>
                  <a:lnTo>
                    <a:pt x="614" y="10"/>
                  </a:lnTo>
                  <a:close/>
                  <a:moveTo>
                    <a:pt x="444" y="80"/>
                  </a:moveTo>
                  <a:lnTo>
                    <a:pt x="444" y="80"/>
                  </a:lnTo>
                  <a:lnTo>
                    <a:pt x="450" y="82"/>
                  </a:lnTo>
                  <a:lnTo>
                    <a:pt x="450" y="84"/>
                  </a:lnTo>
                  <a:lnTo>
                    <a:pt x="456" y="86"/>
                  </a:lnTo>
                  <a:lnTo>
                    <a:pt x="474" y="88"/>
                  </a:lnTo>
                  <a:lnTo>
                    <a:pt x="502" y="94"/>
                  </a:lnTo>
                  <a:lnTo>
                    <a:pt x="514" y="100"/>
                  </a:lnTo>
                  <a:lnTo>
                    <a:pt x="524" y="102"/>
                  </a:lnTo>
                  <a:lnTo>
                    <a:pt x="536" y="100"/>
                  </a:lnTo>
                  <a:lnTo>
                    <a:pt x="544" y="96"/>
                  </a:lnTo>
                  <a:lnTo>
                    <a:pt x="546" y="94"/>
                  </a:lnTo>
                  <a:lnTo>
                    <a:pt x="544" y="94"/>
                  </a:lnTo>
                  <a:lnTo>
                    <a:pt x="520" y="88"/>
                  </a:lnTo>
                  <a:lnTo>
                    <a:pt x="492" y="76"/>
                  </a:lnTo>
                  <a:lnTo>
                    <a:pt x="478" y="74"/>
                  </a:lnTo>
                  <a:lnTo>
                    <a:pt x="466" y="76"/>
                  </a:lnTo>
                  <a:lnTo>
                    <a:pt x="458" y="76"/>
                  </a:lnTo>
                  <a:lnTo>
                    <a:pt x="452" y="74"/>
                  </a:lnTo>
                  <a:lnTo>
                    <a:pt x="438" y="70"/>
                  </a:lnTo>
                  <a:lnTo>
                    <a:pt x="432" y="68"/>
                  </a:lnTo>
                  <a:lnTo>
                    <a:pt x="426" y="66"/>
                  </a:lnTo>
                  <a:lnTo>
                    <a:pt x="420" y="68"/>
                  </a:lnTo>
                  <a:lnTo>
                    <a:pt x="414" y="74"/>
                  </a:lnTo>
                  <a:lnTo>
                    <a:pt x="412" y="76"/>
                  </a:lnTo>
                  <a:lnTo>
                    <a:pt x="414" y="76"/>
                  </a:lnTo>
                  <a:lnTo>
                    <a:pt x="420" y="78"/>
                  </a:lnTo>
                  <a:lnTo>
                    <a:pt x="432" y="78"/>
                  </a:lnTo>
                  <a:lnTo>
                    <a:pt x="444" y="80"/>
                  </a:lnTo>
                  <a:close/>
                  <a:moveTo>
                    <a:pt x="296" y="786"/>
                  </a:moveTo>
                  <a:lnTo>
                    <a:pt x="296" y="786"/>
                  </a:lnTo>
                  <a:lnTo>
                    <a:pt x="290" y="806"/>
                  </a:lnTo>
                  <a:lnTo>
                    <a:pt x="288" y="812"/>
                  </a:lnTo>
                  <a:lnTo>
                    <a:pt x="288" y="818"/>
                  </a:lnTo>
                  <a:lnTo>
                    <a:pt x="292" y="822"/>
                  </a:lnTo>
                  <a:lnTo>
                    <a:pt x="300" y="826"/>
                  </a:lnTo>
                  <a:lnTo>
                    <a:pt x="310" y="828"/>
                  </a:lnTo>
                  <a:lnTo>
                    <a:pt x="324" y="828"/>
                  </a:lnTo>
                  <a:lnTo>
                    <a:pt x="340" y="828"/>
                  </a:lnTo>
                  <a:lnTo>
                    <a:pt x="338" y="830"/>
                  </a:lnTo>
                  <a:lnTo>
                    <a:pt x="334" y="832"/>
                  </a:lnTo>
                  <a:lnTo>
                    <a:pt x="330" y="836"/>
                  </a:lnTo>
                  <a:lnTo>
                    <a:pt x="330" y="842"/>
                  </a:lnTo>
                  <a:lnTo>
                    <a:pt x="330" y="844"/>
                  </a:lnTo>
                  <a:lnTo>
                    <a:pt x="332" y="848"/>
                  </a:lnTo>
                  <a:lnTo>
                    <a:pt x="344" y="856"/>
                  </a:lnTo>
                  <a:lnTo>
                    <a:pt x="350" y="858"/>
                  </a:lnTo>
                  <a:lnTo>
                    <a:pt x="356" y="860"/>
                  </a:lnTo>
                  <a:lnTo>
                    <a:pt x="360" y="860"/>
                  </a:lnTo>
                  <a:lnTo>
                    <a:pt x="362" y="858"/>
                  </a:lnTo>
                  <a:lnTo>
                    <a:pt x="364" y="852"/>
                  </a:lnTo>
                  <a:lnTo>
                    <a:pt x="366" y="844"/>
                  </a:lnTo>
                  <a:lnTo>
                    <a:pt x="366" y="838"/>
                  </a:lnTo>
                  <a:lnTo>
                    <a:pt x="366" y="834"/>
                  </a:lnTo>
                  <a:lnTo>
                    <a:pt x="368" y="832"/>
                  </a:lnTo>
                  <a:lnTo>
                    <a:pt x="370" y="834"/>
                  </a:lnTo>
                  <a:lnTo>
                    <a:pt x="376" y="842"/>
                  </a:lnTo>
                  <a:lnTo>
                    <a:pt x="380" y="848"/>
                  </a:lnTo>
                  <a:lnTo>
                    <a:pt x="382" y="852"/>
                  </a:lnTo>
                  <a:lnTo>
                    <a:pt x="382" y="856"/>
                  </a:lnTo>
                  <a:lnTo>
                    <a:pt x="382" y="860"/>
                  </a:lnTo>
                  <a:lnTo>
                    <a:pt x="378" y="866"/>
                  </a:lnTo>
                  <a:lnTo>
                    <a:pt x="372" y="870"/>
                  </a:lnTo>
                  <a:lnTo>
                    <a:pt x="368" y="874"/>
                  </a:lnTo>
                  <a:lnTo>
                    <a:pt x="368" y="876"/>
                  </a:lnTo>
                  <a:lnTo>
                    <a:pt x="374" y="878"/>
                  </a:lnTo>
                  <a:lnTo>
                    <a:pt x="388" y="880"/>
                  </a:lnTo>
                  <a:lnTo>
                    <a:pt x="404" y="882"/>
                  </a:lnTo>
                  <a:lnTo>
                    <a:pt x="414" y="884"/>
                  </a:lnTo>
                  <a:lnTo>
                    <a:pt x="420" y="886"/>
                  </a:lnTo>
                  <a:lnTo>
                    <a:pt x="424" y="888"/>
                  </a:lnTo>
                  <a:lnTo>
                    <a:pt x="426" y="890"/>
                  </a:lnTo>
                  <a:lnTo>
                    <a:pt x="430" y="892"/>
                  </a:lnTo>
                  <a:lnTo>
                    <a:pt x="450" y="892"/>
                  </a:lnTo>
                  <a:lnTo>
                    <a:pt x="464" y="894"/>
                  </a:lnTo>
                  <a:lnTo>
                    <a:pt x="476" y="894"/>
                  </a:lnTo>
                  <a:lnTo>
                    <a:pt x="494" y="898"/>
                  </a:lnTo>
                  <a:lnTo>
                    <a:pt x="504" y="898"/>
                  </a:lnTo>
                  <a:lnTo>
                    <a:pt x="514" y="898"/>
                  </a:lnTo>
                  <a:lnTo>
                    <a:pt x="524" y="894"/>
                  </a:lnTo>
                  <a:lnTo>
                    <a:pt x="536" y="888"/>
                  </a:lnTo>
                  <a:lnTo>
                    <a:pt x="540" y="886"/>
                  </a:lnTo>
                  <a:lnTo>
                    <a:pt x="540" y="884"/>
                  </a:lnTo>
                  <a:lnTo>
                    <a:pt x="540" y="882"/>
                  </a:lnTo>
                  <a:lnTo>
                    <a:pt x="538" y="878"/>
                  </a:lnTo>
                  <a:lnTo>
                    <a:pt x="530" y="874"/>
                  </a:lnTo>
                  <a:lnTo>
                    <a:pt x="518" y="868"/>
                  </a:lnTo>
                  <a:lnTo>
                    <a:pt x="506" y="862"/>
                  </a:lnTo>
                  <a:lnTo>
                    <a:pt x="494" y="854"/>
                  </a:lnTo>
                  <a:lnTo>
                    <a:pt x="484" y="846"/>
                  </a:lnTo>
                  <a:lnTo>
                    <a:pt x="476" y="836"/>
                  </a:lnTo>
                  <a:lnTo>
                    <a:pt x="472" y="826"/>
                  </a:lnTo>
                  <a:lnTo>
                    <a:pt x="466" y="820"/>
                  </a:lnTo>
                  <a:lnTo>
                    <a:pt x="456" y="808"/>
                  </a:lnTo>
                  <a:lnTo>
                    <a:pt x="452" y="800"/>
                  </a:lnTo>
                  <a:lnTo>
                    <a:pt x="448" y="792"/>
                  </a:lnTo>
                  <a:lnTo>
                    <a:pt x="448" y="780"/>
                  </a:lnTo>
                  <a:lnTo>
                    <a:pt x="450" y="764"/>
                  </a:lnTo>
                  <a:lnTo>
                    <a:pt x="452" y="756"/>
                  </a:lnTo>
                  <a:lnTo>
                    <a:pt x="456" y="748"/>
                  </a:lnTo>
                  <a:lnTo>
                    <a:pt x="464" y="736"/>
                  </a:lnTo>
                  <a:lnTo>
                    <a:pt x="474" y="726"/>
                  </a:lnTo>
                  <a:lnTo>
                    <a:pt x="482" y="718"/>
                  </a:lnTo>
                  <a:lnTo>
                    <a:pt x="490" y="712"/>
                  </a:lnTo>
                  <a:lnTo>
                    <a:pt x="492" y="706"/>
                  </a:lnTo>
                  <a:lnTo>
                    <a:pt x="492" y="704"/>
                  </a:lnTo>
                  <a:lnTo>
                    <a:pt x="488" y="702"/>
                  </a:lnTo>
                  <a:lnTo>
                    <a:pt x="478" y="696"/>
                  </a:lnTo>
                  <a:lnTo>
                    <a:pt x="458" y="688"/>
                  </a:lnTo>
                  <a:lnTo>
                    <a:pt x="454" y="686"/>
                  </a:lnTo>
                  <a:lnTo>
                    <a:pt x="448" y="686"/>
                  </a:lnTo>
                  <a:lnTo>
                    <a:pt x="434" y="688"/>
                  </a:lnTo>
                  <a:lnTo>
                    <a:pt x="400" y="694"/>
                  </a:lnTo>
                  <a:lnTo>
                    <a:pt x="378" y="698"/>
                  </a:lnTo>
                  <a:lnTo>
                    <a:pt x="366" y="700"/>
                  </a:lnTo>
                  <a:lnTo>
                    <a:pt x="362" y="702"/>
                  </a:lnTo>
                  <a:lnTo>
                    <a:pt x="362" y="706"/>
                  </a:lnTo>
                  <a:lnTo>
                    <a:pt x="362" y="708"/>
                  </a:lnTo>
                  <a:lnTo>
                    <a:pt x="362" y="712"/>
                  </a:lnTo>
                  <a:lnTo>
                    <a:pt x="358" y="716"/>
                  </a:lnTo>
                  <a:lnTo>
                    <a:pt x="348" y="720"/>
                  </a:lnTo>
                  <a:lnTo>
                    <a:pt x="338" y="726"/>
                  </a:lnTo>
                  <a:lnTo>
                    <a:pt x="334" y="730"/>
                  </a:lnTo>
                  <a:lnTo>
                    <a:pt x="332" y="734"/>
                  </a:lnTo>
                  <a:lnTo>
                    <a:pt x="334" y="736"/>
                  </a:lnTo>
                  <a:lnTo>
                    <a:pt x="338" y="742"/>
                  </a:lnTo>
                  <a:lnTo>
                    <a:pt x="340" y="746"/>
                  </a:lnTo>
                  <a:lnTo>
                    <a:pt x="340" y="754"/>
                  </a:lnTo>
                  <a:lnTo>
                    <a:pt x="336" y="764"/>
                  </a:lnTo>
                  <a:lnTo>
                    <a:pt x="330" y="774"/>
                  </a:lnTo>
                  <a:lnTo>
                    <a:pt x="324" y="778"/>
                  </a:lnTo>
                  <a:lnTo>
                    <a:pt x="320" y="778"/>
                  </a:lnTo>
                  <a:lnTo>
                    <a:pt x="316" y="776"/>
                  </a:lnTo>
                  <a:lnTo>
                    <a:pt x="310" y="774"/>
                  </a:lnTo>
                  <a:lnTo>
                    <a:pt x="306" y="774"/>
                  </a:lnTo>
                  <a:lnTo>
                    <a:pt x="302" y="778"/>
                  </a:lnTo>
                  <a:lnTo>
                    <a:pt x="296" y="786"/>
                  </a:lnTo>
                  <a:close/>
                  <a:moveTo>
                    <a:pt x="282" y="168"/>
                  </a:moveTo>
                  <a:lnTo>
                    <a:pt x="282" y="168"/>
                  </a:lnTo>
                  <a:lnTo>
                    <a:pt x="290" y="168"/>
                  </a:lnTo>
                  <a:lnTo>
                    <a:pt x="294" y="164"/>
                  </a:lnTo>
                  <a:lnTo>
                    <a:pt x="292" y="160"/>
                  </a:lnTo>
                  <a:lnTo>
                    <a:pt x="288" y="158"/>
                  </a:lnTo>
                  <a:lnTo>
                    <a:pt x="280" y="154"/>
                  </a:lnTo>
                  <a:lnTo>
                    <a:pt x="270" y="152"/>
                  </a:lnTo>
                  <a:lnTo>
                    <a:pt x="260" y="152"/>
                  </a:lnTo>
                  <a:lnTo>
                    <a:pt x="250" y="156"/>
                  </a:lnTo>
                  <a:lnTo>
                    <a:pt x="242" y="160"/>
                  </a:lnTo>
                  <a:lnTo>
                    <a:pt x="240" y="164"/>
                  </a:lnTo>
                  <a:lnTo>
                    <a:pt x="240" y="166"/>
                  </a:lnTo>
                  <a:lnTo>
                    <a:pt x="244" y="166"/>
                  </a:lnTo>
                  <a:lnTo>
                    <a:pt x="260" y="168"/>
                  </a:lnTo>
                  <a:lnTo>
                    <a:pt x="282" y="168"/>
                  </a:lnTo>
                  <a:close/>
                  <a:moveTo>
                    <a:pt x="416" y="96"/>
                  </a:moveTo>
                  <a:lnTo>
                    <a:pt x="416" y="96"/>
                  </a:lnTo>
                  <a:lnTo>
                    <a:pt x="424" y="96"/>
                  </a:lnTo>
                  <a:lnTo>
                    <a:pt x="428" y="100"/>
                  </a:lnTo>
                  <a:lnTo>
                    <a:pt x="432" y="100"/>
                  </a:lnTo>
                  <a:lnTo>
                    <a:pt x="440" y="100"/>
                  </a:lnTo>
                  <a:lnTo>
                    <a:pt x="452" y="98"/>
                  </a:lnTo>
                  <a:lnTo>
                    <a:pt x="464" y="96"/>
                  </a:lnTo>
                  <a:lnTo>
                    <a:pt x="470" y="96"/>
                  </a:lnTo>
                  <a:lnTo>
                    <a:pt x="472" y="96"/>
                  </a:lnTo>
                  <a:lnTo>
                    <a:pt x="470" y="94"/>
                  </a:lnTo>
                  <a:lnTo>
                    <a:pt x="452" y="88"/>
                  </a:lnTo>
                  <a:lnTo>
                    <a:pt x="440" y="86"/>
                  </a:lnTo>
                  <a:lnTo>
                    <a:pt x="436" y="86"/>
                  </a:lnTo>
                  <a:lnTo>
                    <a:pt x="432" y="88"/>
                  </a:lnTo>
                  <a:lnTo>
                    <a:pt x="428" y="90"/>
                  </a:lnTo>
                  <a:lnTo>
                    <a:pt x="424" y="90"/>
                  </a:lnTo>
                  <a:lnTo>
                    <a:pt x="414" y="88"/>
                  </a:lnTo>
                  <a:lnTo>
                    <a:pt x="404" y="86"/>
                  </a:lnTo>
                  <a:lnTo>
                    <a:pt x="398" y="88"/>
                  </a:lnTo>
                  <a:lnTo>
                    <a:pt x="396" y="92"/>
                  </a:lnTo>
                  <a:lnTo>
                    <a:pt x="394" y="94"/>
                  </a:lnTo>
                  <a:lnTo>
                    <a:pt x="398" y="96"/>
                  </a:lnTo>
                  <a:lnTo>
                    <a:pt x="416" y="96"/>
                  </a:lnTo>
                  <a:close/>
                  <a:moveTo>
                    <a:pt x="406" y="124"/>
                  </a:moveTo>
                  <a:lnTo>
                    <a:pt x="406" y="124"/>
                  </a:lnTo>
                  <a:lnTo>
                    <a:pt x="414" y="122"/>
                  </a:lnTo>
                  <a:lnTo>
                    <a:pt x="416" y="122"/>
                  </a:lnTo>
                  <a:lnTo>
                    <a:pt x="416" y="120"/>
                  </a:lnTo>
                  <a:lnTo>
                    <a:pt x="414" y="116"/>
                  </a:lnTo>
                  <a:lnTo>
                    <a:pt x="408" y="112"/>
                  </a:lnTo>
                  <a:lnTo>
                    <a:pt x="402" y="110"/>
                  </a:lnTo>
                  <a:lnTo>
                    <a:pt x="394" y="110"/>
                  </a:lnTo>
                  <a:lnTo>
                    <a:pt x="390" y="112"/>
                  </a:lnTo>
                  <a:lnTo>
                    <a:pt x="392" y="114"/>
                  </a:lnTo>
                  <a:lnTo>
                    <a:pt x="392" y="116"/>
                  </a:lnTo>
                  <a:lnTo>
                    <a:pt x="392" y="118"/>
                  </a:lnTo>
                  <a:lnTo>
                    <a:pt x="390" y="120"/>
                  </a:lnTo>
                  <a:lnTo>
                    <a:pt x="390" y="122"/>
                  </a:lnTo>
                  <a:lnTo>
                    <a:pt x="392" y="124"/>
                  </a:lnTo>
                  <a:lnTo>
                    <a:pt x="406" y="124"/>
                  </a:lnTo>
                  <a:close/>
                  <a:moveTo>
                    <a:pt x="382" y="134"/>
                  </a:moveTo>
                  <a:lnTo>
                    <a:pt x="382" y="134"/>
                  </a:lnTo>
                  <a:lnTo>
                    <a:pt x="372" y="126"/>
                  </a:lnTo>
                  <a:lnTo>
                    <a:pt x="368" y="124"/>
                  </a:lnTo>
                  <a:lnTo>
                    <a:pt x="364" y="124"/>
                  </a:lnTo>
                  <a:lnTo>
                    <a:pt x="350" y="128"/>
                  </a:lnTo>
                  <a:lnTo>
                    <a:pt x="330" y="136"/>
                  </a:lnTo>
                  <a:lnTo>
                    <a:pt x="328" y="138"/>
                  </a:lnTo>
                  <a:lnTo>
                    <a:pt x="326" y="140"/>
                  </a:lnTo>
                  <a:lnTo>
                    <a:pt x="328" y="142"/>
                  </a:lnTo>
                  <a:lnTo>
                    <a:pt x="332" y="144"/>
                  </a:lnTo>
                  <a:lnTo>
                    <a:pt x="342" y="146"/>
                  </a:lnTo>
                  <a:lnTo>
                    <a:pt x="356" y="148"/>
                  </a:lnTo>
                  <a:lnTo>
                    <a:pt x="370" y="148"/>
                  </a:lnTo>
                  <a:lnTo>
                    <a:pt x="380" y="146"/>
                  </a:lnTo>
                  <a:lnTo>
                    <a:pt x="384" y="144"/>
                  </a:lnTo>
                  <a:lnTo>
                    <a:pt x="386" y="142"/>
                  </a:lnTo>
                  <a:lnTo>
                    <a:pt x="386" y="138"/>
                  </a:lnTo>
                  <a:lnTo>
                    <a:pt x="382" y="134"/>
                  </a:lnTo>
                  <a:close/>
                  <a:moveTo>
                    <a:pt x="46" y="116"/>
                  </a:moveTo>
                  <a:lnTo>
                    <a:pt x="46" y="116"/>
                  </a:lnTo>
                  <a:lnTo>
                    <a:pt x="54" y="118"/>
                  </a:lnTo>
                  <a:lnTo>
                    <a:pt x="62" y="114"/>
                  </a:lnTo>
                  <a:lnTo>
                    <a:pt x="66" y="114"/>
                  </a:lnTo>
                  <a:lnTo>
                    <a:pt x="70" y="116"/>
                  </a:lnTo>
                  <a:lnTo>
                    <a:pt x="76" y="120"/>
                  </a:lnTo>
                  <a:lnTo>
                    <a:pt x="80" y="122"/>
                  </a:lnTo>
                  <a:lnTo>
                    <a:pt x="86" y="124"/>
                  </a:lnTo>
                  <a:lnTo>
                    <a:pt x="92" y="122"/>
                  </a:lnTo>
                  <a:lnTo>
                    <a:pt x="102" y="118"/>
                  </a:lnTo>
                  <a:lnTo>
                    <a:pt x="118" y="110"/>
                  </a:lnTo>
                  <a:lnTo>
                    <a:pt x="130" y="104"/>
                  </a:lnTo>
                  <a:lnTo>
                    <a:pt x="134" y="102"/>
                  </a:lnTo>
                  <a:lnTo>
                    <a:pt x="140" y="102"/>
                  </a:lnTo>
                  <a:lnTo>
                    <a:pt x="148" y="102"/>
                  </a:lnTo>
                  <a:lnTo>
                    <a:pt x="158" y="106"/>
                  </a:lnTo>
                  <a:lnTo>
                    <a:pt x="168" y="108"/>
                  </a:lnTo>
                  <a:lnTo>
                    <a:pt x="176" y="108"/>
                  </a:lnTo>
                  <a:lnTo>
                    <a:pt x="180" y="108"/>
                  </a:lnTo>
                  <a:lnTo>
                    <a:pt x="182" y="106"/>
                  </a:lnTo>
                  <a:lnTo>
                    <a:pt x="182" y="102"/>
                  </a:lnTo>
                  <a:lnTo>
                    <a:pt x="176" y="98"/>
                  </a:lnTo>
                  <a:lnTo>
                    <a:pt x="166" y="94"/>
                  </a:lnTo>
                  <a:lnTo>
                    <a:pt x="150" y="90"/>
                  </a:lnTo>
                  <a:lnTo>
                    <a:pt x="126" y="86"/>
                  </a:lnTo>
                  <a:lnTo>
                    <a:pt x="122" y="88"/>
                  </a:lnTo>
                  <a:lnTo>
                    <a:pt x="120" y="90"/>
                  </a:lnTo>
                  <a:lnTo>
                    <a:pt x="118" y="92"/>
                  </a:lnTo>
                  <a:lnTo>
                    <a:pt x="114" y="94"/>
                  </a:lnTo>
                  <a:lnTo>
                    <a:pt x="108" y="98"/>
                  </a:lnTo>
                  <a:lnTo>
                    <a:pt x="96" y="100"/>
                  </a:lnTo>
                  <a:lnTo>
                    <a:pt x="64" y="104"/>
                  </a:lnTo>
                  <a:lnTo>
                    <a:pt x="42" y="108"/>
                  </a:lnTo>
                  <a:lnTo>
                    <a:pt x="34" y="110"/>
                  </a:lnTo>
                  <a:lnTo>
                    <a:pt x="32" y="112"/>
                  </a:lnTo>
                  <a:lnTo>
                    <a:pt x="36" y="114"/>
                  </a:lnTo>
                  <a:lnTo>
                    <a:pt x="46" y="116"/>
                  </a:lnTo>
                  <a:close/>
                  <a:moveTo>
                    <a:pt x="202" y="100"/>
                  </a:moveTo>
                  <a:lnTo>
                    <a:pt x="202" y="100"/>
                  </a:lnTo>
                  <a:lnTo>
                    <a:pt x="210" y="106"/>
                  </a:lnTo>
                  <a:lnTo>
                    <a:pt x="210" y="108"/>
                  </a:lnTo>
                  <a:lnTo>
                    <a:pt x="210" y="112"/>
                  </a:lnTo>
                  <a:lnTo>
                    <a:pt x="208" y="114"/>
                  </a:lnTo>
                  <a:lnTo>
                    <a:pt x="202" y="116"/>
                  </a:lnTo>
                  <a:lnTo>
                    <a:pt x="178" y="118"/>
                  </a:lnTo>
                  <a:lnTo>
                    <a:pt x="152" y="118"/>
                  </a:lnTo>
                  <a:lnTo>
                    <a:pt x="136" y="118"/>
                  </a:lnTo>
                  <a:lnTo>
                    <a:pt x="132" y="120"/>
                  </a:lnTo>
                  <a:lnTo>
                    <a:pt x="134" y="124"/>
                  </a:lnTo>
                  <a:lnTo>
                    <a:pt x="140" y="126"/>
                  </a:lnTo>
                  <a:lnTo>
                    <a:pt x="146" y="132"/>
                  </a:lnTo>
                  <a:lnTo>
                    <a:pt x="146" y="134"/>
                  </a:lnTo>
                  <a:lnTo>
                    <a:pt x="144" y="134"/>
                  </a:lnTo>
                  <a:lnTo>
                    <a:pt x="124" y="132"/>
                  </a:lnTo>
                  <a:lnTo>
                    <a:pt x="110" y="132"/>
                  </a:lnTo>
                  <a:lnTo>
                    <a:pt x="100" y="132"/>
                  </a:lnTo>
                  <a:lnTo>
                    <a:pt x="96" y="134"/>
                  </a:lnTo>
                  <a:lnTo>
                    <a:pt x="96" y="136"/>
                  </a:lnTo>
                  <a:lnTo>
                    <a:pt x="100" y="140"/>
                  </a:lnTo>
                  <a:lnTo>
                    <a:pt x="110" y="144"/>
                  </a:lnTo>
                  <a:lnTo>
                    <a:pt x="118" y="148"/>
                  </a:lnTo>
                  <a:lnTo>
                    <a:pt x="122" y="148"/>
                  </a:lnTo>
                  <a:lnTo>
                    <a:pt x="128" y="144"/>
                  </a:lnTo>
                  <a:lnTo>
                    <a:pt x="140" y="140"/>
                  </a:lnTo>
                  <a:lnTo>
                    <a:pt x="146" y="140"/>
                  </a:lnTo>
                  <a:lnTo>
                    <a:pt x="148" y="140"/>
                  </a:lnTo>
                  <a:lnTo>
                    <a:pt x="146" y="146"/>
                  </a:lnTo>
                  <a:lnTo>
                    <a:pt x="146" y="150"/>
                  </a:lnTo>
                  <a:lnTo>
                    <a:pt x="146" y="152"/>
                  </a:lnTo>
                  <a:lnTo>
                    <a:pt x="150" y="152"/>
                  </a:lnTo>
                  <a:lnTo>
                    <a:pt x="160" y="150"/>
                  </a:lnTo>
                  <a:lnTo>
                    <a:pt x="168" y="148"/>
                  </a:lnTo>
                  <a:lnTo>
                    <a:pt x="176" y="146"/>
                  </a:lnTo>
                  <a:lnTo>
                    <a:pt x="184" y="148"/>
                  </a:lnTo>
                  <a:lnTo>
                    <a:pt x="190" y="150"/>
                  </a:lnTo>
                  <a:lnTo>
                    <a:pt x="192" y="150"/>
                  </a:lnTo>
                  <a:lnTo>
                    <a:pt x="196" y="148"/>
                  </a:lnTo>
                  <a:lnTo>
                    <a:pt x="200" y="144"/>
                  </a:lnTo>
                  <a:lnTo>
                    <a:pt x="198" y="142"/>
                  </a:lnTo>
                  <a:lnTo>
                    <a:pt x="192" y="140"/>
                  </a:lnTo>
                  <a:lnTo>
                    <a:pt x="184" y="138"/>
                  </a:lnTo>
                  <a:lnTo>
                    <a:pt x="184" y="136"/>
                  </a:lnTo>
                  <a:lnTo>
                    <a:pt x="186" y="134"/>
                  </a:lnTo>
                  <a:lnTo>
                    <a:pt x="196" y="130"/>
                  </a:lnTo>
                  <a:lnTo>
                    <a:pt x="206" y="130"/>
                  </a:lnTo>
                  <a:lnTo>
                    <a:pt x="216" y="128"/>
                  </a:lnTo>
                  <a:lnTo>
                    <a:pt x="220" y="126"/>
                  </a:lnTo>
                  <a:lnTo>
                    <a:pt x="226" y="124"/>
                  </a:lnTo>
                  <a:lnTo>
                    <a:pt x="230" y="120"/>
                  </a:lnTo>
                  <a:lnTo>
                    <a:pt x="234" y="118"/>
                  </a:lnTo>
                  <a:lnTo>
                    <a:pt x="246" y="118"/>
                  </a:lnTo>
                  <a:lnTo>
                    <a:pt x="262" y="118"/>
                  </a:lnTo>
                  <a:lnTo>
                    <a:pt x="286" y="114"/>
                  </a:lnTo>
                  <a:lnTo>
                    <a:pt x="298" y="112"/>
                  </a:lnTo>
                  <a:lnTo>
                    <a:pt x="304" y="108"/>
                  </a:lnTo>
                  <a:lnTo>
                    <a:pt x="306" y="104"/>
                  </a:lnTo>
                  <a:lnTo>
                    <a:pt x="304" y="102"/>
                  </a:lnTo>
                  <a:lnTo>
                    <a:pt x="298" y="98"/>
                  </a:lnTo>
                  <a:lnTo>
                    <a:pt x="290" y="96"/>
                  </a:lnTo>
                  <a:lnTo>
                    <a:pt x="280" y="96"/>
                  </a:lnTo>
                  <a:lnTo>
                    <a:pt x="270" y="98"/>
                  </a:lnTo>
                  <a:lnTo>
                    <a:pt x="256" y="98"/>
                  </a:lnTo>
                  <a:lnTo>
                    <a:pt x="258" y="98"/>
                  </a:lnTo>
                  <a:lnTo>
                    <a:pt x="260" y="96"/>
                  </a:lnTo>
                  <a:lnTo>
                    <a:pt x="262" y="94"/>
                  </a:lnTo>
                  <a:lnTo>
                    <a:pt x="262" y="92"/>
                  </a:lnTo>
                  <a:lnTo>
                    <a:pt x="258" y="90"/>
                  </a:lnTo>
                  <a:lnTo>
                    <a:pt x="250" y="88"/>
                  </a:lnTo>
                  <a:lnTo>
                    <a:pt x="228" y="88"/>
                  </a:lnTo>
                  <a:lnTo>
                    <a:pt x="208" y="90"/>
                  </a:lnTo>
                  <a:lnTo>
                    <a:pt x="202" y="92"/>
                  </a:lnTo>
                  <a:lnTo>
                    <a:pt x="198" y="96"/>
                  </a:lnTo>
                  <a:lnTo>
                    <a:pt x="198" y="98"/>
                  </a:lnTo>
                  <a:lnTo>
                    <a:pt x="202" y="100"/>
                  </a:lnTo>
                  <a:close/>
                  <a:moveTo>
                    <a:pt x="272" y="70"/>
                  </a:moveTo>
                  <a:lnTo>
                    <a:pt x="272" y="70"/>
                  </a:lnTo>
                  <a:lnTo>
                    <a:pt x="276" y="66"/>
                  </a:lnTo>
                  <a:lnTo>
                    <a:pt x="278" y="64"/>
                  </a:lnTo>
                  <a:lnTo>
                    <a:pt x="276" y="62"/>
                  </a:lnTo>
                  <a:lnTo>
                    <a:pt x="274" y="60"/>
                  </a:lnTo>
                  <a:lnTo>
                    <a:pt x="268" y="60"/>
                  </a:lnTo>
                  <a:lnTo>
                    <a:pt x="262" y="60"/>
                  </a:lnTo>
                  <a:lnTo>
                    <a:pt x="256" y="62"/>
                  </a:lnTo>
                  <a:lnTo>
                    <a:pt x="250" y="66"/>
                  </a:lnTo>
                  <a:lnTo>
                    <a:pt x="246" y="72"/>
                  </a:lnTo>
                  <a:lnTo>
                    <a:pt x="244" y="76"/>
                  </a:lnTo>
                  <a:lnTo>
                    <a:pt x="244" y="78"/>
                  </a:lnTo>
                  <a:lnTo>
                    <a:pt x="248" y="78"/>
                  </a:lnTo>
                  <a:lnTo>
                    <a:pt x="258" y="74"/>
                  </a:lnTo>
                  <a:lnTo>
                    <a:pt x="272" y="70"/>
                  </a:lnTo>
                  <a:close/>
                  <a:moveTo>
                    <a:pt x="228" y="142"/>
                  </a:moveTo>
                  <a:lnTo>
                    <a:pt x="228" y="142"/>
                  </a:lnTo>
                  <a:lnTo>
                    <a:pt x="222" y="144"/>
                  </a:lnTo>
                  <a:lnTo>
                    <a:pt x="220" y="146"/>
                  </a:lnTo>
                  <a:lnTo>
                    <a:pt x="218" y="150"/>
                  </a:lnTo>
                  <a:lnTo>
                    <a:pt x="220" y="152"/>
                  </a:lnTo>
                  <a:lnTo>
                    <a:pt x="222" y="156"/>
                  </a:lnTo>
                  <a:lnTo>
                    <a:pt x="226" y="156"/>
                  </a:lnTo>
                  <a:lnTo>
                    <a:pt x="232" y="156"/>
                  </a:lnTo>
                  <a:lnTo>
                    <a:pt x="238" y="154"/>
                  </a:lnTo>
                  <a:lnTo>
                    <a:pt x="246" y="148"/>
                  </a:lnTo>
                  <a:lnTo>
                    <a:pt x="248" y="144"/>
                  </a:lnTo>
                  <a:lnTo>
                    <a:pt x="248" y="142"/>
                  </a:lnTo>
                  <a:lnTo>
                    <a:pt x="246" y="140"/>
                  </a:lnTo>
                  <a:lnTo>
                    <a:pt x="242" y="138"/>
                  </a:lnTo>
                  <a:lnTo>
                    <a:pt x="228" y="142"/>
                  </a:lnTo>
                  <a:close/>
                  <a:moveTo>
                    <a:pt x="790" y="22"/>
                  </a:moveTo>
                  <a:lnTo>
                    <a:pt x="790" y="22"/>
                  </a:lnTo>
                  <a:lnTo>
                    <a:pt x="792" y="20"/>
                  </a:lnTo>
                  <a:lnTo>
                    <a:pt x="792" y="18"/>
                  </a:lnTo>
                  <a:lnTo>
                    <a:pt x="788" y="14"/>
                  </a:lnTo>
                  <a:lnTo>
                    <a:pt x="780" y="12"/>
                  </a:lnTo>
                  <a:lnTo>
                    <a:pt x="770" y="12"/>
                  </a:lnTo>
                  <a:lnTo>
                    <a:pt x="748" y="12"/>
                  </a:lnTo>
                  <a:lnTo>
                    <a:pt x="736" y="14"/>
                  </a:lnTo>
                  <a:lnTo>
                    <a:pt x="728" y="18"/>
                  </a:lnTo>
                  <a:lnTo>
                    <a:pt x="726" y="18"/>
                  </a:lnTo>
                  <a:lnTo>
                    <a:pt x="726" y="20"/>
                  </a:lnTo>
                  <a:lnTo>
                    <a:pt x="730" y="22"/>
                  </a:lnTo>
                  <a:lnTo>
                    <a:pt x="750" y="26"/>
                  </a:lnTo>
                  <a:lnTo>
                    <a:pt x="774" y="26"/>
                  </a:lnTo>
                  <a:lnTo>
                    <a:pt x="784" y="26"/>
                  </a:lnTo>
                  <a:lnTo>
                    <a:pt x="790" y="22"/>
                  </a:lnTo>
                  <a:close/>
                  <a:moveTo>
                    <a:pt x="596" y="154"/>
                  </a:moveTo>
                  <a:lnTo>
                    <a:pt x="596" y="154"/>
                  </a:lnTo>
                  <a:lnTo>
                    <a:pt x="588" y="158"/>
                  </a:lnTo>
                  <a:lnTo>
                    <a:pt x="586" y="160"/>
                  </a:lnTo>
                  <a:lnTo>
                    <a:pt x="588" y="162"/>
                  </a:lnTo>
                  <a:lnTo>
                    <a:pt x="592" y="164"/>
                  </a:lnTo>
                  <a:lnTo>
                    <a:pt x="608" y="164"/>
                  </a:lnTo>
                  <a:lnTo>
                    <a:pt x="628" y="164"/>
                  </a:lnTo>
                  <a:lnTo>
                    <a:pt x="634" y="162"/>
                  </a:lnTo>
                  <a:lnTo>
                    <a:pt x="638" y="160"/>
                  </a:lnTo>
                  <a:lnTo>
                    <a:pt x="636" y="158"/>
                  </a:lnTo>
                  <a:lnTo>
                    <a:pt x="632" y="156"/>
                  </a:lnTo>
                  <a:lnTo>
                    <a:pt x="618" y="152"/>
                  </a:lnTo>
                  <a:lnTo>
                    <a:pt x="610" y="152"/>
                  </a:lnTo>
                  <a:lnTo>
                    <a:pt x="600" y="154"/>
                  </a:lnTo>
                  <a:lnTo>
                    <a:pt x="596" y="154"/>
                  </a:lnTo>
                  <a:close/>
                  <a:moveTo>
                    <a:pt x="482" y="98"/>
                  </a:moveTo>
                  <a:lnTo>
                    <a:pt x="482" y="98"/>
                  </a:lnTo>
                  <a:lnTo>
                    <a:pt x="460" y="100"/>
                  </a:lnTo>
                  <a:lnTo>
                    <a:pt x="458" y="102"/>
                  </a:lnTo>
                  <a:lnTo>
                    <a:pt x="462" y="106"/>
                  </a:lnTo>
                  <a:lnTo>
                    <a:pt x="470" y="108"/>
                  </a:lnTo>
                  <a:lnTo>
                    <a:pt x="482" y="108"/>
                  </a:lnTo>
                  <a:lnTo>
                    <a:pt x="510" y="106"/>
                  </a:lnTo>
                  <a:lnTo>
                    <a:pt x="514" y="106"/>
                  </a:lnTo>
                  <a:lnTo>
                    <a:pt x="516" y="104"/>
                  </a:lnTo>
                  <a:lnTo>
                    <a:pt x="508" y="100"/>
                  </a:lnTo>
                  <a:lnTo>
                    <a:pt x="496" y="98"/>
                  </a:lnTo>
                  <a:lnTo>
                    <a:pt x="482" y="98"/>
                  </a:lnTo>
                  <a:close/>
                  <a:moveTo>
                    <a:pt x="796" y="100"/>
                  </a:moveTo>
                  <a:lnTo>
                    <a:pt x="796" y="100"/>
                  </a:lnTo>
                  <a:lnTo>
                    <a:pt x="822" y="96"/>
                  </a:lnTo>
                  <a:lnTo>
                    <a:pt x="842" y="92"/>
                  </a:lnTo>
                  <a:lnTo>
                    <a:pt x="848" y="90"/>
                  </a:lnTo>
                  <a:lnTo>
                    <a:pt x="854" y="88"/>
                  </a:lnTo>
                  <a:lnTo>
                    <a:pt x="856" y="84"/>
                  </a:lnTo>
                  <a:lnTo>
                    <a:pt x="858" y="78"/>
                  </a:lnTo>
                  <a:lnTo>
                    <a:pt x="856" y="70"/>
                  </a:lnTo>
                  <a:lnTo>
                    <a:pt x="852" y="66"/>
                  </a:lnTo>
                  <a:lnTo>
                    <a:pt x="844" y="62"/>
                  </a:lnTo>
                  <a:lnTo>
                    <a:pt x="836" y="60"/>
                  </a:lnTo>
                  <a:lnTo>
                    <a:pt x="828" y="60"/>
                  </a:lnTo>
                  <a:lnTo>
                    <a:pt x="820" y="60"/>
                  </a:lnTo>
                  <a:lnTo>
                    <a:pt x="812" y="62"/>
                  </a:lnTo>
                  <a:lnTo>
                    <a:pt x="806" y="66"/>
                  </a:lnTo>
                  <a:lnTo>
                    <a:pt x="800" y="70"/>
                  </a:lnTo>
                  <a:lnTo>
                    <a:pt x="796" y="72"/>
                  </a:lnTo>
                  <a:lnTo>
                    <a:pt x="784" y="74"/>
                  </a:lnTo>
                  <a:lnTo>
                    <a:pt x="768" y="76"/>
                  </a:lnTo>
                  <a:lnTo>
                    <a:pt x="758" y="80"/>
                  </a:lnTo>
                  <a:lnTo>
                    <a:pt x="748" y="86"/>
                  </a:lnTo>
                  <a:lnTo>
                    <a:pt x="742" y="90"/>
                  </a:lnTo>
                  <a:lnTo>
                    <a:pt x="740" y="94"/>
                  </a:lnTo>
                  <a:lnTo>
                    <a:pt x="742" y="98"/>
                  </a:lnTo>
                  <a:lnTo>
                    <a:pt x="748" y="100"/>
                  </a:lnTo>
                  <a:lnTo>
                    <a:pt x="758" y="102"/>
                  </a:lnTo>
                  <a:lnTo>
                    <a:pt x="768" y="102"/>
                  </a:lnTo>
                  <a:lnTo>
                    <a:pt x="796" y="100"/>
                  </a:lnTo>
                  <a:close/>
                  <a:moveTo>
                    <a:pt x="506" y="132"/>
                  </a:moveTo>
                  <a:lnTo>
                    <a:pt x="506" y="132"/>
                  </a:lnTo>
                  <a:lnTo>
                    <a:pt x="494" y="134"/>
                  </a:lnTo>
                  <a:lnTo>
                    <a:pt x="482" y="132"/>
                  </a:lnTo>
                  <a:lnTo>
                    <a:pt x="476" y="134"/>
                  </a:lnTo>
                  <a:lnTo>
                    <a:pt x="472" y="136"/>
                  </a:lnTo>
                  <a:lnTo>
                    <a:pt x="468" y="140"/>
                  </a:lnTo>
                  <a:lnTo>
                    <a:pt x="466" y="148"/>
                  </a:lnTo>
                  <a:lnTo>
                    <a:pt x="466" y="154"/>
                  </a:lnTo>
                  <a:lnTo>
                    <a:pt x="468" y="156"/>
                  </a:lnTo>
                  <a:lnTo>
                    <a:pt x="472" y="158"/>
                  </a:lnTo>
                  <a:lnTo>
                    <a:pt x="478" y="158"/>
                  </a:lnTo>
                  <a:lnTo>
                    <a:pt x="494" y="158"/>
                  </a:lnTo>
                  <a:lnTo>
                    <a:pt x="512" y="158"/>
                  </a:lnTo>
                  <a:lnTo>
                    <a:pt x="520" y="156"/>
                  </a:lnTo>
                  <a:lnTo>
                    <a:pt x="524" y="154"/>
                  </a:lnTo>
                  <a:lnTo>
                    <a:pt x="526" y="150"/>
                  </a:lnTo>
                  <a:lnTo>
                    <a:pt x="524" y="144"/>
                  </a:lnTo>
                  <a:lnTo>
                    <a:pt x="522" y="138"/>
                  </a:lnTo>
                  <a:lnTo>
                    <a:pt x="516" y="134"/>
                  </a:lnTo>
                  <a:lnTo>
                    <a:pt x="512" y="132"/>
                  </a:lnTo>
                  <a:lnTo>
                    <a:pt x="506" y="132"/>
                  </a:lnTo>
                  <a:close/>
                  <a:moveTo>
                    <a:pt x="456" y="58"/>
                  </a:moveTo>
                  <a:lnTo>
                    <a:pt x="456" y="58"/>
                  </a:lnTo>
                  <a:lnTo>
                    <a:pt x="460" y="58"/>
                  </a:lnTo>
                  <a:lnTo>
                    <a:pt x="464" y="58"/>
                  </a:lnTo>
                  <a:lnTo>
                    <a:pt x="470" y="58"/>
                  </a:lnTo>
                  <a:lnTo>
                    <a:pt x="480" y="58"/>
                  </a:lnTo>
                  <a:lnTo>
                    <a:pt x="486" y="58"/>
                  </a:lnTo>
                  <a:lnTo>
                    <a:pt x="492" y="62"/>
                  </a:lnTo>
                  <a:lnTo>
                    <a:pt x="496" y="64"/>
                  </a:lnTo>
                  <a:lnTo>
                    <a:pt x="500" y="64"/>
                  </a:lnTo>
                  <a:lnTo>
                    <a:pt x="508" y="60"/>
                  </a:lnTo>
                  <a:lnTo>
                    <a:pt x="524" y="56"/>
                  </a:lnTo>
                  <a:lnTo>
                    <a:pt x="548" y="52"/>
                  </a:lnTo>
                  <a:lnTo>
                    <a:pt x="552" y="52"/>
                  </a:lnTo>
                  <a:lnTo>
                    <a:pt x="550" y="50"/>
                  </a:lnTo>
                  <a:lnTo>
                    <a:pt x="540" y="48"/>
                  </a:lnTo>
                  <a:lnTo>
                    <a:pt x="498" y="44"/>
                  </a:lnTo>
                  <a:lnTo>
                    <a:pt x="492" y="44"/>
                  </a:lnTo>
                  <a:lnTo>
                    <a:pt x="488" y="44"/>
                  </a:lnTo>
                  <a:lnTo>
                    <a:pt x="488" y="46"/>
                  </a:lnTo>
                  <a:lnTo>
                    <a:pt x="490" y="48"/>
                  </a:lnTo>
                  <a:lnTo>
                    <a:pt x="494" y="52"/>
                  </a:lnTo>
                  <a:lnTo>
                    <a:pt x="492" y="54"/>
                  </a:lnTo>
                  <a:lnTo>
                    <a:pt x="488" y="54"/>
                  </a:lnTo>
                  <a:lnTo>
                    <a:pt x="462" y="52"/>
                  </a:lnTo>
                  <a:lnTo>
                    <a:pt x="454" y="54"/>
                  </a:lnTo>
                  <a:lnTo>
                    <a:pt x="454" y="56"/>
                  </a:lnTo>
                  <a:lnTo>
                    <a:pt x="456" y="58"/>
                  </a:lnTo>
                  <a:close/>
                  <a:moveTo>
                    <a:pt x="678" y="84"/>
                  </a:moveTo>
                  <a:lnTo>
                    <a:pt x="678" y="84"/>
                  </a:lnTo>
                  <a:lnTo>
                    <a:pt x="688" y="82"/>
                  </a:lnTo>
                  <a:lnTo>
                    <a:pt x="696" y="78"/>
                  </a:lnTo>
                  <a:lnTo>
                    <a:pt x="704" y="74"/>
                  </a:lnTo>
                  <a:lnTo>
                    <a:pt x="710" y="70"/>
                  </a:lnTo>
                  <a:lnTo>
                    <a:pt x="710" y="68"/>
                  </a:lnTo>
                  <a:lnTo>
                    <a:pt x="710" y="66"/>
                  </a:lnTo>
                  <a:lnTo>
                    <a:pt x="704" y="64"/>
                  </a:lnTo>
                  <a:lnTo>
                    <a:pt x="692" y="64"/>
                  </a:lnTo>
                  <a:lnTo>
                    <a:pt x="670" y="68"/>
                  </a:lnTo>
                  <a:lnTo>
                    <a:pt x="654" y="72"/>
                  </a:lnTo>
                  <a:lnTo>
                    <a:pt x="646" y="76"/>
                  </a:lnTo>
                  <a:lnTo>
                    <a:pt x="644" y="80"/>
                  </a:lnTo>
                  <a:lnTo>
                    <a:pt x="646" y="82"/>
                  </a:lnTo>
                  <a:lnTo>
                    <a:pt x="658" y="84"/>
                  </a:lnTo>
                  <a:lnTo>
                    <a:pt x="678" y="84"/>
                  </a:lnTo>
                  <a:close/>
                  <a:moveTo>
                    <a:pt x="568" y="44"/>
                  </a:moveTo>
                  <a:lnTo>
                    <a:pt x="568" y="44"/>
                  </a:lnTo>
                  <a:lnTo>
                    <a:pt x="580" y="44"/>
                  </a:lnTo>
                  <a:lnTo>
                    <a:pt x="582" y="44"/>
                  </a:lnTo>
                  <a:lnTo>
                    <a:pt x="580" y="42"/>
                  </a:lnTo>
                  <a:lnTo>
                    <a:pt x="570" y="38"/>
                  </a:lnTo>
                  <a:lnTo>
                    <a:pt x="556" y="34"/>
                  </a:lnTo>
                  <a:lnTo>
                    <a:pt x="544" y="30"/>
                  </a:lnTo>
                  <a:lnTo>
                    <a:pt x="536" y="28"/>
                  </a:lnTo>
                  <a:lnTo>
                    <a:pt x="528" y="30"/>
                  </a:lnTo>
                  <a:lnTo>
                    <a:pt x="518" y="34"/>
                  </a:lnTo>
                  <a:lnTo>
                    <a:pt x="510" y="38"/>
                  </a:lnTo>
                  <a:lnTo>
                    <a:pt x="508" y="40"/>
                  </a:lnTo>
                  <a:lnTo>
                    <a:pt x="510" y="40"/>
                  </a:lnTo>
                  <a:lnTo>
                    <a:pt x="520" y="40"/>
                  </a:lnTo>
                  <a:lnTo>
                    <a:pt x="542" y="42"/>
                  </a:lnTo>
                  <a:lnTo>
                    <a:pt x="568" y="44"/>
                  </a:lnTo>
                  <a:close/>
                  <a:moveTo>
                    <a:pt x="672" y="122"/>
                  </a:moveTo>
                  <a:lnTo>
                    <a:pt x="672" y="122"/>
                  </a:lnTo>
                  <a:lnTo>
                    <a:pt x="682" y="124"/>
                  </a:lnTo>
                  <a:lnTo>
                    <a:pt x="690" y="124"/>
                  </a:lnTo>
                  <a:lnTo>
                    <a:pt x="694" y="124"/>
                  </a:lnTo>
                  <a:lnTo>
                    <a:pt x="698" y="120"/>
                  </a:lnTo>
                  <a:lnTo>
                    <a:pt x="706" y="116"/>
                  </a:lnTo>
                  <a:lnTo>
                    <a:pt x="710" y="112"/>
                  </a:lnTo>
                  <a:lnTo>
                    <a:pt x="718" y="112"/>
                  </a:lnTo>
                  <a:lnTo>
                    <a:pt x="724" y="110"/>
                  </a:lnTo>
                  <a:lnTo>
                    <a:pt x="728" y="106"/>
                  </a:lnTo>
                  <a:lnTo>
                    <a:pt x="730" y="100"/>
                  </a:lnTo>
                  <a:lnTo>
                    <a:pt x="728" y="94"/>
                  </a:lnTo>
                  <a:lnTo>
                    <a:pt x="724" y="88"/>
                  </a:lnTo>
                  <a:lnTo>
                    <a:pt x="716" y="84"/>
                  </a:lnTo>
                  <a:lnTo>
                    <a:pt x="704" y="84"/>
                  </a:lnTo>
                  <a:lnTo>
                    <a:pt x="688" y="88"/>
                  </a:lnTo>
                  <a:lnTo>
                    <a:pt x="670" y="94"/>
                  </a:lnTo>
                  <a:lnTo>
                    <a:pt x="656" y="94"/>
                  </a:lnTo>
                  <a:lnTo>
                    <a:pt x="644" y="92"/>
                  </a:lnTo>
                  <a:lnTo>
                    <a:pt x="634" y="90"/>
                  </a:lnTo>
                  <a:lnTo>
                    <a:pt x="626" y="90"/>
                  </a:lnTo>
                  <a:lnTo>
                    <a:pt x="620" y="90"/>
                  </a:lnTo>
                  <a:lnTo>
                    <a:pt x="614" y="94"/>
                  </a:lnTo>
                  <a:lnTo>
                    <a:pt x="608" y="104"/>
                  </a:lnTo>
                  <a:lnTo>
                    <a:pt x="606" y="116"/>
                  </a:lnTo>
                  <a:lnTo>
                    <a:pt x="606" y="118"/>
                  </a:lnTo>
                  <a:lnTo>
                    <a:pt x="608" y="122"/>
                  </a:lnTo>
                  <a:lnTo>
                    <a:pt x="614" y="124"/>
                  </a:lnTo>
                  <a:lnTo>
                    <a:pt x="622" y="124"/>
                  </a:lnTo>
                  <a:lnTo>
                    <a:pt x="646" y="120"/>
                  </a:lnTo>
                  <a:lnTo>
                    <a:pt x="660" y="120"/>
                  </a:lnTo>
                  <a:lnTo>
                    <a:pt x="672" y="122"/>
                  </a:lnTo>
                  <a:close/>
                  <a:moveTo>
                    <a:pt x="4428" y="2314"/>
                  </a:moveTo>
                  <a:lnTo>
                    <a:pt x="4428" y="2314"/>
                  </a:lnTo>
                  <a:lnTo>
                    <a:pt x="4426" y="2314"/>
                  </a:lnTo>
                  <a:lnTo>
                    <a:pt x="4428" y="2314"/>
                  </a:lnTo>
                  <a:lnTo>
                    <a:pt x="4432" y="2310"/>
                  </a:lnTo>
                  <a:lnTo>
                    <a:pt x="4436" y="2306"/>
                  </a:lnTo>
                  <a:lnTo>
                    <a:pt x="4436" y="2302"/>
                  </a:lnTo>
                  <a:lnTo>
                    <a:pt x="4432" y="2304"/>
                  </a:lnTo>
                  <a:lnTo>
                    <a:pt x="4428" y="2314"/>
                  </a:lnTo>
                  <a:close/>
                  <a:moveTo>
                    <a:pt x="4510" y="2192"/>
                  </a:moveTo>
                  <a:lnTo>
                    <a:pt x="4510" y="2192"/>
                  </a:lnTo>
                  <a:lnTo>
                    <a:pt x="4508" y="2194"/>
                  </a:lnTo>
                  <a:lnTo>
                    <a:pt x="4506" y="2196"/>
                  </a:lnTo>
                  <a:lnTo>
                    <a:pt x="4502" y="2202"/>
                  </a:lnTo>
                  <a:lnTo>
                    <a:pt x="4498" y="2210"/>
                  </a:lnTo>
                  <a:lnTo>
                    <a:pt x="4496" y="2214"/>
                  </a:lnTo>
                  <a:lnTo>
                    <a:pt x="4492" y="2216"/>
                  </a:lnTo>
                  <a:lnTo>
                    <a:pt x="4482" y="2220"/>
                  </a:lnTo>
                  <a:lnTo>
                    <a:pt x="4476" y="2224"/>
                  </a:lnTo>
                  <a:lnTo>
                    <a:pt x="4476" y="2226"/>
                  </a:lnTo>
                  <a:lnTo>
                    <a:pt x="4474" y="2228"/>
                  </a:lnTo>
                  <a:lnTo>
                    <a:pt x="4478" y="2236"/>
                  </a:lnTo>
                  <a:lnTo>
                    <a:pt x="4480" y="2238"/>
                  </a:lnTo>
                  <a:lnTo>
                    <a:pt x="4482" y="2238"/>
                  </a:lnTo>
                  <a:lnTo>
                    <a:pt x="4484" y="2236"/>
                  </a:lnTo>
                  <a:lnTo>
                    <a:pt x="4490" y="2230"/>
                  </a:lnTo>
                  <a:lnTo>
                    <a:pt x="4494" y="2228"/>
                  </a:lnTo>
                  <a:lnTo>
                    <a:pt x="4498" y="2226"/>
                  </a:lnTo>
                  <a:lnTo>
                    <a:pt x="4504" y="2224"/>
                  </a:lnTo>
                  <a:lnTo>
                    <a:pt x="4508" y="2220"/>
                  </a:lnTo>
                  <a:lnTo>
                    <a:pt x="4510" y="2214"/>
                  </a:lnTo>
                  <a:lnTo>
                    <a:pt x="4512" y="2208"/>
                  </a:lnTo>
                  <a:lnTo>
                    <a:pt x="4512" y="2198"/>
                  </a:lnTo>
                  <a:lnTo>
                    <a:pt x="4512" y="2194"/>
                  </a:lnTo>
                  <a:lnTo>
                    <a:pt x="4510" y="2192"/>
                  </a:lnTo>
                  <a:close/>
                  <a:moveTo>
                    <a:pt x="4462" y="2262"/>
                  </a:moveTo>
                  <a:lnTo>
                    <a:pt x="4462" y="2262"/>
                  </a:lnTo>
                  <a:lnTo>
                    <a:pt x="4460" y="2260"/>
                  </a:lnTo>
                  <a:lnTo>
                    <a:pt x="4456" y="2262"/>
                  </a:lnTo>
                  <a:lnTo>
                    <a:pt x="4452" y="2272"/>
                  </a:lnTo>
                  <a:lnTo>
                    <a:pt x="4448" y="2284"/>
                  </a:lnTo>
                  <a:lnTo>
                    <a:pt x="4448" y="2292"/>
                  </a:lnTo>
                  <a:lnTo>
                    <a:pt x="4448" y="2294"/>
                  </a:lnTo>
                  <a:lnTo>
                    <a:pt x="4452" y="2292"/>
                  </a:lnTo>
                  <a:lnTo>
                    <a:pt x="4458" y="2282"/>
                  </a:lnTo>
                  <a:lnTo>
                    <a:pt x="4462" y="2272"/>
                  </a:lnTo>
                  <a:lnTo>
                    <a:pt x="4462" y="2266"/>
                  </a:lnTo>
                  <a:lnTo>
                    <a:pt x="4462" y="2262"/>
                  </a:lnTo>
                  <a:close/>
                  <a:moveTo>
                    <a:pt x="4486" y="4072"/>
                  </a:moveTo>
                  <a:lnTo>
                    <a:pt x="4486" y="4072"/>
                  </a:lnTo>
                  <a:lnTo>
                    <a:pt x="4482" y="4070"/>
                  </a:lnTo>
                  <a:lnTo>
                    <a:pt x="4482" y="4068"/>
                  </a:lnTo>
                  <a:lnTo>
                    <a:pt x="4480" y="4066"/>
                  </a:lnTo>
                  <a:lnTo>
                    <a:pt x="4478" y="4064"/>
                  </a:lnTo>
                  <a:lnTo>
                    <a:pt x="4474" y="4064"/>
                  </a:lnTo>
                  <a:lnTo>
                    <a:pt x="4470" y="4064"/>
                  </a:lnTo>
                  <a:lnTo>
                    <a:pt x="4460" y="4068"/>
                  </a:lnTo>
                  <a:lnTo>
                    <a:pt x="4450" y="4076"/>
                  </a:lnTo>
                  <a:lnTo>
                    <a:pt x="4448" y="4080"/>
                  </a:lnTo>
                  <a:lnTo>
                    <a:pt x="4448" y="4084"/>
                  </a:lnTo>
                  <a:lnTo>
                    <a:pt x="4446" y="4088"/>
                  </a:lnTo>
                  <a:lnTo>
                    <a:pt x="4442" y="4094"/>
                  </a:lnTo>
                  <a:lnTo>
                    <a:pt x="4440" y="4100"/>
                  </a:lnTo>
                  <a:lnTo>
                    <a:pt x="4438" y="4104"/>
                  </a:lnTo>
                  <a:lnTo>
                    <a:pt x="4440" y="4106"/>
                  </a:lnTo>
                  <a:lnTo>
                    <a:pt x="4442" y="4104"/>
                  </a:lnTo>
                  <a:lnTo>
                    <a:pt x="4448" y="4104"/>
                  </a:lnTo>
                  <a:lnTo>
                    <a:pt x="4458" y="4106"/>
                  </a:lnTo>
                  <a:lnTo>
                    <a:pt x="4462" y="4106"/>
                  </a:lnTo>
                  <a:lnTo>
                    <a:pt x="4466" y="4106"/>
                  </a:lnTo>
                  <a:lnTo>
                    <a:pt x="4470" y="4102"/>
                  </a:lnTo>
                  <a:lnTo>
                    <a:pt x="4474" y="4098"/>
                  </a:lnTo>
                  <a:lnTo>
                    <a:pt x="4478" y="4094"/>
                  </a:lnTo>
                  <a:lnTo>
                    <a:pt x="4480" y="4092"/>
                  </a:lnTo>
                  <a:lnTo>
                    <a:pt x="4482" y="4090"/>
                  </a:lnTo>
                  <a:lnTo>
                    <a:pt x="4484" y="4082"/>
                  </a:lnTo>
                  <a:lnTo>
                    <a:pt x="4488" y="4074"/>
                  </a:lnTo>
                  <a:lnTo>
                    <a:pt x="4488" y="4072"/>
                  </a:lnTo>
                  <a:lnTo>
                    <a:pt x="4486" y="4072"/>
                  </a:lnTo>
                  <a:close/>
                  <a:moveTo>
                    <a:pt x="2916" y="5240"/>
                  </a:moveTo>
                  <a:lnTo>
                    <a:pt x="2916" y="5240"/>
                  </a:lnTo>
                  <a:lnTo>
                    <a:pt x="2912" y="5240"/>
                  </a:lnTo>
                  <a:lnTo>
                    <a:pt x="2908" y="5240"/>
                  </a:lnTo>
                  <a:lnTo>
                    <a:pt x="2902" y="5244"/>
                  </a:lnTo>
                  <a:lnTo>
                    <a:pt x="2898" y="5248"/>
                  </a:lnTo>
                  <a:lnTo>
                    <a:pt x="2896" y="5252"/>
                  </a:lnTo>
                  <a:lnTo>
                    <a:pt x="2896" y="5260"/>
                  </a:lnTo>
                  <a:lnTo>
                    <a:pt x="2896" y="5264"/>
                  </a:lnTo>
                  <a:lnTo>
                    <a:pt x="2894" y="5266"/>
                  </a:lnTo>
                  <a:lnTo>
                    <a:pt x="2890" y="5266"/>
                  </a:lnTo>
                  <a:lnTo>
                    <a:pt x="2888" y="5270"/>
                  </a:lnTo>
                  <a:lnTo>
                    <a:pt x="2892" y="5272"/>
                  </a:lnTo>
                  <a:lnTo>
                    <a:pt x="2904" y="5274"/>
                  </a:lnTo>
                  <a:lnTo>
                    <a:pt x="2914" y="5274"/>
                  </a:lnTo>
                  <a:lnTo>
                    <a:pt x="2916" y="5272"/>
                  </a:lnTo>
                  <a:lnTo>
                    <a:pt x="2918" y="5272"/>
                  </a:lnTo>
                  <a:lnTo>
                    <a:pt x="2918" y="5266"/>
                  </a:lnTo>
                  <a:lnTo>
                    <a:pt x="2920" y="5258"/>
                  </a:lnTo>
                  <a:lnTo>
                    <a:pt x="2924" y="5250"/>
                  </a:lnTo>
                  <a:lnTo>
                    <a:pt x="2924" y="5246"/>
                  </a:lnTo>
                  <a:lnTo>
                    <a:pt x="2922" y="5242"/>
                  </a:lnTo>
                  <a:lnTo>
                    <a:pt x="2916" y="5240"/>
                  </a:lnTo>
                  <a:close/>
                  <a:moveTo>
                    <a:pt x="2868" y="5234"/>
                  </a:moveTo>
                  <a:lnTo>
                    <a:pt x="2868" y="5234"/>
                  </a:lnTo>
                  <a:lnTo>
                    <a:pt x="2866" y="5232"/>
                  </a:lnTo>
                  <a:lnTo>
                    <a:pt x="2864" y="5232"/>
                  </a:lnTo>
                  <a:lnTo>
                    <a:pt x="2860" y="5234"/>
                  </a:lnTo>
                  <a:lnTo>
                    <a:pt x="2854" y="5238"/>
                  </a:lnTo>
                  <a:lnTo>
                    <a:pt x="2850" y="5238"/>
                  </a:lnTo>
                  <a:lnTo>
                    <a:pt x="2844" y="5236"/>
                  </a:lnTo>
                  <a:lnTo>
                    <a:pt x="2838" y="5234"/>
                  </a:lnTo>
                  <a:lnTo>
                    <a:pt x="2836" y="5234"/>
                  </a:lnTo>
                  <a:lnTo>
                    <a:pt x="2834" y="5236"/>
                  </a:lnTo>
                  <a:lnTo>
                    <a:pt x="2834" y="5240"/>
                  </a:lnTo>
                  <a:lnTo>
                    <a:pt x="2836" y="5246"/>
                  </a:lnTo>
                  <a:lnTo>
                    <a:pt x="2840" y="5248"/>
                  </a:lnTo>
                  <a:lnTo>
                    <a:pt x="2844" y="5250"/>
                  </a:lnTo>
                  <a:lnTo>
                    <a:pt x="2850" y="5252"/>
                  </a:lnTo>
                  <a:lnTo>
                    <a:pt x="2856" y="5256"/>
                  </a:lnTo>
                  <a:lnTo>
                    <a:pt x="2860" y="5262"/>
                  </a:lnTo>
                  <a:lnTo>
                    <a:pt x="2860" y="5266"/>
                  </a:lnTo>
                  <a:lnTo>
                    <a:pt x="2860" y="5270"/>
                  </a:lnTo>
                  <a:lnTo>
                    <a:pt x="2862" y="5270"/>
                  </a:lnTo>
                  <a:lnTo>
                    <a:pt x="2866" y="5270"/>
                  </a:lnTo>
                  <a:lnTo>
                    <a:pt x="2868" y="5266"/>
                  </a:lnTo>
                  <a:lnTo>
                    <a:pt x="2870" y="5260"/>
                  </a:lnTo>
                  <a:lnTo>
                    <a:pt x="2876" y="5254"/>
                  </a:lnTo>
                  <a:lnTo>
                    <a:pt x="2882" y="5250"/>
                  </a:lnTo>
                  <a:lnTo>
                    <a:pt x="2882" y="5246"/>
                  </a:lnTo>
                  <a:lnTo>
                    <a:pt x="2882" y="5244"/>
                  </a:lnTo>
                  <a:lnTo>
                    <a:pt x="2876" y="5240"/>
                  </a:lnTo>
                  <a:lnTo>
                    <a:pt x="2868" y="5234"/>
                  </a:lnTo>
                  <a:close/>
                  <a:moveTo>
                    <a:pt x="2906" y="5026"/>
                  </a:moveTo>
                  <a:lnTo>
                    <a:pt x="2906" y="5026"/>
                  </a:lnTo>
                  <a:lnTo>
                    <a:pt x="2906" y="5016"/>
                  </a:lnTo>
                  <a:lnTo>
                    <a:pt x="2906" y="5006"/>
                  </a:lnTo>
                  <a:lnTo>
                    <a:pt x="2904" y="5000"/>
                  </a:lnTo>
                  <a:lnTo>
                    <a:pt x="2902" y="5000"/>
                  </a:lnTo>
                  <a:lnTo>
                    <a:pt x="2900" y="5002"/>
                  </a:lnTo>
                  <a:lnTo>
                    <a:pt x="2898" y="5010"/>
                  </a:lnTo>
                  <a:lnTo>
                    <a:pt x="2898" y="5018"/>
                  </a:lnTo>
                  <a:lnTo>
                    <a:pt x="2898" y="5026"/>
                  </a:lnTo>
                  <a:lnTo>
                    <a:pt x="2896" y="5036"/>
                  </a:lnTo>
                  <a:lnTo>
                    <a:pt x="2896" y="5038"/>
                  </a:lnTo>
                  <a:lnTo>
                    <a:pt x="2898" y="5038"/>
                  </a:lnTo>
                  <a:lnTo>
                    <a:pt x="2902" y="5034"/>
                  </a:lnTo>
                  <a:lnTo>
                    <a:pt x="2906" y="5026"/>
                  </a:lnTo>
                  <a:close/>
                  <a:moveTo>
                    <a:pt x="3284" y="4314"/>
                  </a:moveTo>
                  <a:lnTo>
                    <a:pt x="3284" y="4314"/>
                  </a:lnTo>
                  <a:lnTo>
                    <a:pt x="3286" y="4316"/>
                  </a:lnTo>
                  <a:lnTo>
                    <a:pt x="3288" y="4318"/>
                  </a:lnTo>
                  <a:lnTo>
                    <a:pt x="3290" y="4318"/>
                  </a:lnTo>
                  <a:lnTo>
                    <a:pt x="3290" y="4316"/>
                  </a:lnTo>
                  <a:lnTo>
                    <a:pt x="3290" y="4314"/>
                  </a:lnTo>
                  <a:lnTo>
                    <a:pt x="3288" y="4312"/>
                  </a:lnTo>
                  <a:lnTo>
                    <a:pt x="3284" y="4314"/>
                  </a:lnTo>
                  <a:close/>
                  <a:moveTo>
                    <a:pt x="3284" y="4332"/>
                  </a:moveTo>
                  <a:lnTo>
                    <a:pt x="3284" y="4332"/>
                  </a:lnTo>
                  <a:lnTo>
                    <a:pt x="3284" y="4330"/>
                  </a:lnTo>
                  <a:lnTo>
                    <a:pt x="3282" y="4330"/>
                  </a:lnTo>
                  <a:lnTo>
                    <a:pt x="3278" y="4336"/>
                  </a:lnTo>
                  <a:lnTo>
                    <a:pt x="3278" y="4344"/>
                  </a:lnTo>
                  <a:lnTo>
                    <a:pt x="3278" y="4350"/>
                  </a:lnTo>
                  <a:lnTo>
                    <a:pt x="3282" y="4354"/>
                  </a:lnTo>
                  <a:lnTo>
                    <a:pt x="3284" y="4358"/>
                  </a:lnTo>
                  <a:lnTo>
                    <a:pt x="3286" y="4358"/>
                  </a:lnTo>
                  <a:lnTo>
                    <a:pt x="3286" y="4354"/>
                  </a:lnTo>
                  <a:lnTo>
                    <a:pt x="3284" y="4332"/>
                  </a:lnTo>
                  <a:close/>
                  <a:moveTo>
                    <a:pt x="2868" y="5178"/>
                  </a:moveTo>
                  <a:lnTo>
                    <a:pt x="2868" y="5178"/>
                  </a:lnTo>
                  <a:lnTo>
                    <a:pt x="2870" y="5178"/>
                  </a:lnTo>
                  <a:lnTo>
                    <a:pt x="2872" y="5178"/>
                  </a:lnTo>
                  <a:lnTo>
                    <a:pt x="2874" y="5178"/>
                  </a:lnTo>
                  <a:lnTo>
                    <a:pt x="2876" y="5178"/>
                  </a:lnTo>
                  <a:lnTo>
                    <a:pt x="2876" y="5176"/>
                  </a:lnTo>
                  <a:lnTo>
                    <a:pt x="2874" y="5174"/>
                  </a:lnTo>
                  <a:lnTo>
                    <a:pt x="2872" y="5172"/>
                  </a:lnTo>
                  <a:lnTo>
                    <a:pt x="2866" y="5172"/>
                  </a:lnTo>
                  <a:lnTo>
                    <a:pt x="2862" y="5174"/>
                  </a:lnTo>
                  <a:lnTo>
                    <a:pt x="2864" y="5176"/>
                  </a:lnTo>
                  <a:lnTo>
                    <a:pt x="2866" y="5178"/>
                  </a:lnTo>
                  <a:lnTo>
                    <a:pt x="2868" y="5178"/>
                  </a:lnTo>
                  <a:close/>
                  <a:moveTo>
                    <a:pt x="2798" y="5190"/>
                  </a:moveTo>
                  <a:lnTo>
                    <a:pt x="2798" y="5190"/>
                  </a:lnTo>
                  <a:lnTo>
                    <a:pt x="2804" y="5186"/>
                  </a:lnTo>
                  <a:lnTo>
                    <a:pt x="2812" y="5182"/>
                  </a:lnTo>
                  <a:lnTo>
                    <a:pt x="2818" y="5180"/>
                  </a:lnTo>
                  <a:lnTo>
                    <a:pt x="2818" y="5178"/>
                  </a:lnTo>
                  <a:lnTo>
                    <a:pt x="2818" y="5176"/>
                  </a:lnTo>
                  <a:lnTo>
                    <a:pt x="2814" y="5174"/>
                  </a:lnTo>
                  <a:lnTo>
                    <a:pt x="2810" y="5174"/>
                  </a:lnTo>
                  <a:lnTo>
                    <a:pt x="2804" y="5176"/>
                  </a:lnTo>
                  <a:lnTo>
                    <a:pt x="2794" y="5176"/>
                  </a:lnTo>
                  <a:lnTo>
                    <a:pt x="2780" y="5174"/>
                  </a:lnTo>
                  <a:lnTo>
                    <a:pt x="2770" y="5176"/>
                  </a:lnTo>
                  <a:lnTo>
                    <a:pt x="2764" y="5180"/>
                  </a:lnTo>
                  <a:lnTo>
                    <a:pt x="2764" y="5182"/>
                  </a:lnTo>
                  <a:lnTo>
                    <a:pt x="2764" y="5186"/>
                  </a:lnTo>
                  <a:lnTo>
                    <a:pt x="2768" y="5188"/>
                  </a:lnTo>
                  <a:lnTo>
                    <a:pt x="2780" y="5192"/>
                  </a:lnTo>
                  <a:lnTo>
                    <a:pt x="2790" y="5192"/>
                  </a:lnTo>
                  <a:lnTo>
                    <a:pt x="2796" y="5192"/>
                  </a:lnTo>
                  <a:lnTo>
                    <a:pt x="2798" y="5190"/>
                  </a:lnTo>
                  <a:close/>
                  <a:moveTo>
                    <a:pt x="4914" y="1916"/>
                  </a:moveTo>
                  <a:lnTo>
                    <a:pt x="4914" y="1916"/>
                  </a:lnTo>
                  <a:lnTo>
                    <a:pt x="4910" y="1920"/>
                  </a:lnTo>
                  <a:lnTo>
                    <a:pt x="4910" y="1924"/>
                  </a:lnTo>
                  <a:lnTo>
                    <a:pt x="4912" y="1928"/>
                  </a:lnTo>
                  <a:lnTo>
                    <a:pt x="4914" y="1934"/>
                  </a:lnTo>
                  <a:lnTo>
                    <a:pt x="4926" y="1944"/>
                  </a:lnTo>
                  <a:lnTo>
                    <a:pt x="4938" y="1954"/>
                  </a:lnTo>
                  <a:lnTo>
                    <a:pt x="4942" y="1958"/>
                  </a:lnTo>
                  <a:lnTo>
                    <a:pt x="4942" y="1954"/>
                  </a:lnTo>
                  <a:lnTo>
                    <a:pt x="4940" y="1946"/>
                  </a:lnTo>
                  <a:lnTo>
                    <a:pt x="4936" y="1936"/>
                  </a:lnTo>
                  <a:lnTo>
                    <a:pt x="4930" y="1926"/>
                  </a:lnTo>
                  <a:lnTo>
                    <a:pt x="4924" y="1918"/>
                  </a:lnTo>
                  <a:lnTo>
                    <a:pt x="4918" y="1914"/>
                  </a:lnTo>
                  <a:lnTo>
                    <a:pt x="4916" y="1914"/>
                  </a:lnTo>
                  <a:lnTo>
                    <a:pt x="4914" y="1916"/>
                  </a:lnTo>
                  <a:close/>
                  <a:moveTo>
                    <a:pt x="4520" y="2200"/>
                  </a:moveTo>
                  <a:lnTo>
                    <a:pt x="4520" y="2200"/>
                  </a:lnTo>
                  <a:lnTo>
                    <a:pt x="4522" y="2200"/>
                  </a:lnTo>
                  <a:lnTo>
                    <a:pt x="4524" y="2200"/>
                  </a:lnTo>
                  <a:lnTo>
                    <a:pt x="4528" y="2196"/>
                  </a:lnTo>
                  <a:lnTo>
                    <a:pt x="4528" y="2192"/>
                  </a:lnTo>
                  <a:lnTo>
                    <a:pt x="4528" y="2188"/>
                  </a:lnTo>
                  <a:lnTo>
                    <a:pt x="4524" y="2188"/>
                  </a:lnTo>
                  <a:lnTo>
                    <a:pt x="4520" y="2190"/>
                  </a:lnTo>
                  <a:lnTo>
                    <a:pt x="4518" y="2194"/>
                  </a:lnTo>
                  <a:lnTo>
                    <a:pt x="4518" y="2196"/>
                  </a:lnTo>
                  <a:lnTo>
                    <a:pt x="4520" y="2200"/>
                  </a:lnTo>
                  <a:close/>
                  <a:moveTo>
                    <a:pt x="4814" y="1702"/>
                  </a:moveTo>
                  <a:lnTo>
                    <a:pt x="4814" y="1702"/>
                  </a:lnTo>
                  <a:lnTo>
                    <a:pt x="4812" y="1704"/>
                  </a:lnTo>
                  <a:lnTo>
                    <a:pt x="4812" y="1706"/>
                  </a:lnTo>
                  <a:lnTo>
                    <a:pt x="4816" y="1706"/>
                  </a:lnTo>
                  <a:lnTo>
                    <a:pt x="4832" y="1700"/>
                  </a:lnTo>
                  <a:lnTo>
                    <a:pt x="4842" y="1696"/>
                  </a:lnTo>
                  <a:lnTo>
                    <a:pt x="4850" y="1690"/>
                  </a:lnTo>
                  <a:lnTo>
                    <a:pt x="4856" y="1684"/>
                  </a:lnTo>
                  <a:lnTo>
                    <a:pt x="4858" y="1678"/>
                  </a:lnTo>
                  <a:lnTo>
                    <a:pt x="4856" y="1674"/>
                  </a:lnTo>
                  <a:lnTo>
                    <a:pt x="4852" y="1672"/>
                  </a:lnTo>
                  <a:lnTo>
                    <a:pt x="4848" y="1672"/>
                  </a:lnTo>
                  <a:lnTo>
                    <a:pt x="4842" y="1674"/>
                  </a:lnTo>
                  <a:lnTo>
                    <a:pt x="4828" y="1686"/>
                  </a:lnTo>
                  <a:lnTo>
                    <a:pt x="4814" y="1702"/>
                  </a:lnTo>
                  <a:close/>
                  <a:moveTo>
                    <a:pt x="3278" y="4364"/>
                  </a:moveTo>
                  <a:lnTo>
                    <a:pt x="3278" y="4364"/>
                  </a:lnTo>
                  <a:lnTo>
                    <a:pt x="3276" y="4362"/>
                  </a:lnTo>
                  <a:lnTo>
                    <a:pt x="3274" y="4362"/>
                  </a:lnTo>
                  <a:lnTo>
                    <a:pt x="3278" y="4384"/>
                  </a:lnTo>
                  <a:lnTo>
                    <a:pt x="3278" y="4398"/>
                  </a:lnTo>
                  <a:lnTo>
                    <a:pt x="3278" y="4400"/>
                  </a:lnTo>
                  <a:lnTo>
                    <a:pt x="3276" y="4402"/>
                  </a:lnTo>
                  <a:lnTo>
                    <a:pt x="3272" y="4402"/>
                  </a:lnTo>
                  <a:lnTo>
                    <a:pt x="3266" y="4398"/>
                  </a:lnTo>
                  <a:lnTo>
                    <a:pt x="3264" y="4400"/>
                  </a:lnTo>
                  <a:lnTo>
                    <a:pt x="3264" y="4406"/>
                  </a:lnTo>
                  <a:lnTo>
                    <a:pt x="3262" y="4408"/>
                  </a:lnTo>
                  <a:lnTo>
                    <a:pt x="3260" y="4408"/>
                  </a:lnTo>
                  <a:lnTo>
                    <a:pt x="3256" y="4404"/>
                  </a:lnTo>
                  <a:lnTo>
                    <a:pt x="3254" y="4402"/>
                  </a:lnTo>
                  <a:lnTo>
                    <a:pt x="3252" y="4400"/>
                  </a:lnTo>
                  <a:lnTo>
                    <a:pt x="3250" y="4402"/>
                  </a:lnTo>
                  <a:lnTo>
                    <a:pt x="3248" y="4404"/>
                  </a:lnTo>
                  <a:lnTo>
                    <a:pt x="3248" y="4424"/>
                  </a:lnTo>
                  <a:lnTo>
                    <a:pt x="3248" y="4426"/>
                  </a:lnTo>
                  <a:lnTo>
                    <a:pt x="3246" y="4426"/>
                  </a:lnTo>
                  <a:lnTo>
                    <a:pt x="3240" y="4422"/>
                  </a:lnTo>
                  <a:lnTo>
                    <a:pt x="3238" y="4422"/>
                  </a:lnTo>
                  <a:lnTo>
                    <a:pt x="3234" y="4420"/>
                  </a:lnTo>
                  <a:lnTo>
                    <a:pt x="3232" y="4422"/>
                  </a:lnTo>
                  <a:lnTo>
                    <a:pt x="3230" y="4428"/>
                  </a:lnTo>
                  <a:lnTo>
                    <a:pt x="3226" y="4438"/>
                  </a:lnTo>
                  <a:lnTo>
                    <a:pt x="3224" y="4440"/>
                  </a:lnTo>
                  <a:lnTo>
                    <a:pt x="3220" y="4440"/>
                  </a:lnTo>
                  <a:lnTo>
                    <a:pt x="3214" y="4444"/>
                  </a:lnTo>
                  <a:lnTo>
                    <a:pt x="3210" y="4446"/>
                  </a:lnTo>
                  <a:lnTo>
                    <a:pt x="3212" y="4440"/>
                  </a:lnTo>
                  <a:lnTo>
                    <a:pt x="3212" y="4432"/>
                  </a:lnTo>
                  <a:lnTo>
                    <a:pt x="3210" y="4424"/>
                  </a:lnTo>
                  <a:lnTo>
                    <a:pt x="3208" y="4420"/>
                  </a:lnTo>
                  <a:lnTo>
                    <a:pt x="3204" y="4418"/>
                  </a:lnTo>
                  <a:lnTo>
                    <a:pt x="3200" y="4418"/>
                  </a:lnTo>
                  <a:lnTo>
                    <a:pt x="3198" y="4420"/>
                  </a:lnTo>
                  <a:lnTo>
                    <a:pt x="3198" y="4418"/>
                  </a:lnTo>
                  <a:lnTo>
                    <a:pt x="3196" y="4416"/>
                  </a:lnTo>
                  <a:lnTo>
                    <a:pt x="3194" y="4414"/>
                  </a:lnTo>
                  <a:lnTo>
                    <a:pt x="3192" y="4416"/>
                  </a:lnTo>
                  <a:lnTo>
                    <a:pt x="3192" y="4420"/>
                  </a:lnTo>
                  <a:lnTo>
                    <a:pt x="3190" y="4422"/>
                  </a:lnTo>
                  <a:lnTo>
                    <a:pt x="3188" y="4424"/>
                  </a:lnTo>
                  <a:lnTo>
                    <a:pt x="3186" y="4424"/>
                  </a:lnTo>
                  <a:lnTo>
                    <a:pt x="3182" y="4424"/>
                  </a:lnTo>
                  <a:lnTo>
                    <a:pt x="3178" y="4428"/>
                  </a:lnTo>
                  <a:lnTo>
                    <a:pt x="3176" y="4432"/>
                  </a:lnTo>
                  <a:lnTo>
                    <a:pt x="3178" y="4438"/>
                  </a:lnTo>
                  <a:lnTo>
                    <a:pt x="3178" y="4440"/>
                  </a:lnTo>
                  <a:lnTo>
                    <a:pt x="3174" y="4442"/>
                  </a:lnTo>
                  <a:lnTo>
                    <a:pt x="3170" y="4444"/>
                  </a:lnTo>
                  <a:lnTo>
                    <a:pt x="3166" y="4442"/>
                  </a:lnTo>
                  <a:lnTo>
                    <a:pt x="3164" y="4442"/>
                  </a:lnTo>
                  <a:lnTo>
                    <a:pt x="3162" y="4442"/>
                  </a:lnTo>
                  <a:lnTo>
                    <a:pt x="3160" y="4444"/>
                  </a:lnTo>
                  <a:lnTo>
                    <a:pt x="3156" y="4446"/>
                  </a:lnTo>
                  <a:lnTo>
                    <a:pt x="3150" y="4448"/>
                  </a:lnTo>
                  <a:lnTo>
                    <a:pt x="3146" y="4452"/>
                  </a:lnTo>
                  <a:lnTo>
                    <a:pt x="3142" y="4458"/>
                  </a:lnTo>
                  <a:lnTo>
                    <a:pt x="3140" y="4462"/>
                  </a:lnTo>
                  <a:lnTo>
                    <a:pt x="3140" y="4472"/>
                  </a:lnTo>
                  <a:lnTo>
                    <a:pt x="3138" y="4478"/>
                  </a:lnTo>
                  <a:lnTo>
                    <a:pt x="3134" y="4488"/>
                  </a:lnTo>
                  <a:lnTo>
                    <a:pt x="3132" y="4492"/>
                  </a:lnTo>
                  <a:lnTo>
                    <a:pt x="3134" y="4496"/>
                  </a:lnTo>
                  <a:lnTo>
                    <a:pt x="3136" y="4500"/>
                  </a:lnTo>
                  <a:lnTo>
                    <a:pt x="3138" y="4504"/>
                  </a:lnTo>
                  <a:lnTo>
                    <a:pt x="3140" y="4504"/>
                  </a:lnTo>
                  <a:lnTo>
                    <a:pt x="3144" y="4500"/>
                  </a:lnTo>
                  <a:lnTo>
                    <a:pt x="3148" y="4488"/>
                  </a:lnTo>
                  <a:lnTo>
                    <a:pt x="3150" y="4480"/>
                  </a:lnTo>
                  <a:lnTo>
                    <a:pt x="3152" y="4478"/>
                  </a:lnTo>
                  <a:lnTo>
                    <a:pt x="3152" y="4476"/>
                  </a:lnTo>
                  <a:lnTo>
                    <a:pt x="3154" y="4474"/>
                  </a:lnTo>
                  <a:lnTo>
                    <a:pt x="3156" y="4472"/>
                  </a:lnTo>
                  <a:lnTo>
                    <a:pt x="3156" y="4470"/>
                  </a:lnTo>
                  <a:lnTo>
                    <a:pt x="3158" y="4466"/>
                  </a:lnTo>
                  <a:lnTo>
                    <a:pt x="3160" y="4462"/>
                  </a:lnTo>
                  <a:lnTo>
                    <a:pt x="3164" y="4460"/>
                  </a:lnTo>
                  <a:lnTo>
                    <a:pt x="3168" y="4462"/>
                  </a:lnTo>
                  <a:lnTo>
                    <a:pt x="3170" y="4466"/>
                  </a:lnTo>
                  <a:lnTo>
                    <a:pt x="3168" y="4472"/>
                  </a:lnTo>
                  <a:lnTo>
                    <a:pt x="3168" y="4474"/>
                  </a:lnTo>
                  <a:lnTo>
                    <a:pt x="3172" y="4474"/>
                  </a:lnTo>
                  <a:lnTo>
                    <a:pt x="3178" y="4472"/>
                  </a:lnTo>
                  <a:lnTo>
                    <a:pt x="3182" y="4466"/>
                  </a:lnTo>
                  <a:lnTo>
                    <a:pt x="3184" y="4462"/>
                  </a:lnTo>
                  <a:lnTo>
                    <a:pt x="3184" y="4466"/>
                  </a:lnTo>
                  <a:lnTo>
                    <a:pt x="3184" y="4472"/>
                  </a:lnTo>
                  <a:lnTo>
                    <a:pt x="3184" y="4474"/>
                  </a:lnTo>
                  <a:lnTo>
                    <a:pt x="3186" y="4476"/>
                  </a:lnTo>
                  <a:lnTo>
                    <a:pt x="3192" y="4478"/>
                  </a:lnTo>
                  <a:lnTo>
                    <a:pt x="3194" y="4480"/>
                  </a:lnTo>
                  <a:lnTo>
                    <a:pt x="3194" y="4476"/>
                  </a:lnTo>
                  <a:lnTo>
                    <a:pt x="3194" y="4470"/>
                  </a:lnTo>
                  <a:lnTo>
                    <a:pt x="3196" y="4466"/>
                  </a:lnTo>
                  <a:lnTo>
                    <a:pt x="3198" y="4464"/>
                  </a:lnTo>
                  <a:lnTo>
                    <a:pt x="3196" y="4462"/>
                  </a:lnTo>
                  <a:lnTo>
                    <a:pt x="3194" y="4460"/>
                  </a:lnTo>
                  <a:lnTo>
                    <a:pt x="3196" y="4458"/>
                  </a:lnTo>
                  <a:lnTo>
                    <a:pt x="3200" y="4458"/>
                  </a:lnTo>
                  <a:lnTo>
                    <a:pt x="3206" y="4460"/>
                  </a:lnTo>
                  <a:lnTo>
                    <a:pt x="3210" y="4464"/>
                  </a:lnTo>
                  <a:lnTo>
                    <a:pt x="3216" y="4466"/>
                  </a:lnTo>
                  <a:lnTo>
                    <a:pt x="3218" y="4468"/>
                  </a:lnTo>
                  <a:lnTo>
                    <a:pt x="3222" y="4472"/>
                  </a:lnTo>
                  <a:lnTo>
                    <a:pt x="3222" y="4476"/>
                  </a:lnTo>
                  <a:lnTo>
                    <a:pt x="3224" y="4478"/>
                  </a:lnTo>
                  <a:lnTo>
                    <a:pt x="3226" y="4478"/>
                  </a:lnTo>
                  <a:lnTo>
                    <a:pt x="3226" y="4482"/>
                  </a:lnTo>
                  <a:lnTo>
                    <a:pt x="3224" y="4486"/>
                  </a:lnTo>
                  <a:lnTo>
                    <a:pt x="3220" y="4492"/>
                  </a:lnTo>
                  <a:lnTo>
                    <a:pt x="3216" y="4500"/>
                  </a:lnTo>
                  <a:lnTo>
                    <a:pt x="3216" y="4502"/>
                  </a:lnTo>
                  <a:lnTo>
                    <a:pt x="3216" y="4506"/>
                  </a:lnTo>
                  <a:lnTo>
                    <a:pt x="3218" y="4520"/>
                  </a:lnTo>
                  <a:lnTo>
                    <a:pt x="3220" y="4526"/>
                  </a:lnTo>
                  <a:lnTo>
                    <a:pt x="3222" y="4532"/>
                  </a:lnTo>
                  <a:lnTo>
                    <a:pt x="3224" y="4534"/>
                  </a:lnTo>
                  <a:lnTo>
                    <a:pt x="3224" y="4536"/>
                  </a:lnTo>
                  <a:lnTo>
                    <a:pt x="3226" y="4538"/>
                  </a:lnTo>
                  <a:lnTo>
                    <a:pt x="3234" y="4544"/>
                  </a:lnTo>
                  <a:lnTo>
                    <a:pt x="3252" y="4552"/>
                  </a:lnTo>
                  <a:lnTo>
                    <a:pt x="3256" y="4554"/>
                  </a:lnTo>
                  <a:lnTo>
                    <a:pt x="3260" y="4548"/>
                  </a:lnTo>
                  <a:lnTo>
                    <a:pt x="3264" y="4542"/>
                  </a:lnTo>
                  <a:lnTo>
                    <a:pt x="3266" y="4542"/>
                  </a:lnTo>
                  <a:lnTo>
                    <a:pt x="3268" y="4544"/>
                  </a:lnTo>
                  <a:lnTo>
                    <a:pt x="3266" y="4550"/>
                  </a:lnTo>
                  <a:lnTo>
                    <a:pt x="3266" y="4556"/>
                  </a:lnTo>
                  <a:lnTo>
                    <a:pt x="3268" y="4564"/>
                  </a:lnTo>
                  <a:lnTo>
                    <a:pt x="3270" y="4566"/>
                  </a:lnTo>
                  <a:lnTo>
                    <a:pt x="3272" y="4568"/>
                  </a:lnTo>
                  <a:lnTo>
                    <a:pt x="3274" y="4566"/>
                  </a:lnTo>
                  <a:lnTo>
                    <a:pt x="3278" y="4564"/>
                  </a:lnTo>
                  <a:lnTo>
                    <a:pt x="3282" y="4554"/>
                  </a:lnTo>
                  <a:lnTo>
                    <a:pt x="3284" y="4546"/>
                  </a:lnTo>
                  <a:lnTo>
                    <a:pt x="3286" y="4540"/>
                  </a:lnTo>
                  <a:lnTo>
                    <a:pt x="3284" y="4534"/>
                  </a:lnTo>
                  <a:lnTo>
                    <a:pt x="3280" y="4524"/>
                  </a:lnTo>
                  <a:lnTo>
                    <a:pt x="3278" y="4520"/>
                  </a:lnTo>
                  <a:lnTo>
                    <a:pt x="3276" y="4518"/>
                  </a:lnTo>
                  <a:lnTo>
                    <a:pt x="3274" y="4516"/>
                  </a:lnTo>
                  <a:lnTo>
                    <a:pt x="3274" y="4514"/>
                  </a:lnTo>
                  <a:lnTo>
                    <a:pt x="3274" y="4508"/>
                  </a:lnTo>
                  <a:lnTo>
                    <a:pt x="3276" y="4500"/>
                  </a:lnTo>
                  <a:lnTo>
                    <a:pt x="3280" y="4496"/>
                  </a:lnTo>
                  <a:lnTo>
                    <a:pt x="3284" y="4494"/>
                  </a:lnTo>
                  <a:lnTo>
                    <a:pt x="3284" y="4490"/>
                  </a:lnTo>
                  <a:lnTo>
                    <a:pt x="3284" y="4486"/>
                  </a:lnTo>
                  <a:lnTo>
                    <a:pt x="3288" y="4484"/>
                  </a:lnTo>
                  <a:lnTo>
                    <a:pt x="3290" y="4482"/>
                  </a:lnTo>
                  <a:lnTo>
                    <a:pt x="3292" y="4482"/>
                  </a:lnTo>
                  <a:lnTo>
                    <a:pt x="3292" y="4490"/>
                  </a:lnTo>
                  <a:lnTo>
                    <a:pt x="3294" y="4498"/>
                  </a:lnTo>
                  <a:lnTo>
                    <a:pt x="3296" y="4502"/>
                  </a:lnTo>
                  <a:lnTo>
                    <a:pt x="3300" y="4506"/>
                  </a:lnTo>
                  <a:lnTo>
                    <a:pt x="3302" y="4510"/>
                  </a:lnTo>
                  <a:lnTo>
                    <a:pt x="3300" y="4512"/>
                  </a:lnTo>
                  <a:lnTo>
                    <a:pt x="3300" y="4518"/>
                  </a:lnTo>
                  <a:lnTo>
                    <a:pt x="3302" y="4528"/>
                  </a:lnTo>
                  <a:lnTo>
                    <a:pt x="3304" y="4530"/>
                  </a:lnTo>
                  <a:lnTo>
                    <a:pt x="3306" y="4530"/>
                  </a:lnTo>
                  <a:lnTo>
                    <a:pt x="3306" y="4526"/>
                  </a:lnTo>
                  <a:lnTo>
                    <a:pt x="3308" y="4518"/>
                  </a:lnTo>
                  <a:lnTo>
                    <a:pt x="3306" y="4508"/>
                  </a:lnTo>
                  <a:lnTo>
                    <a:pt x="3304" y="4502"/>
                  </a:lnTo>
                  <a:lnTo>
                    <a:pt x="3308" y="4504"/>
                  </a:lnTo>
                  <a:lnTo>
                    <a:pt x="3310" y="4506"/>
                  </a:lnTo>
                  <a:lnTo>
                    <a:pt x="3312" y="4506"/>
                  </a:lnTo>
                  <a:lnTo>
                    <a:pt x="3310" y="4504"/>
                  </a:lnTo>
                  <a:lnTo>
                    <a:pt x="3310" y="4500"/>
                  </a:lnTo>
                  <a:lnTo>
                    <a:pt x="3312" y="4498"/>
                  </a:lnTo>
                  <a:lnTo>
                    <a:pt x="3316" y="4498"/>
                  </a:lnTo>
                  <a:lnTo>
                    <a:pt x="3320" y="4492"/>
                  </a:lnTo>
                  <a:lnTo>
                    <a:pt x="3322" y="4488"/>
                  </a:lnTo>
                  <a:lnTo>
                    <a:pt x="3322" y="4482"/>
                  </a:lnTo>
                  <a:lnTo>
                    <a:pt x="3320" y="4468"/>
                  </a:lnTo>
                  <a:lnTo>
                    <a:pt x="3320" y="4464"/>
                  </a:lnTo>
                  <a:lnTo>
                    <a:pt x="3318" y="4462"/>
                  </a:lnTo>
                  <a:lnTo>
                    <a:pt x="3316" y="4460"/>
                  </a:lnTo>
                  <a:lnTo>
                    <a:pt x="3314" y="4458"/>
                  </a:lnTo>
                  <a:lnTo>
                    <a:pt x="3314" y="4452"/>
                  </a:lnTo>
                  <a:lnTo>
                    <a:pt x="3316" y="4446"/>
                  </a:lnTo>
                  <a:lnTo>
                    <a:pt x="3316" y="4442"/>
                  </a:lnTo>
                  <a:lnTo>
                    <a:pt x="3314" y="4438"/>
                  </a:lnTo>
                  <a:lnTo>
                    <a:pt x="3314" y="4432"/>
                  </a:lnTo>
                  <a:lnTo>
                    <a:pt x="3314" y="4428"/>
                  </a:lnTo>
                  <a:lnTo>
                    <a:pt x="3312" y="4424"/>
                  </a:lnTo>
                  <a:lnTo>
                    <a:pt x="3310" y="4424"/>
                  </a:lnTo>
                  <a:lnTo>
                    <a:pt x="3308" y="4424"/>
                  </a:lnTo>
                  <a:lnTo>
                    <a:pt x="3304" y="4424"/>
                  </a:lnTo>
                  <a:lnTo>
                    <a:pt x="3302" y="4422"/>
                  </a:lnTo>
                  <a:lnTo>
                    <a:pt x="3302" y="4420"/>
                  </a:lnTo>
                  <a:lnTo>
                    <a:pt x="3304" y="4418"/>
                  </a:lnTo>
                  <a:lnTo>
                    <a:pt x="3308" y="4416"/>
                  </a:lnTo>
                  <a:lnTo>
                    <a:pt x="3310" y="4412"/>
                  </a:lnTo>
                  <a:lnTo>
                    <a:pt x="3312" y="4406"/>
                  </a:lnTo>
                  <a:lnTo>
                    <a:pt x="3308" y="4400"/>
                  </a:lnTo>
                  <a:lnTo>
                    <a:pt x="3306" y="4396"/>
                  </a:lnTo>
                  <a:lnTo>
                    <a:pt x="3306" y="4390"/>
                  </a:lnTo>
                  <a:lnTo>
                    <a:pt x="3306" y="4386"/>
                  </a:lnTo>
                  <a:lnTo>
                    <a:pt x="3302" y="4388"/>
                  </a:lnTo>
                  <a:lnTo>
                    <a:pt x="3300" y="4388"/>
                  </a:lnTo>
                  <a:lnTo>
                    <a:pt x="3298" y="4384"/>
                  </a:lnTo>
                  <a:lnTo>
                    <a:pt x="3296" y="4380"/>
                  </a:lnTo>
                  <a:lnTo>
                    <a:pt x="3292" y="4376"/>
                  </a:lnTo>
                  <a:lnTo>
                    <a:pt x="3288" y="4374"/>
                  </a:lnTo>
                  <a:lnTo>
                    <a:pt x="3284" y="4372"/>
                  </a:lnTo>
                  <a:lnTo>
                    <a:pt x="3282" y="4368"/>
                  </a:lnTo>
                  <a:lnTo>
                    <a:pt x="3282" y="4366"/>
                  </a:lnTo>
                  <a:lnTo>
                    <a:pt x="3278" y="4364"/>
                  </a:lnTo>
                  <a:close/>
                  <a:moveTo>
                    <a:pt x="3136" y="4268"/>
                  </a:moveTo>
                  <a:lnTo>
                    <a:pt x="3136" y="4268"/>
                  </a:lnTo>
                  <a:lnTo>
                    <a:pt x="3138" y="4270"/>
                  </a:lnTo>
                  <a:lnTo>
                    <a:pt x="3140" y="4272"/>
                  </a:lnTo>
                  <a:lnTo>
                    <a:pt x="3140" y="4278"/>
                  </a:lnTo>
                  <a:lnTo>
                    <a:pt x="3138" y="4286"/>
                  </a:lnTo>
                  <a:lnTo>
                    <a:pt x="3138" y="4296"/>
                  </a:lnTo>
                  <a:lnTo>
                    <a:pt x="3140" y="4302"/>
                  </a:lnTo>
                  <a:lnTo>
                    <a:pt x="3136" y="4306"/>
                  </a:lnTo>
                  <a:lnTo>
                    <a:pt x="3134" y="4312"/>
                  </a:lnTo>
                  <a:lnTo>
                    <a:pt x="3134" y="4324"/>
                  </a:lnTo>
                  <a:lnTo>
                    <a:pt x="3134" y="4328"/>
                  </a:lnTo>
                  <a:lnTo>
                    <a:pt x="3136" y="4330"/>
                  </a:lnTo>
                  <a:lnTo>
                    <a:pt x="3138" y="4330"/>
                  </a:lnTo>
                  <a:lnTo>
                    <a:pt x="3140" y="4328"/>
                  </a:lnTo>
                  <a:lnTo>
                    <a:pt x="3146" y="4324"/>
                  </a:lnTo>
                  <a:lnTo>
                    <a:pt x="3148" y="4320"/>
                  </a:lnTo>
                  <a:lnTo>
                    <a:pt x="3152" y="4320"/>
                  </a:lnTo>
                  <a:lnTo>
                    <a:pt x="3158" y="4318"/>
                  </a:lnTo>
                  <a:lnTo>
                    <a:pt x="3166" y="4312"/>
                  </a:lnTo>
                  <a:lnTo>
                    <a:pt x="3178" y="4298"/>
                  </a:lnTo>
                  <a:lnTo>
                    <a:pt x="3182" y="4296"/>
                  </a:lnTo>
                  <a:lnTo>
                    <a:pt x="3182" y="4292"/>
                  </a:lnTo>
                  <a:lnTo>
                    <a:pt x="3184" y="4282"/>
                  </a:lnTo>
                  <a:lnTo>
                    <a:pt x="3182" y="4276"/>
                  </a:lnTo>
                  <a:lnTo>
                    <a:pt x="3180" y="4276"/>
                  </a:lnTo>
                  <a:lnTo>
                    <a:pt x="3178" y="4276"/>
                  </a:lnTo>
                  <a:lnTo>
                    <a:pt x="3176" y="4278"/>
                  </a:lnTo>
                  <a:lnTo>
                    <a:pt x="3172" y="4276"/>
                  </a:lnTo>
                  <a:lnTo>
                    <a:pt x="3168" y="4274"/>
                  </a:lnTo>
                  <a:lnTo>
                    <a:pt x="3166" y="4274"/>
                  </a:lnTo>
                  <a:lnTo>
                    <a:pt x="3164" y="4274"/>
                  </a:lnTo>
                  <a:lnTo>
                    <a:pt x="3162" y="4276"/>
                  </a:lnTo>
                  <a:lnTo>
                    <a:pt x="3160" y="4274"/>
                  </a:lnTo>
                  <a:lnTo>
                    <a:pt x="3154" y="4270"/>
                  </a:lnTo>
                  <a:lnTo>
                    <a:pt x="3146" y="4264"/>
                  </a:lnTo>
                  <a:lnTo>
                    <a:pt x="3138" y="4258"/>
                  </a:lnTo>
                  <a:lnTo>
                    <a:pt x="3132" y="4258"/>
                  </a:lnTo>
                  <a:lnTo>
                    <a:pt x="3130" y="4260"/>
                  </a:lnTo>
                  <a:lnTo>
                    <a:pt x="3130" y="4264"/>
                  </a:lnTo>
                  <a:lnTo>
                    <a:pt x="3136" y="4268"/>
                  </a:lnTo>
                  <a:close/>
                  <a:moveTo>
                    <a:pt x="3270" y="4928"/>
                  </a:moveTo>
                  <a:lnTo>
                    <a:pt x="3270" y="4928"/>
                  </a:lnTo>
                  <a:lnTo>
                    <a:pt x="3268" y="4926"/>
                  </a:lnTo>
                  <a:lnTo>
                    <a:pt x="3264" y="4924"/>
                  </a:lnTo>
                  <a:lnTo>
                    <a:pt x="3250" y="4920"/>
                  </a:lnTo>
                  <a:lnTo>
                    <a:pt x="3244" y="4920"/>
                  </a:lnTo>
                  <a:lnTo>
                    <a:pt x="3238" y="4920"/>
                  </a:lnTo>
                  <a:lnTo>
                    <a:pt x="3232" y="4924"/>
                  </a:lnTo>
                  <a:lnTo>
                    <a:pt x="3230" y="4930"/>
                  </a:lnTo>
                  <a:lnTo>
                    <a:pt x="3232" y="4934"/>
                  </a:lnTo>
                  <a:lnTo>
                    <a:pt x="3236" y="4936"/>
                  </a:lnTo>
                  <a:lnTo>
                    <a:pt x="3242" y="4936"/>
                  </a:lnTo>
                  <a:lnTo>
                    <a:pt x="3250" y="4936"/>
                  </a:lnTo>
                  <a:lnTo>
                    <a:pt x="3264" y="4934"/>
                  </a:lnTo>
                  <a:lnTo>
                    <a:pt x="3268" y="4932"/>
                  </a:lnTo>
                  <a:lnTo>
                    <a:pt x="3270" y="4928"/>
                  </a:lnTo>
                  <a:close/>
                  <a:moveTo>
                    <a:pt x="3148" y="4520"/>
                  </a:moveTo>
                  <a:lnTo>
                    <a:pt x="3148" y="4520"/>
                  </a:lnTo>
                  <a:lnTo>
                    <a:pt x="3146" y="4516"/>
                  </a:lnTo>
                  <a:lnTo>
                    <a:pt x="3138" y="4512"/>
                  </a:lnTo>
                  <a:lnTo>
                    <a:pt x="3136" y="4512"/>
                  </a:lnTo>
                  <a:lnTo>
                    <a:pt x="3132" y="4512"/>
                  </a:lnTo>
                  <a:lnTo>
                    <a:pt x="3130" y="4516"/>
                  </a:lnTo>
                  <a:lnTo>
                    <a:pt x="3130" y="4520"/>
                  </a:lnTo>
                  <a:lnTo>
                    <a:pt x="3130" y="4524"/>
                  </a:lnTo>
                  <a:lnTo>
                    <a:pt x="3132" y="4526"/>
                  </a:lnTo>
                  <a:lnTo>
                    <a:pt x="3136" y="4528"/>
                  </a:lnTo>
                  <a:lnTo>
                    <a:pt x="3140" y="4526"/>
                  </a:lnTo>
                  <a:lnTo>
                    <a:pt x="3146" y="4524"/>
                  </a:lnTo>
                  <a:lnTo>
                    <a:pt x="3148" y="4520"/>
                  </a:lnTo>
                  <a:close/>
                  <a:moveTo>
                    <a:pt x="3204" y="4288"/>
                  </a:moveTo>
                  <a:lnTo>
                    <a:pt x="3204" y="4288"/>
                  </a:lnTo>
                  <a:lnTo>
                    <a:pt x="3204" y="4290"/>
                  </a:lnTo>
                  <a:lnTo>
                    <a:pt x="3204" y="4294"/>
                  </a:lnTo>
                  <a:lnTo>
                    <a:pt x="3206" y="4296"/>
                  </a:lnTo>
                  <a:lnTo>
                    <a:pt x="3208" y="4296"/>
                  </a:lnTo>
                  <a:lnTo>
                    <a:pt x="3208" y="4294"/>
                  </a:lnTo>
                  <a:lnTo>
                    <a:pt x="3208" y="4292"/>
                  </a:lnTo>
                  <a:lnTo>
                    <a:pt x="3206" y="4288"/>
                  </a:lnTo>
                  <a:lnTo>
                    <a:pt x="3204" y="4288"/>
                  </a:lnTo>
                  <a:close/>
                  <a:moveTo>
                    <a:pt x="3186" y="4210"/>
                  </a:moveTo>
                  <a:lnTo>
                    <a:pt x="3186" y="4210"/>
                  </a:lnTo>
                  <a:lnTo>
                    <a:pt x="3184" y="4208"/>
                  </a:lnTo>
                  <a:lnTo>
                    <a:pt x="3182" y="4204"/>
                  </a:lnTo>
                  <a:lnTo>
                    <a:pt x="3178" y="4200"/>
                  </a:lnTo>
                  <a:lnTo>
                    <a:pt x="3174" y="4198"/>
                  </a:lnTo>
                  <a:lnTo>
                    <a:pt x="3174" y="4200"/>
                  </a:lnTo>
                  <a:lnTo>
                    <a:pt x="3174" y="4202"/>
                  </a:lnTo>
                  <a:lnTo>
                    <a:pt x="3178" y="4206"/>
                  </a:lnTo>
                  <a:lnTo>
                    <a:pt x="3180" y="4212"/>
                  </a:lnTo>
                  <a:lnTo>
                    <a:pt x="3184" y="4214"/>
                  </a:lnTo>
                  <a:lnTo>
                    <a:pt x="3190" y="4220"/>
                  </a:lnTo>
                  <a:lnTo>
                    <a:pt x="3192" y="4220"/>
                  </a:lnTo>
                  <a:lnTo>
                    <a:pt x="3190" y="4216"/>
                  </a:lnTo>
                  <a:lnTo>
                    <a:pt x="3188" y="4212"/>
                  </a:lnTo>
                  <a:lnTo>
                    <a:pt x="3186" y="4210"/>
                  </a:lnTo>
                  <a:close/>
                  <a:moveTo>
                    <a:pt x="3250" y="5238"/>
                  </a:moveTo>
                  <a:lnTo>
                    <a:pt x="3250" y="5238"/>
                  </a:lnTo>
                  <a:lnTo>
                    <a:pt x="3240" y="5236"/>
                  </a:lnTo>
                  <a:lnTo>
                    <a:pt x="3236" y="5234"/>
                  </a:lnTo>
                  <a:lnTo>
                    <a:pt x="3234" y="5234"/>
                  </a:lnTo>
                  <a:lnTo>
                    <a:pt x="3232" y="5242"/>
                  </a:lnTo>
                  <a:lnTo>
                    <a:pt x="3230" y="5250"/>
                  </a:lnTo>
                  <a:lnTo>
                    <a:pt x="3232" y="5250"/>
                  </a:lnTo>
                  <a:lnTo>
                    <a:pt x="3234" y="5250"/>
                  </a:lnTo>
                  <a:lnTo>
                    <a:pt x="3244" y="5248"/>
                  </a:lnTo>
                  <a:lnTo>
                    <a:pt x="3256" y="5248"/>
                  </a:lnTo>
                  <a:lnTo>
                    <a:pt x="3260" y="5246"/>
                  </a:lnTo>
                  <a:lnTo>
                    <a:pt x="3262" y="5246"/>
                  </a:lnTo>
                  <a:lnTo>
                    <a:pt x="3264" y="5244"/>
                  </a:lnTo>
                  <a:lnTo>
                    <a:pt x="3262" y="5242"/>
                  </a:lnTo>
                  <a:lnTo>
                    <a:pt x="3258" y="5238"/>
                  </a:lnTo>
                  <a:lnTo>
                    <a:pt x="3254" y="5236"/>
                  </a:lnTo>
                  <a:lnTo>
                    <a:pt x="3250" y="5238"/>
                  </a:lnTo>
                  <a:close/>
                  <a:moveTo>
                    <a:pt x="3160" y="4332"/>
                  </a:moveTo>
                  <a:lnTo>
                    <a:pt x="3160" y="4332"/>
                  </a:lnTo>
                  <a:lnTo>
                    <a:pt x="3162" y="4332"/>
                  </a:lnTo>
                  <a:lnTo>
                    <a:pt x="3166" y="4328"/>
                  </a:lnTo>
                  <a:lnTo>
                    <a:pt x="3168" y="4322"/>
                  </a:lnTo>
                  <a:lnTo>
                    <a:pt x="3166" y="4318"/>
                  </a:lnTo>
                  <a:lnTo>
                    <a:pt x="3164" y="4318"/>
                  </a:lnTo>
                  <a:lnTo>
                    <a:pt x="3162" y="4320"/>
                  </a:lnTo>
                  <a:lnTo>
                    <a:pt x="3160" y="4322"/>
                  </a:lnTo>
                  <a:lnTo>
                    <a:pt x="3160" y="4326"/>
                  </a:lnTo>
                  <a:lnTo>
                    <a:pt x="3160" y="4328"/>
                  </a:lnTo>
                  <a:lnTo>
                    <a:pt x="3158" y="4328"/>
                  </a:lnTo>
                  <a:lnTo>
                    <a:pt x="3158" y="4330"/>
                  </a:lnTo>
                  <a:lnTo>
                    <a:pt x="3160" y="4332"/>
                  </a:lnTo>
                  <a:close/>
                  <a:moveTo>
                    <a:pt x="3190" y="5244"/>
                  </a:moveTo>
                  <a:lnTo>
                    <a:pt x="3190" y="5244"/>
                  </a:lnTo>
                  <a:lnTo>
                    <a:pt x="3188" y="5242"/>
                  </a:lnTo>
                  <a:lnTo>
                    <a:pt x="3186" y="5240"/>
                  </a:lnTo>
                  <a:lnTo>
                    <a:pt x="3182" y="5242"/>
                  </a:lnTo>
                  <a:lnTo>
                    <a:pt x="3178" y="5244"/>
                  </a:lnTo>
                  <a:lnTo>
                    <a:pt x="3176" y="5248"/>
                  </a:lnTo>
                  <a:lnTo>
                    <a:pt x="3178" y="5248"/>
                  </a:lnTo>
                  <a:lnTo>
                    <a:pt x="3184" y="5248"/>
                  </a:lnTo>
                  <a:lnTo>
                    <a:pt x="3188" y="5248"/>
                  </a:lnTo>
                  <a:lnTo>
                    <a:pt x="3190" y="5244"/>
                  </a:lnTo>
                  <a:close/>
                  <a:moveTo>
                    <a:pt x="3176" y="5252"/>
                  </a:moveTo>
                  <a:lnTo>
                    <a:pt x="3176" y="5252"/>
                  </a:lnTo>
                  <a:lnTo>
                    <a:pt x="3172" y="5254"/>
                  </a:lnTo>
                  <a:lnTo>
                    <a:pt x="3172" y="5256"/>
                  </a:lnTo>
                  <a:lnTo>
                    <a:pt x="3176" y="5258"/>
                  </a:lnTo>
                  <a:lnTo>
                    <a:pt x="3180" y="5254"/>
                  </a:lnTo>
                  <a:lnTo>
                    <a:pt x="3182" y="5252"/>
                  </a:lnTo>
                  <a:lnTo>
                    <a:pt x="3182" y="5250"/>
                  </a:lnTo>
                  <a:lnTo>
                    <a:pt x="3176" y="5252"/>
                  </a:lnTo>
                  <a:close/>
                  <a:moveTo>
                    <a:pt x="3224" y="5242"/>
                  </a:moveTo>
                  <a:lnTo>
                    <a:pt x="3224" y="5242"/>
                  </a:lnTo>
                  <a:lnTo>
                    <a:pt x="3220" y="5246"/>
                  </a:lnTo>
                  <a:lnTo>
                    <a:pt x="3218" y="5246"/>
                  </a:lnTo>
                  <a:lnTo>
                    <a:pt x="3216" y="5244"/>
                  </a:lnTo>
                  <a:lnTo>
                    <a:pt x="3214" y="5248"/>
                  </a:lnTo>
                  <a:lnTo>
                    <a:pt x="3214" y="5250"/>
                  </a:lnTo>
                  <a:lnTo>
                    <a:pt x="3216" y="5254"/>
                  </a:lnTo>
                  <a:lnTo>
                    <a:pt x="3220" y="5256"/>
                  </a:lnTo>
                  <a:lnTo>
                    <a:pt x="3222" y="5254"/>
                  </a:lnTo>
                  <a:lnTo>
                    <a:pt x="3224" y="5252"/>
                  </a:lnTo>
                  <a:lnTo>
                    <a:pt x="3228" y="5246"/>
                  </a:lnTo>
                  <a:lnTo>
                    <a:pt x="3228" y="5240"/>
                  </a:lnTo>
                  <a:lnTo>
                    <a:pt x="3228" y="5238"/>
                  </a:lnTo>
                  <a:lnTo>
                    <a:pt x="3226" y="5238"/>
                  </a:lnTo>
                  <a:lnTo>
                    <a:pt x="3224" y="5242"/>
                  </a:lnTo>
                  <a:close/>
                  <a:moveTo>
                    <a:pt x="3202" y="5252"/>
                  </a:moveTo>
                  <a:lnTo>
                    <a:pt x="3202" y="5252"/>
                  </a:lnTo>
                  <a:lnTo>
                    <a:pt x="3204" y="5250"/>
                  </a:lnTo>
                  <a:lnTo>
                    <a:pt x="3206" y="5248"/>
                  </a:lnTo>
                  <a:lnTo>
                    <a:pt x="3206" y="5246"/>
                  </a:lnTo>
                  <a:lnTo>
                    <a:pt x="3210" y="5244"/>
                  </a:lnTo>
                  <a:lnTo>
                    <a:pt x="3212" y="5240"/>
                  </a:lnTo>
                  <a:lnTo>
                    <a:pt x="3208" y="5240"/>
                  </a:lnTo>
                  <a:lnTo>
                    <a:pt x="3198" y="5240"/>
                  </a:lnTo>
                  <a:lnTo>
                    <a:pt x="3194" y="5242"/>
                  </a:lnTo>
                  <a:lnTo>
                    <a:pt x="3194" y="5246"/>
                  </a:lnTo>
                  <a:lnTo>
                    <a:pt x="3194" y="5248"/>
                  </a:lnTo>
                  <a:lnTo>
                    <a:pt x="3188" y="5254"/>
                  </a:lnTo>
                  <a:lnTo>
                    <a:pt x="3184" y="5256"/>
                  </a:lnTo>
                  <a:lnTo>
                    <a:pt x="3186" y="5256"/>
                  </a:lnTo>
                  <a:lnTo>
                    <a:pt x="3196" y="5258"/>
                  </a:lnTo>
                  <a:lnTo>
                    <a:pt x="3200" y="5256"/>
                  </a:lnTo>
                  <a:lnTo>
                    <a:pt x="3200" y="5254"/>
                  </a:lnTo>
                  <a:lnTo>
                    <a:pt x="3202" y="5252"/>
                  </a:lnTo>
                  <a:close/>
                  <a:moveTo>
                    <a:pt x="3244" y="4390"/>
                  </a:moveTo>
                  <a:lnTo>
                    <a:pt x="3244" y="4390"/>
                  </a:lnTo>
                  <a:lnTo>
                    <a:pt x="3242" y="4392"/>
                  </a:lnTo>
                  <a:lnTo>
                    <a:pt x="3242" y="4394"/>
                  </a:lnTo>
                  <a:lnTo>
                    <a:pt x="3246" y="4396"/>
                  </a:lnTo>
                  <a:lnTo>
                    <a:pt x="3250" y="4396"/>
                  </a:lnTo>
                  <a:lnTo>
                    <a:pt x="3252" y="4394"/>
                  </a:lnTo>
                  <a:lnTo>
                    <a:pt x="3250" y="4392"/>
                  </a:lnTo>
                  <a:lnTo>
                    <a:pt x="3246" y="4390"/>
                  </a:lnTo>
                  <a:lnTo>
                    <a:pt x="3244" y="4390"/>
                  </a:lnTo>
                  <a:close/>
                  <a:moveTo>
                    <a:pt x="3228" y="4278"/>
                  </a:moveTo>
                  <a:lnTo>
                    <a:pt x="3228" y="4278"/>
                  </a:lnTo>
                  <a:lnTo>
                    <a:pt x="3228" y="4280"/>
                  </a:lnTo>
                  <a:lnTo>
                    <a:pt x="3230" y="4284"/>
                  </a:lnTo>
                  <a:lnTo>
                    <a:pt x="3234" y="4290"/>
                  </a:lnTo>
                  <a:lnTo>
                    <a:pt x="3234" y="4294"/>
                  </a:lnTo>
                  <a:lnTo>
                    <a:pt x="3232" y="4298"/>
                  </a:lnTo>
                  <a:lnTo>
                    <a:pt x="3234" y="4300"/>
                  </a:lnTo>
                  <a:lnTo>
                    <a:pt x="3234" y="4302"/>
                  </a:lnTo>
                  <a:lnTo>
                    <a:pt x="3232" y="4304"/>
                  </a:lnTo>
                  <a:lnTo>
                    <a:pt x="3232" y="4306"/>
                  </a:lnTo>
                  <a:lnTo>
                    <a:pt x="3234" y="4308"/>
                  </a:lnTo>
                  <a:lnTo>
                    <a:pt x="3238" y="4308"/>
                  </a:lnTo>
                  <a:lnTo>
                    <a:pt x="3240" y="4306"/>
                  </a:lnTo>
                  <a:lnTo>
                    <a:pt x="3240" y="4304"/>
                  </a:lnTo>
                  <a:lnTo>
                    <a:pt x="3242" y="4304"/>
                  </a:lnTo>
                  <a:lnTo>
                    <a:pt x="3246" y="4308"/>
                  </a:lnTo>
                  <a:lnTo>
                    <a:pt x="3248" y="4314"/>
                  </a:lnTo>
                  <a:lnTo>
                    <a:pt x="3248" y="4318"/>
                  </a:lnTo>
                  <a:lnTo>
                    <a:pt x="3248" y="4322"/>
                  </a:lnTo>
                  <a:lnTo>
                    <a:pt x="3246" y="4328"/>
                  </a:lnTo>
                  <a:lnTo>
                    <a:pt x="3248" y="4332"/>
                  </a:lnTo>
                  <a:lnTo>
                    <a:pt x="3248" y="4334"/>
                  </a:lnTo>
                  <a:lnTo>
                    <a:pt x="3248" y="4338"/>
                  </a:lnTo>
                  <a:lnTo>
                    <a:pt x="3246" y="4342"/>
                  </a:lnTo>
                  <a:lnTo>
                    <a:pt x="3248" y="4344"/>
                  </a:lnTo>
                  <a:lnTo>
                    <a:pt x="3256" y="4348"/>
                  </a:lnTo>
                  <a:lnTo>
                    <a:pt x="3258" y="4350"/>
                  </a:lnTo>
                  <a:lnTo>
                    <a:pt x="3258" y="4344"/>
                  </a:lnTo>
                  <a:lnTo>
                    <a:pt x="3256" y="4338"/>
                  </a:lnTo>
                  <a:lnTo>
                    <a:pt x="3256" y="4336"/>
                  </a:lnTo>
                  <a:lnTo>
                    <a:pt x="3256" y="4334"/>
                  </a:lnTo>
                  <a:lnTo>
                    <a:pt x="3258" y="4336"/>
                  </a:lnTo>
                  <a:lnTo>
                    <a:pt x="3260" y="4342"/>
                  </a:lnTo>
                  <a:lnTo>
                    <a:pt x="3262" y="4348"/>
                  </a:lnTo>
                  <a:lnTo>
                    <a:pt x="3266" y="4354"/>
                  </a:lnTo>
                  <a:lnTo>
                    <a:pt x="3270" y="4356"/>
                  </a:lnTo>
                  <a:lnTo>
                    <a:pt x="3270" y="4354"/>
                  </a:lnTo>
                  <a:lnTo>
                    <a:pt x="3266" y="4344"/>
                  </a:lnTo>
                  <a:lnTo>
                    <a:pt x="3264" y="4342"/>
                  </a:lnTo>
                  <a:lnTo>
                    <a:pt x="3266" y="4342"/>
                  </a:lnTo>
                  <a:lnTo>
                    <a:pt x="3268" y="4340"/>
                  </a:lnTo>
                  <a:lnTo>
                    <a:pt x="3270" y="4338"/>
                  </a:lnTo>
                  <a:lnTo>
                    <a:pt x="3268" y="4332"/>
                  </a:lnTo>
                  <a:lnTo>
                    <a:pt x="3266" y="4330"/>
                  </a:lnTo>
                  <a:lnTo>
                    <a:pt x="3266" y="4326"/>
                  </a:lnTo>
                  <a:lnTo>
                    <a:pt x="3264" y="4322"/>
                  </a:lnTo>
                  <a:lnTo>
                    <a:pt x="3260" y="4318"/>
                  </a:lnTo>
                  <a:lnTo>
                    <a:pt x="3260" y="4316"/>
                  </a:lnTo>
                  <a:lnTo>
                    <a:pt x="3258" y="4312"/>
                  </a:lnTo>
                  <a:lnTo>
                    <a:pt x="3258" y="4304"/>
                  </a:lnTo>
                  <a:lnTo>
                    <a:pt x="3258" y="4296"/>
                  </a:lnTo>
                  <a:lnTo>
                    <a:pt x="3258" y="4294"/>
                  </a:lnTo>
                  <a:lnTo>
                    <a:pt x="3256" y="4292"/>
                  </a:lnTo>
                  <a:lnTo>
                    <a:pt x="3254" y="4290"/>
                  </a:lnTo>
                  <a:lnTo>
                    <a:pt x="3256" y="4288"/>
                  </a:lnTo>
                  <a:lnTo>
                    <a:pt x="3256" y="4284"/>
                  </a:lnTo>
                  <a:lnTo>
                    <a:pt x="3252" y="4284"/>
                  </a:lnTo>
                  <a:lnTo>
                    <a:pt x="3248" y="4284"/>
                  </a:lnTo>
                  <a:lnTo>
                    <a:pt x="3246" y="4286"/>
                  </a:lnTo>
                  <a:lnTo>
                    <a:pt x="3244" y="4288"/>
                  </a:lnTo>
                  <a:lnTo>
                    <a:pt x="3240" y="4286"/>
                  </a:lnTo>
                  <a:lnTo>
                    <a:pt x="3234" y="4280"/>
                  </a:lnTo>
                  <a:lnTo>
                    <a:pt x="3230" y="4278"/>
                  </a:lnTo>
                  <a:lnTo>
                    <a:pt x="3228" y="4278"/>
                  </a:lnTo>
                  <a:close/>
                  <a:moveTo>
                    <a:pt x="3292" y="3100"/>
                  </a:moveTo>
                  <a:lnTo>
                    <a:pt x="3292" y="3100"/>
                  </a:lnTo>
                  <a:lnTo>
                    <a:pt x="3294" y="3100"/>
                  </a:lnTo>
                  <a:lnTo>
                    <a:pt x="3296" y="3094"/>
                  </a:lnTo>
                  <a:lnTo>
                    <a:pt x="3296" y="3092"/>
                  </a:lnTo>
                  <a:lnTo>
                    <a:pt x="3294" y="3094"/>
                  </a:lnTo>
                  <a:lnTo>
                    <a:pt x="3292" y="3096"/>
                  </a:lnTo>
                  <a:lnTo>
                    <a:pt x="3292" y="3100"/>
                  </a:lnTo>
                  <a:close/>
                  <a:moveTo>
                    <a:pt x="3208" y="4238"/>
                  </a:moveTo>
                  <a:lnTo>
                    <a:pt x="3208" y="4238"/>
                  </a:lnTo>
                  <a:lnTo>
                    <a:pt x="3210" y="4234"/>
                  </a:lnTo>
                  <a:lnTo>
                    <a:pt x="3208" y="4228"/>
                  </a:lnTo>
                  <a:lnTo>
                    <a:pt x="3204" y="4224"/>
                  </a:lnTo>
                  <a:lnTo>
                    <a:pt x="3202" y="4222"/>
                  </a:lnTo>
                  <a:lnTo>
                    <a:pt x="3200" y="4222"/>
                  </a:lnTo>
                  <a:lnTo>
                    <a:pt x="3200" y="4224"/>
                  </a:lnTo>
                  <a:lnTo>
                    <a:pt x="3204" y="4230"/>
                  </a:lnTo>
                  <a:lnTo>
                    <a:pt x="3208" y="4238"/>
                  </a:lnTo>
                  <a:close/>
                  <a:moveTo>
                    <a:pt x="3164" y="4238"/>
                  </a:moveTo>
                  <a:lnTo>
                    <a:pt x="3164" y="4238"/>
                  </a:lnTo>
                  <a:lnTo>
                    <a:pt x="3164" y="4232"/>
                  </a:lnTo>
                  <a:lnTo>
                    <a:pt x="3162" y="4230"/>
                  </a:lnTo>
                  <a:lnTo>
                    <a:pt x="3158" y="4230"/>
                  </a:lnTo>
                  <a:lnTo>
                    <a:pt x="3154" y="4232"/>
                  </a:lnTo>
                  <a:lnTo>
                    <a:pt x="3152" y="4232"/>
                  </a:lnTo>
                  <a:lnTo>
                    <a:pt x="3154" y="4234"/>
                  </a:lnTo>
                  <a:lnTo>
                    <a:pt x="3156" y="4236"/>
                  </a:lnTo>
                  <a:lnTo>
                    <a:pt x="3160" y="4240"/>
                  </a:lnTo>
                  <a:lnTo>
                    <a:pt x="3162" y="4240"/>
                  </a:lnTo>
                  <a:lnTo>
                    <a:pt x="3164" y="4238"/>
                  </a:lnTo>
                  <a:close/>
                  <a:moveTo>
                    <a:pt x="3196" y="4228"/>
                  </a:moveTo>
                  <a:lnTo>
                    <a:pt x="3196" y="4228"/>
                  </a:lnTo>
                  <a:lnTo>
                    <a:pt x="3192" y="4228"/>
                  </a:lnTo>
                  <a:lnTo>
                    <a:pt x="3190" y="4228"/>
                  </a:lnTo>
                  <a:lnTo>
                    <a:pt x="3188" y="4228"/>
                  </a:lnTo>
                  <a:lnTo>
                    <a:pt x="3186" y="4232"/>
                  </a:lnTo>
                  <a:lnTo>
                    <a:pt x="3188" y="4238"/>
                  </a:lnTo>
                  <a:lnTo>
                    <a:pt x="3186" y="4242"/>
                  </a:lnTo>
                  <a:lnTo>
                    <a:pt x="3182" y="4256"/>
                  </a:lnTo>
                  <a:lnTo>
                    <a:pt x="3182" y="4258"/>
                  </a:lnTo>
                  <a:lnTo>
                    <a:pt x="3184" y="4258"/>
                  </a:lnTo>
                  <a:lnTo>
                    <a:pt x="3186" y="4254"/>
                  </a:lnTo>
                  <a:lnTo>
                    <a:pt x="3196" y="4244"/>
                  </a:lnTo>
                  <a:lnTo>
                    <a:pt x="3198" y="4244"/>
                  </a:lnTo>
                  <a:lnTo>
                    <a:pt x="3200" y="4244"/>
                  </a:lnTo>
                  <a:lnTo>
                    <a:pt x="3202" y="4250"/>
                  </a:lnTo>
                  <a:lnTo>
                    <a:pt x="3204" y="4256"/>
                  </a:lnTo>
                  <a:lnTo>
                    <a:pt x="3206" y="4258"/>
                  </a:lnTo>
                  <a:lnTo>
                    <a:pt x="3208" y="4260"/>
                  </a:lnTo>
                  <a:lnTo>
                    <a:pt x="3212" y="4262"/>
                  </a:lnTo>
                  <a:lnTo>
                    <a:pt x="3218" y="4266"/>
                  </a:lnTo>
                  <a:lnTo>
                    <a:pt x="3222" y="4268"/>
                  </a:lnTo>
                  <a:lnTo>
                    <a:pt x="3220" y="4264"/>
                  </a:lnTo>
                  <a:lnTo>
                    <a:pt x="3218" y="4258"/>
                  </a:lnTo>
                  <a:lnTo>
                    <a:pt x="3216" y="4252"/>
                  </a:lnTo>
                  <a:lnTo>
                    <a:pt x="3214" y="4246"/>
                  </a:lnTo>
                  <a:lnTo>
                    <a:pt x="3210" y="4242"/>
                  </a:lnTo>
                  <a:lnTo>
                    <a:pt x="3206" y="4240"/>
                  </a:lnTo>
                  <a:lnTo>
                    <a:pt x="3202" y="4234"/>
                  </a:lnTo>
                  <a:lnTo>
                    <a:pt x="3198" y="4230"/>
                  </a:lnTo>
                  <a:lnTo>
                    <a:pt x="3196" y="4228"/>
                  </a:lnTo>
                  <a:close/>
                  <a:moveTo>
                    <a:pt x="3152" y="5104"/>
                  </a:moveTo>
                  <a:lnTo>
                    <a:pt x="3152" y="5104"/>
                  </a:lnTo>
                  <a:lnTo>
                    <a:pt x="3160" y="5100"/>
                  </a:lnTo>
                  <a:lnTo>
                    <a:pt x="3162" y="5098"/>
                  </a:lnTo>
                  <a:lnTo>
                    <a:pt x="3162" y="5094"/>
                  </a:lnTo>
                  <a:lnTo>
                    <a:pt x="3160" y="5090"/>
                  </a:lnTo>
                  <a:lnTo>
                    <a:pt x="3162" y="5084"/>
                  </a:lnTo>
                  <a:lnTo>
                    <a:pt x="3164" y="5078"/>
                  </a:lnTo>
                  <a:lnTo>
                    <a:pt x="3166" y="5070"/>
                  </a:lnTo>
                  <a:lnTo>
                    <a:pt x="3164" y="5066"/>
                  </a:lnTo>
                  <a:lnTo>
                    <a:pt x="3164" y="5064"/>
                  </a:lnTo>
                  <a:lnTo>
                    <a:pt x="3160" y="5064"/>
                  </a:lnTo>
                  <a:lnTo>
                    <a:pt x="3158" y="5064"/>
                  </a:lnTo>
                  <a:lnTo>
                    <a:pt x="3152" y="5070"/>
                  </a:lnTo>
                  <a:lnTo>
                    <a:pt x="3150" y="5074"/>
                  </a:lnTo>
                  <a:lnTo>
                    <a:pt x="3150" y="5078"/>
                  </a:lnTo>
                  <a:lnTo>
                    <a:pt x="3150" y="5090"/>
                  </a:lnTo>
                  <a:lnTo>
                    <a:pt x="3148" y="5098"/>
                  </a:lnTo>
                  <a:lnTo>
                    <a:pt x="3148" y="5104"/>
                  </a:lnTo>
                  <a:lnTo>
                    <a:pt x="3148" y="5106"/>
                  </a:lnTo>
                  <a:lnTo>
                    <a:pt x="3152" y="5104"/>
                  </a:lnTo>
                  <a:close/>
                  <a:moveTo>
                    <a:pt x="3192" y="4332"/>
                  </a:moveTo>
                  <a:lnTo>
                    <a:pt x="3192" y="4332"/>
                  </a:lnTo>
                  <a:lnTo>
                    <a:pt x="3198" y="4322"/>
                  </a:lnTo>
                  <a:lnTo>
                    <a:pt x="3198" y="4314"/>
                  </a:lnTo>
                  <a:lnTo>
                    <a:pt x="3196" y="4308"/>
                  </a:lnTo>
                  <a:lnTo>
                    <a:pt x="3196" y="4306"/>
                  </a:lnTo>
                  <a:lnTo>
                    <a:pt x="3192" y="4306"/>
                  </a:lnTo>
                  <a:lnTo>
                    <a:pt x="3190" y="4304"/>
                  </a:lnTo>
                  <a:lnTo>
                    <a:pt x="3186" y="4304"/>
                  </a:lnTo>
                  <a:lnTo>
                    <a:pt x="3184" y="4304"/>
                  </a:lnTo>
                  <a:lnTo>
                    <a:pt x="3178" y="4306"/>
                  </a:lnTo>
                  <a:lnTo>
                    <a:pt x="3176" y="4310"/>
                  </a:lnTo>
                  <a:lnTo>
                    <a:pt x="3174" y="4312"/>
                  </a:lnTo>
                  <a:lnTo>
                    <a:pt x="3174" y="4316"/>
                  </a:lnTo>
                  <a:lnTo>
                    <a:pt x="3176" y="4320"/>
                  </a:lnTo>
                  <a:lnTo>
                    <a:pt x="3174" y="4322"/>
                  </a:lnTo>
                  <a:lnTo>
                    <a:pt x="3172" y="4324"/>
                  </a:lnTo>
                  <a:lnTo>
                    <a:pt x="3170" y="4326"/>
                  </a:lnTo>
                  <a:lnTo>
                    <a:pt x="3170" y="4330"/>
                  </a:lnTo>
                  <a:lnTo>
                    <a:pt x="3172" y="4336"/>
                  </a:lnTo>
                  <a:lnTo>
                    <a:pt x="3172" y="4344"/>
                  </a:lnTo>
                  <a:lnTo>
                    <a:pt x="3172" y="4348"/>
                  </a:lnTo>
                  <a:lnTo>
                    <a:pt x="3168" y="4352"/>
                  </a:lnTo>
                  <a:lnTo>
                    <a:pt x="3164" y="4354"/>
                  </a:lnTo>
                  <a:lnTo>
                    <a:pt x="3162" y="4354"/>
                  </a:lnTo>
                  <a:lnTo>
                    <a:pt x="3158" y="4352"/>
                  </a:lnTo>
                  <a:lnTo>
                    <a:pt x="3154" y="4352"/>
                  </a:lnTo>
                  <a:lnTo>
                    <a:pt x="3152" y="4358"/>
                  </a:lnTo>
                  <a:lnTo>
                    <a:pt x="3152" y="4364"/>
                  </a:lnTo>
                  <a:lnTo>
                    <a:pt x="3156" y="4372"/>
                  </a:lnTo>
                  <a:lnTo>
                    <a:pt x="3162" y="4380"/>
                  </a:lnTo>
                  <a:lnTo>
                    <a:pt x="3166" y="4382"/>
                  </a:lnTo>
                  <a:lnTo>
                    <a:pt x="3170" y="4384"/>
                  </a:lnTo>
                  <a:lnTo>
                    <a:pt x="3172" y="4392"/>
                  </a:lnTo>
                  <a:lnTo>
                    <a:pt x="3176" y="4398"/>
                  </a:lnTo>
                  <a:lnTo>
                    <a:pt x="3178" y="4400"/>
                  </a:lnTo>
                  <a:lnTo>
                    <a:pt x="3180" y="4400"/>
                  </a:lnTo>
                  <a:lnTo>
                    <a:pt x="3184" y="4396"/>
                  </a:lnTo>
                  <a:lnTo>
                    <a:pt x="3188" y="4392"/>
                  </a:lnTo>
                  <a:lnTo>
                    <a:pt x="3190" y="4388"/>
                  </a:lnTo>
                  <a:lnTo>
                    <a:pt x="3190" y="4384"/>
                  </a:lnTo>
                  <a:lnTo>
                    <a:pt x="3186" y="4376"/>
                  </a:lnTo>
                  <a:lnTo>
                    <a:pt x="3182" y="4364"/>
                  </a:lnTo>
                  <a:lnTo>
                    <a:pt x="3182" y="4360"/>
                  </a:lnTo>
                  <a:lnTo>
                    <a:pt x="3184" y="4356"/>
                  </a:lnTo>
                  <a:lnTo>
                    <a:pt x="3188" y="4348"/>
                  </a:lnTo>
                  <a:lnTo>
                    <a:pt x="3188" y="4344"/>
                  </a:lnTo>
                  <a:lnTo>
                    <a:pt x="3190" y="4338"/>
                  </a:lnTo>
                  <a:lnTo>
                    <a:pt x="3192" y="4332"/>
                  </a:lnTo>
                  <a:close/>
                  <a:moveTo>
                    <a:pt x="3202" y="4390"/>
                  </a:moveTo>
                  <a:lnTo>
                    <a:pt x="3202" y="4390"/>
                  </a:lnTo>
                  <a:lnTo>
                    <a:pt x="3200" y="4392"/>
                  </a:lnTo>
                  <a:lnTo>
                    <a:pt x="3196" y="4392"/>
                  </a:lnTo>
                  <a:lnTo>
                    <a:pt x="3198" y="4394"/>
                  </a:lnTo>
                  <a:lnTo>
                    <a:pt x="3202" y="4396"/>
                  </a:lnTo>
                  <a:lnTo>
                    <a:pt x="3204" y="4396"/>
                  </a:lnTo>
                  <a:lnTo>
                    <a:pt x="3206" y="4394"/>
                  </a:lnTo>
                  <a:lnTo>
                    <a:pt x="3204" y="4390"/>
                  </a:lnTo>
                  <a:lnTo>
                    <a:pt x="3202" y="4388"/>
                  </a:lnTo>
                  <a:lnTo>
                    <a:pt x="3202" y="4390"/>
                  </a:lnTo>
                  <a:close/>
                  <a:moveTo>
                    <a:pt x="3218" y="4324"/>
                  </a:moveTo>
                  <a:lnTo>
                    <a:pt x="3218" y="4324"/>
                  </a:lnTo>
                  <a:lnTo>
                    <a:pt x="3218" y="4318"/>
                  </a:lnTo>
                  <a:lnTo>
                    <a:pt x="3220" y="4314"/>
                  </a:lnTo>
                  <a:lnTo>
                    <a:pt x="3222" y="4310"/>
                  </a:lnTo>
                  <a:lnTo>
                    <a:pt x="3222" y="4308"/>
                  </a:lnTo>
                  <a:lnTo>
                    <a:pt x="3220" y="4300"/>
                  </a:lnTo>
                  <a:lnTo>
                    <a:pt x="3220" y="4292"/>
                  </a:lnTo>
                  <a:lnTo>
                    <a:pt x="3218" y="4290"/>
                  </a:lnTo>
                  <a:lnTo>
                    <a:pt x="3216" y="4298"/>
                  </a:lnTo>
                  <a:lnTo>
                    <a:pt x="3210" y="4312"/>
                  </a:lnTo>
                  <a:lnTo>
                    <a:pt x="3208" y="4316"/>
                  </a:lnTo>
                  <a:lnTo>
                    <a:pt x="3206" y="4324"/>
                  </a:lnTo>
                  <a:lnTo>
                    <a:pt x="3204" y="4334"/>
                  </a:lnTo>
                  <a:lnTo>
                    <a:pt x="3198" y="4342"/>
                  </a:lnTo>
                  <a:lnTo>
                    <a:pt x="3194" y="4348"/>
                  </a:lnTo>
                  <a:lnTo>
                    <a:pt x="3192" y="4354"/>
                  </a:lnTo>
                  <a:lnTo>
                    <a:pt x="3192" y="4362"/>
                  </a:lnTo>
                  <a:lnTo>
                    <a:pt x="3190" y="4374"/>
                  </a:lnTo>
                  <a:lnTo>
                    <a:pt x="3190" y="4380"/>
                  </a:lnTo>
                  <a:lnTo>
                    <a:pt x="3192" y="4380"/>
                  </a:lnTo>
                  <a:lnTo>
                    <a:pt x="3194" y="4376"/>
                  </a:lnTo>
                  <a:lnTo>
                    <a:pt x="3198" y="4368"/>
                  </a:lnTo>
                  <a:lnTo>
                    <a:pt x="3200" y="4362"/>
                  </a:lnTo>
                  <a:lnTo>
                    <a:pt x="3202" y="4360"/>
                  </a:lnTo>
                  <a:lnTo>
                    <a:pt x="3204" y="4358"/>
                  </a:lnTo>
                  <a:lnTo>
                    <a:pt x="3204" y="4352"/>
                  </a:lnTo>
                  <a:lnTo>
                    <a:pt x="3204" y="4348"/>
                  </a:lnTo>
                  <a:lnTo>
                    <a:pt x="3206" y="4344"/>
                  </a:lnTo>
                  <a:lnTo>
                    <a:pt x="3212" y="4340"/>
                  </a:lnTo>
                  <a:lnTo>
                    <a:pt x="3218" y="4332"/>
                  </a:lnTo>
                  <a:lnTo>
                    <a:pt x="3220" y="4328"/>
                  </a:lnTo>
                  <a:lnTo>
                    <a:pt x="3218" y="4324"/>
                  </a:lnTo>
                  <a:close/>
                  <a:moveTo>
                    <a:pt x="3226" y="4342"/>
                  </a:moveTo>
                  <a:lnTo>
                    <a:pt x="3226" y="4342"/>
                  </a:lnTo>
                  <a:lnTo>
                    <a:pt x="3222" y="4350"/>
                  </a:lnTo>
                  <a:lnTo>
                    <a:pt x="3216" y="4354"/>
                  </a:lnTo>
                  <a:lnTo>
                    <a:pt x="3214" y="4356"/>
                  </a:lnTo>
                  <a:lnTo>
                    <a:pt x="3210" y="4360"/>
                  </a:lnTo>
                  <a:lnTo>
                    <a:pt x="3210" y="4364"/>
                  </a:lnTo>
                  <a:lnTo>
                    <a:pt x="3212" y="4368"/>
                  </a:lnTo>
                  <a:lnTo>
                    <a:pt x="3214" y="4370"/>
                  </a:lnTo>
                  <a:lnTo>
                    <a:pt x="3216" y="4372"/>
                  </a:lnTo>
                  <a:lnTo>
                    <a:pt x="3224" y="4372"/>
                  </a:lnTo>
                  <a:lnTo>
                    <a:pt x="3230" y="4370"/>
                  </a:lnTo>
                  <a:lnTo>
                    <a:pt x="3234" y="4368"/>
                  </a:lnTo>
                  <a:lnTo>
                    <a:pt x="3236" y="4366"/>
                  </a:lnTo>
                  <a:lnTo>
                    <a:pt x="3240" y="4366"/>
                  </a:lnTo>
                  <a:lnTo>
                    <a:pt x="3240" y="4364"/>
                  </a:lnTo>
                  <a:lnTo>
                    <a:pt x="3240" y="4362"/>
                  </a:lnTo>
                  <a:lnTo>
                    <a:pt x="3240" y="4356"/>
                  </a:lnTo>
                  <a:lnTo>
                    <a:pt x="3242" y="4352"/>
                  </a:lnTo>
                  <a:lnTo>
                    <a:pt x="3242" y="4346"/>
                  </a:lnTo>
                  <a:lnTo>
                    <a:pt x="3242" y="4344"/>
                  </a:lnTo>
                  <a:lnTo>
                    <a:pt x="3240" y="4344"/>
                  </a:lnTo>
                  <a:lnTo>
                    <a:pt x="3238" y="4346"/>
                  </a:lnTo>
                  <a:lnTo>
                    <a:pt x="3238" y="4348"/>
                  </a:lnTo>
                  <a:lnTo>
                    <a:pt x="3234" y="4348"/>
                  </a:lnTo>
                  <a:lnTo>
                    <a:pt x="3232" y="4346"/>
                  </a:lnTo>
                  <a:lnTo>
                    <a:pt x="3228" y="4342"/>
                  </a:lnTo>
                  <a:lnTo>
                    <a:pt x="3228" y="4340"/>
                  </a:lnTo>
                  <a:lnTo>
                    <a:pt x="3226" y="4342"/>
                  </a:lnTo>
                  <a:close/>
                  <a:moveTo>
                    <a:pt x="3240" y="4278"/>
                  </a:moveTo>
                  <a:lnTo>
                    <a:pt x="3240" y="4278"/>
                  </a:lnTo>
                  <a:lnTo>
                    <a:pt x="3242" y="4278"/>
                  </a:lnTo>
                  <a:lnTo>
                    <a:pt x="3242" y="4274"/>
                  </a:lnTo>
                  <a:lnTo>
                    <a:pt x="3240" y="4270"/>
                  </a:lnTo>
                  <a:lnTo>
                    <a:pt x="3236" y="4270"/>
                  </a:lnTo>
                  <a:lnTo>
                    <a:pt x="3234" y="4270"/>
                  </a:lnTo>
                  <a:lnTo>
                    <a:pt x="3234" y="4274"/>
                  </a:lnTo>
                  <a:lnTo>
                    <a:pt x="3236" y="4278"/>
                  </a:lnTo>
                  <a:lnTo>
                    <a:pt x="3240" y="4278"/>
                  </a:lnTo>
                  <a:close/>
                  <a:moveTo>
                    <a:pt x="3164" y="5116"/>
                  </a:moveTo>
                  <a:lnTo>
                    <a:pt x="3164" y="5116"/>
                  </a:lnTo>
                  <a:lnTo>
                    <a:pt x="3166" y="5118"/>
                  </a:lnTo>
                  <a:lnTo>
                    <a:pt x="3168" y="5116"/>
                  </a:lnTo>
                  <a:lnTo>
                    <a:pt x="3172" y="5110"/>
                  </a:lnTo>
                  <a:lnTo>
                    <a:pt x="3174" y="5106"/>
                  </a:lnTo>
                  <a:lnTo>
                    <a:pt x="3176" y="5104"/>
                  </a:lnTo>
                  <a:lnTo>
                    <a:pt x="3182" y="5102"/>
                  </a:lnTo>
                  <a:lnTo>
                    <a:pt x="3184" y="5102"/>
                  </a:lnTo>
                  <a:lnTo>
                    <a:pt x="3186" y="5100"/>
                  </a:lnTo>
                  <a:lnTo>
                    <a:pt x="3180" y="5092"/>
                  </a:lnTo>
                  <a:lnTo>
                    <a:pt x="3176" y="5086"/>
                  </a:lnTo>
                  <a:lnTo>
                    <a:pt x="3176" y="5082"/>
                  </a:lnTo>
                  <a:lnTo>
                    <a:pt x="3176" y="5078"/>
                  </a:lnTo>
                  <a:lnTo>
                    <a:pt x="3178" y="5076"/>
                  </a:lnTo>
                  <a:lnTo>
                    <a:pt x="3184" y="5070"/>
                  </a:lnTo>
                  <a:lnTo>
                    <a:pt x="3184" y="5064"/>
                  </a:lnTo>
                  <a:lnTo>
                    <a:pt x="3182" y="5058"/>
                  </a:lnTo>
                  <a:lnTo>
                    <a:pt x="3180" y="5054"/>
                  </a:lnTo>
                  <a:lnTo>
                    <a:pt x="3178" y="5052"/>
                  </a:lnTo>
                  <a:lnTo>
                    <a:pt x="3174" y="5054"/>
                  </a:lnTo>
                  <a:lnTo>
                    <a:pt x="3172" y="5058"/>
                  </a:lnTo>
                  <a:lnTo>
                    <a:pt x="3170" y="5070"/>
                  </a:lnTo>
                  <a:lnTo>
                    <a:pt x="3168" y="5086"/>
                  </a:lnTo>
                  <a:lnTo>
                    <a:pt x="3166" y="5094"/>
                  </a:lnTo>
                  <a:lnTo>
                    <a:pt x="3164" y="5100"/>
                  </a:lnTo>
                  <a:lnTo>
                    <a:pt x="3160" y="5108"/>
                  </a:lnTo>
                  <a:lnTo>
                    <a:pt x="3158" y="5110"/>
                  </a:lnTo>
                  <a:lnTo>
                    <a:pt x="3158" y="5112"/>
                  </a:lnTo>
                  <a:lnTo>
                    <a:pt x="3164" y="5116"/>
                  </a:lnTo>
                  <a:close/>
                  <a:moveTo>
                    <a:pt x="3346" y="4866"/>
                  </a:moveTo>
                  <a:lnTo>
                    <a:pt x="3346" y="4866"/>
                  </a:lnTo>
                  <a:lnTo>
                    <a:pt x="3348" y="4862"/>
                  </a:lnTo>
                  <a:lnTo>
                    <a:pt x="3348" y="4858"/>
                  </a:lnTo>
                  <a:lnTo>
                    <a:pt x="3348" y="4852"/>
                  </a:lnTo>
                  <a:lnTo>
                    <a:pt x="3346" y="4852"/>
                  </a:lnTo>
                  <a:lnTo>
                    <a:pt x="3344" y="4852"/>
                  </a:lnTo>
                  <a:lnTo>
                    <a:pt x="3342" y="4856"/>
                  </a:lnTo>
                  <a:lnTo>
                    <a:pt x="3342" y="4860"/>
                  </a:lnTo>
                  <a:lnTo>
                    <a:pt x="3342" y="4864"/>
                  </a:lnTo>
                  <a:lnTo>
                    <a:pt x="3344" y="4866"/>
                  </a:lnTo>
                  <a:lnTo>
                    <a:pt x="3346" y="4866"/>
                  </a:lnTo>
                  <a:close/>
                  <a:moveTo>
                    <a:pt x="3342" y="4998"/>
                  </a:moveTo>
                  <a:lnTo>
                    <a:pt x="3342" y="4998"/>
                  </a:lnTo>
                  <a:lnTo>
                    <a:pt x="3336" y="4992"/>
                  </a:lnTo>
                  <a:lnTo>
                    <a:pt x="3330" y="4990"/>
                  </a:lnTo>
                  <a:lnTo>
                    <a:pt x="3324" y="4986"/>
                  </a:lnTo>
                  <a:lnTo>
                    <a:pt x="3316" y="4986"/>
                  </a:lnTo>
                  <a:lnTo>
                    <a:pt x="3310" y="4986"/>
                  </a:lnTo>
                  <a:lnTo>
                    <a:pt x="3304" y="4988"/>
                  </a:lnTo>
                  <a:lnTo>
                    <a:pt x="3300" y="4992"/>
                  </a:lnTo>
                  <a:lnTo>
                    <a:pt x="3298" y="4996"/>
                  </a:lnTo>
                  <a:lnTo>
                    <a:pt x="3298" y="5002"/>
                  </a:lnTo>
                  <a:lnTo>
                    <a:pt x="3304" y="5010"/>
                  </a:lnTo>
                  <a:lnTo>
                    <a:pt x="3312" y="5016"/>
                  </a:lnTo>
                  <a:lnTo>
                    <a:pt x="3320" y="5024"/>
                  </a:lnTo>
                  <a:lnTo>
                    <a:pt x="3326" y="5026"/>
                  </a:lnTo>
                  <a:lnTo>
                    <a:pt x="3332" y="5026"/>
                  </a:lnTo>
                  <a:lnTo>
                    <a:pt x="3336" y="5024"/>
                  </a:lnTo>
                  <a:lnTo>
                    <a:pt x="3342" y="5020"/>
                  </a:lnTo>
                  <a:lnTo>
                    <a:pt x="3344" y="5016"/>
                  </a:lnTo>
                  <a:lnTo>
                    <a:pt x="3346" y="5010"/>
                  </a:lnTo>
                  <a:lnTo>
                    <a:pt x="3344" y="5004"/>
                  </a:lnTo>
                  <a:lnTo>
                    <a:pt x="3342" y="4998"/>
                  </a:lnTo>
                  <a:close/>
                  <a:moveTo>
                    <a:pt x="3330" y="5214"/>
                  </a:moveTo>
                  <a:lnTo>
                    <a:pt x="3330" y="5214"/>
                  </a:lnTo>
                  <a:lnTo>
                    <a:pt x="3328" y="5212"/>
                  </a:lnTo>
                  <a:lnTo>
                    <a:pt x="3326" y="5210"/>
                  </a:lnTo>
                  <a:lnTo>
                    <a:pt x="3314" y="5210"/>
                  </a:lnTo>
                  <a:lnTo>
                    <a:pt x="3302" y="5214"/>
                  </a:lnTo>
                  <a:lnTo>
                    <a:pt x="3296" y="5216"/>
                  </a:lnTo>
                  <a:lnTo>
                    <a:pt x="3290" y="5220"/>
                  </a:lnTo>
                  <a:lnTo>
                    <a:pt x="3290" y="5224"/>
                  </a:lnTo>
                  <a:lnTo>
                    <a:pt x="3292" y="5224"/>
                  </a:lnTo>
                  <a:lnTo>
                    <a:pt x="3306" y="5224"/>
                  </a:lnTo>
                  <a:lnTo>
                    <a:pt x="3322" y="5220"/>
                  </a:lnTo>
                  <a:lnTo>
                    <a:pt x="3328" y="5216"/>
                  </a:lnTo>
                  <a:lnTo>
                    <a:pt x="3330" y="5214"/>
                  </a:lnTo>
                  <a:close/>
                  <a:moveTo>
                    <a:pt x="3294" y="4936"/>
                  </a:moveTo>
                  <a:lnTo>
                    <a:pt x="3294" y="4936"/>
                  </a:lnTo>
                  <a:lnTo>
                    <a:pt x="3292" y="4938"/>
                  </a:lnTo>
                  <a:lnTo>
                    <a:pt x="3292" y="4942"/>
                  </a:lnTo>
                  <a:lnTo>
                    <a:pt x="3296" y="4956"/>
                  </a:lnTo>
                  <a:lnTo>
                    <a:pt x="3298" y="4960"/>
                  </a:lnTo>
                  <a:lnTo>
                    <a:pt x="3300" y="4960"/>
                  </a:lnTo>
                  <a:lnTo>
                    <a:pt x="3300" y="4956"/>
                  </a:lnTo>
                  <a:lnTo>
                    <a:pt x="3298" y="4950"/>
                  </a:lnTo>
                  <a:lnTo>
                    <a:pt x="3298" y="4944"/>
                  </a:lnTo>
                  <a:lnTo>
                    <a:pt x="3296" y="4938"/>
                  </a:lnTo>
                  <a:lnTo>
                    <a:pt x="3296" y="4936"/>
                  </a:lnTo>
                  <a:lnTo>
                    <a:pt x="3294" y="4936"/>
                  </a:lnTo>
                  <a:close/>
                  <a:moveTo>
                    <a:pt x="3344" y="5246"/>
                  </a:moveTo>
                  <a:lnTo>
                    <a:pt x="3344" y="5246"/>
                  </a:lnTo>
                  <a:lnTo>
                    <a:pt x="3340" y="5244"/>
                  </a:lnTo>
                  <a:lnTo>
                    <a:pt x="3336" y="5244"/>
                  </a:lnTo>
                  <a:lnTo>
                    <a:pt x="3330" y="5248"/>
                  </a:lnTo>
                  <a:lnTo>
                    <a:pt x="3322" y="5250"/>
                  </a:lnTo>
                  <a:lnTo>
                    <a:pt x="3316" y="5250"/>
                  </a:lnTo>
                  <a:lnTo>
                    <a:pt x="3312" y="5250"/>
                  </a:lnTo>
                  <a:lnTo>
                    <a:pt x="3306" y="5252"/>
                  </a:lnTo>
                  <a:lnTo>
                    <a:pt x="3300" y="5254"/>
                  </a:lnTo>
                  <a:lnTo>
                    <a:pt x="3296" y="5254"/>
                  </a:lnTo>
                  <a:lnTo>
                    <a:pt x="3292" y="5254"/>
                  </a:lnTo>
                  <a:lnTo>
                    <a:pt x="3286" y="5254"/>
                  </a:lnTo>
                  <a:lnTo>
                    <a:pt x="3268" y="5258"/>
                  </a:lnTo>
                  <a:lnTo>
                    <a:pt x="3260" y="5262"/>
                  </a:lnTo>
                  <a:lnTo>
                    <a:pt x="3258" y="5266"/>
                  </a:lnTo>
                  <a:lnTo>
                    <a:pt x="3256" y="5272"/>
                  </a:lnTo>
                  <a:lnTo>
                    <a:pt x="3248" y="5278"/>
                  </a:lnTo>
                  <a:lnTo>
                    <a:pt x="3240" y="5284"/>
                  </a:lnTo>
                  <a:lnTo>
                    <a:pt x="3234" y="5286"/>
                  </a:lnTo>
                  <a:lnTo>
                    <a:pt x="3226" y="5290"/>
                  </a:lnTo>
                  <a:lnTo>
                    <a:pt x="3216" y="5296"/>
                  </a:lnTo>
                  <a:lnTo>
                    <a:pt x="3206" y="5304"/>
                  </a:lnTo>
                  <a:lnTo>
                    <a:pt x="3202" y="5310"/>
                  </a:lnTo>
                  <a:lnTo>
                    <a:pt x="3200" y="5322"/>
                  </a:lnTo>
                  <a:lnTo>
                    <a:pt x="3198" y="5326"/>
                  </a:lnTo>
                  <a:lnTo>
                    <a:pt x="3200" y="5328"/>
                  </a:lnTo>
                  <a:lnTo>
                    <a:pt x="3202" y="5330"/>
                  </a:lnTo>
                  <a:lnTo>
                    <a:pt x="3204" y="5330"/>
                  </a:lnTo>
                  <a:lnTo>
                    <a:pt x="3202" y="5332"/>
                  </a:lnTo>
                  <a:lnTo>
                    <a:pt x="3198" y="5336"/>
                  </a:lnTo>
                  <a:lnTo>
                    <a:pt x="3194" y="5340"/>
                  </a:lnTo>
                  <a:lnTo>
                    <a:pt x="3194" y="5342"/>
                  </a:lnTo>
                  <a:lnTo>
                    <a:pt x="3194" y="5344"/>
                  </a:lnTo>
                  <a:lnTo>
                    <a:pt x="3202" y="5346"/>
                  </a:lnTo>
                  <a:lnTo>
                    <a:pt x="3206" y="5346"/>
                  </a:lnTo>
                  <a:lnTo>
                    <a:pt x="3210" y="5344"/>
                  </a:lnTo>
                  <a:lnTo>
                    <a:pt x="3216" y="5340"/>
                  </a:lnTo>
                  <a:lnTo>
                    <a:pt x="3220" y="5336"/>
                  </a:lnTo>
                  <a:lnTo>
                    <a:pt x="3222" y="5336"/>
                  </a:lnTo>
                  <a:lnTo>
                    <a:pt x="3226" y="5336"/>
                  </a:lnTo>
                  <a:lnTo>
                    <a:pt x="3230" y="5336"/>
                  </a:lnTo>
                  <a:lnTo>
                    <a:pt x="3234" y="5334"/>
                  </a:lnTo>
                  <a:lnTo>
                    <a:pt x="3244" y="5320"/>
                  </a:lnTo>
                  <a:lnTo>
                    <a:pt x="3252" y="5312"/>
                  </a:lnTo>
                  <a:lnTo>
                    <a:pt x="3256" y="5306"/>
                  </a:lnTo>
                  <a:lnTo>
                    <a:pt x="3260" y="5300"/>
                  </a:lnTo>
                  <a:lnTo>
                    <a:pt x="3268" y="5294"/>
                  </a:lnTo>
                  <a:lnTo>
                    <a:pt x="3280" y="5288"/>
                  </a:lnTo>
                  <a:lnTo>
                    <a:pt x="3288" y="5286"/>
                  </a:lnTo>
                  <a:lnTo>
                    <a:pt x="3294" y="5284"/>
                  </a:lnTo>
                  <a:lnTo>
                    <a:pt x="3300" y="5280"/>
                  </a:lnTo>
                  <a:lnTo>
                    <a:pt x="3304" y="5278"/>
                  </a:lnTo>
                  <a:lnTo>
                    <a:pt x="3308" y="5278"/>
                  </a:lnTo>
                  <a:lnTo>
                    <a:pt x="3314" y="5276"/>
                  </a:lnTo>
                  <a:lnTo>
                    <a:pt x="3318" y="5272"/>
                  </a:lnTo>
                  <a:lnTo>
                    <a:pt x="3324" y="5266"/>
                  </a:lnTo>
                  <a:lnTo>
                    <a:pt x="3328" y="5266"/>
                  </a:lnTo>
                  <a:lnTo>
                    <a:pt x="3334" y="5264"/>
                  </a:lnTo>
                  <a:lnTo>
                    <a:pt x="3340" y="5260"/>
                  </a:lnTo>
                  <a:lnTo>
                    <a:pt x="3348" y="5252"/>
                  </a:lnTo>
                  <a:lnTo>
                    <a:pt x="3348" y="5248"/>
                  </a:lnTo>
                  <a:lnTo>
                    <a:pt x="3344" y="5246"/>
                  </a:lnTo>
                  <a:close/>
                  <a:moveTo>
                    <a:pt x="3328" y="4618"/>
                  </a:moveTo>
                  <a:lnTo>
                    <a:pt x="3328" y="4618"/>
                  </a:lnTo>
                  <a:lnTo>
                    <a:pt x="3326" y="4622"/>
                  </a:lnTo>
                  <a:lnTo>
                    <a:pt x="3326" y="4628"/>
                  </a:lnTo>
                  <a:lnTo>
                    <a:pt x="3326" y="4630"/>
                  </a:lnTo>
                  <a:lnTo>
                    <a:pt x="3328" y="4632"/>
                  </a:lnTo>
                  <a:lnTo>
                    <a:pt x="3328" y="4634"/>
                  </a:lnTo>
                  <a:lnTo>
                    <a:pt x="3326" y="4638"/>
                  </a:lnTo>
                  <a:lnTo>
                    <a:pt x="3324" y="4642"/>
                  </a:lnTo>
                  <a:lnTo>
                    <a:pt x="3326" y="4644"/>
                  </a:lnTo>
                  <a:lnTo>
                    <a:pt x="3330" y="4642"/>
                  </a:lnTo>
                  <a:lnTo>
                    <a:pt x="3330" y="4640"/>
                  </a:lnTo>
                  <a:lnTo>
                    <a:pt x="3332" y="4636"/>
                  </a:lnTo>
                  <a:lnTo>
                    <a:pt x="3332" y="4632"/>
                  </a:lnTo>
                  <a:lnTo>
                    <a:pt x="3334" y="4630"/>
                  </a:lnTo>
                  <a:lnTo>
                    <a:pt x="3334" y="4628"/>
                  </a:lnTo>
                  <a:lnTo>
                    <a:pt x="3332" y="4624"/>
                  </a:lnTo>
                  <a:lnTo>
                    <a:pt x="3332" y="4620"/>
                  </a:lnTo>
                  <a:lnTo>
                    <a:pt x="3332" y="4618"/>
                  </a:lnTo>
                  <a:lnTo>
                    <a:pt x="3328" y="4618"/>
                  </a:lnTo>
                  <a:close/>
                  <a:moveTo>
                    <a:pt x="3302" y="3114"/>
                  </a:moveTo>
                  <a:lnTo>
                    <a:pt x="3302" y="3114"/>
                  </a:lnTo>
                  <a:lnTo>
                    <a:pt x="3304" y="3116"/>
                  </a:lnTo>
                  <a:lnTo>
                    <a:pt x="3308" y="3114"/>
                  </a:lnTo>
                  <a:lnTo>
                    <a:pt x="3310" y="3112"/>
                  </a:lnTo>
                  <a:lnTo>
                    <a:pt x="3310" y="3108"/>
                  </a:lnTo>
                  <a:lnTo>
                    <a:pt x="3306" y="3108"/>
                  </a:lnTo>
                  <a:lnTo>
                    <a:pt x="3302" y="3110"/>
                  </a:lnTo>
                  <a:lnTo>
                    <a:pt x="3300" y="3112"/>
                  </a:lnTo>
                  <a:lnTo>
                    <a:pt x="3302" y="3114"/>
                  </a:lnTo>
                  <a:close/>
                  <a:moveTo>
                    <a:pt x="3298" y="3086"/>
                  </a:moveTo>
                  <a:lnTo>
                    <a:pt x="3298" y="3086"/>
                  </a:lnTo>
                  <a:lnTo>
                    <a:pt x="3296" y="3088"/>
                  </a:lnTo>
                  <a:lnTo>
                    <a:pt x="3298" y="3090"/>
                  </a:lnTo>
                  <a:lnTo>
                    <a:pt x="3302" y="3096"/>
                  </a:lnTo>
                  <a:lnTo>
                    <a:pt x="3302" y="3098"/>
                  </a:lnTo>
                  <a:lnTo>
                    <a:pt x="3304" y="3094"/>
                  </a:lnTo>
                  <a:lnTo>
                    <a:pt x="3302" y="3088"/>
                  </a:lnTo>
                  <a:lnTo>
                    <a:pt x="3300" y="3086"/>
                  </a:lnTo>
                  <a:lnTo>
                    <a:pt x="3298" y="3086"/>
                  </a:lnTo>
                  <a:close/>
                  <a:moveTo>
                    <a:pt x="3298" y="4354"/>
                  </a:moveTo>
                  <a:lnTo>
                    <a:pt x="3298" y="4354"/>
                  </a:lnTo>
                  <a:lnTo>
                    <a:pt x="3296" y="4358"/>
                  </a:lnTo>
                  <a:lnTo>
                    <a:pt x="3296" y="4362"/>
                  </a:lnTo>
                  <a:lnTo>
                    <a:pt x="3298" y="4362"/>
                  </a:lnTo>
                  <a:lnTo>
                    <a:pt x="3300" y="4364"/>
                  </a:lnTo>
                  <a:lnTo>
                    <a:pt x="3304" y="4362"/>
                  </a:lnTo>
                  <a:lnTo>
                    <a:pt x="3304" y="4360"/>
                  </a:lnTo>
                  <a:lnTo>
                    <a:pt x="3302" y="4356"/>
                  </a:lnTo>
                  <a:lnTo>
                    <a:pt x="3300" y="4348"/>
                  </a:lnTo>
                  <a:lnTo>
                    <a:pt x="3298" y="4354"/>
                  </a:lnTo>
                  <a:close/>
                  <a:moveTo>
                    <a:pt x="3274" y="4930"/>
                  </a:moveTo>
                  <a:lnTo>
                    <a:pt x="3274" y="4930"/>
                  </a:lnTo>
                  <a:lnTo>
                    <a:pt x="3274" y="4932"/>
                  </a:lnTo>
                  <a:lnTo>
                    <a:pt x="3278" y="4934"/>
                  </a:lnTo>
                  <a:lnTo>
                    <a:pt x="3288" y="4934"/>
                  </a:lnTo>
                  <a:lnTo>
                    <a:pt x="3310" y="4928"/>
                  </a:lnTo>
                  <a:lnTo>
                    <a:pt x="3312" y="4926"/>
                  </a:lnTo>
                  <a:lnTo>
                    <a:pt x="3310" y="4926"/>
                  </a:lnTo>
                  <a:lnTo>
                    <a:pt x="3296" y="4924"/>
                  </a:lnTo>
                  <a:lnTo>
                    <a:pt x="3282" y="4924"/>
                  </a:lnTo>
                  <a:lnTo>
                    <a:pt x="3276" y="4926"/>
                  </a:lnTo>
                  <a:lnTo>
                    <a:pt x="3274" y="4930"/>
                  </a:lnTo>
                  <a:close/>
                  <a:moveTo>
                    <a:pt x="3132" y="5104"/>
                  </a:moveTo>
                  <a:lnTo>
                    <a:pt x="3132" y="5104"/>
                  </a:lnTo>
                  <a:lnTo>
                    <a:pt x="3136" y="5106"/>
                  </a:lnTo>
                  <a:lnTo>
                    <a:pt x="3138" y="5104"/>
                  </a:lnTo>
                  <a:lnTo>
                    <a:pt x="3136" y="5096"/>
                  </a:lnTo>
                  <a:lnTo>
                    <a:pt x="3134" y="5090"/>
                  </a:lnTo>
                  <a:lnTo>
                    <a:pt x="3132" y="5086"/>
                  </a:lnTo>
                  <a:lnTo>
                    <a:pt x="3130" y="5088"/>
                  </a:lnTo>
                  <a:lnTo>
                    <a:pt x="3130" y="5096"/>
                  </a:lnTo>
                  <a:lnTo>
                    <a:pt x="3132" y="5104"/>
                  </a:lnTo>
                  <a:close/>
                  <a:moveTo>
                    <a:pt x="3196" y="4912"/>
                  </a:moveTo>
                  <a:lnTo>
                    <a:pt x="3196" y="4912"/>
                  </a:lnTo>
                  <a:lnTo>
                    <a:pt x="3198" y="4908"/>
                  </a:lnTo>
                  <a:lnTo>
                    <a:pt x="3198" y="4904"/>
                  </a:lnTo>
                  <a:lnTo>
                    <a:pt x="3196" y="4900"/>
                  </a:lnTo>
                  <a:lnTo>
                    <a:pt x="3192" y="4900"/>
                  </a:lnTo>
                  <a:lnTo>
                    <a:pt x="3190" y="4902"/>
                  </a:lnTo>
                  <a:lnTo>
                    <a:pt x="3188" y="4904"/>
                  </a:lnTo>
                  <a:lnTo>
                    <a:pt x="3188" y="4908"/>
                  </a:lnTo>
                  <a:lnTo>
                    <a:pt x="3192" y="4912"/>
                  </a:lnTo>
                  <a:lnTo>
                    <a:pt x="3194" y="4912"/>
                  </a:lnTo>
                  <a:lnTo>
                    <a:pt x="3196" y="4912"/>
                  </a:lnTo>
                  <a:close/>
                  <a:moveTo>
                    <a:pt x="3180" y="4896"/>
                  </a:moveTo>
                  <a:lnTo>
                    <a:pt x="3180" y="4896"/>
                  </a:lnTo>
                  <a:lnTo>
                    <a:pt x="3176" y="4896"/>
                  </a:lnTo>
                  <a:lnTo>
                    <a:pt x="3172" y="4900"/>
                  </a:lnTo>
                  <a:lnTo>
                    <a:pt x="3170" y="4906"/>
                  </a:lnTo>
                  <a:lnTo>
                    <a:pt x="3172" y="4916"/>
                  </a:lnTo>
                  <a:lnTo>
                    <a:pt x="3174" y="4916"/>
                  </a:lnTo>
                  <a:lnTo>
                    <a:pt x="3180" y="4908"/>
                  </a:lnTo>
                  <a:lnTo>
                    <a:pt x="3184" y="4900"/>
                  </a:lnTo>
                  <a:lnTo>
                    <a:pt x="3182" y="4898"/>
                  </a:lnTo>
                  <a:lnTo>
                    <a:pt x="3180" y="4896"/>
                  </a:lnTo>
                  <a:close/>
                  <a:moveTo>
                    <a:pt x="3184" y="5356"/>
                  </a:moveTo>
                  <a:lnTo>
                    <a:pt x="3184" y="5356"/>
                  </a:lnTo>
                  <a:lnTo>
                    <a:pt x="3180" y="5360"/>
                  </a:lnTo>
                  <a:lnTo>
                    <a:pt x="3174" y="5364"/>
                  </a:lnTo>
                  <a:lnTo>
                    <a:pt x="3170" y="5366"/>
                  </a:lnTo>
                  <a:lnTo>
                    <a:pt x="3168" y="5370"/>
                  </a:lnTo>
                  <a:lnTo>
                    <a:pt x="3168" y="5372"/>
                  </a:lnTo>
                  <a:lnTo>
                    <a:pt x="3170" y="5372"/>
                  </a:lnTo>
                  <a:lnTo>
                    <a:pt x="3178" y="5370"/>
                  </a:lnTo>
                  <a:lnTo>
                    <a:pt x="3190" y="5362"/>
                  </a:lnTo>
                  <a:lnTo>
                    <a:pt x="3194" y="5358"/>
                  </a:lnTo>
                  <a:lnTo>
                    <a:pt x="3192" y="5352"/>
                  </a:lnTo>
                  <a:lnTo>
                    <a:pt x="3192" y="5350"/>
                  </a:lnTo>
                  <a:lnTo>
                    <a:pt x="3190" y="5350"/>
                  </a:lnTo>
                  <a:lnTo>
                    <a:pt x="3188" y="5352"/>
                  </a:lnTo>
                  <a:lnTo>
                    <a:pt x="3184" y="5356"/>
                  </a:lnTo>
                  <a:close/>
                  <a:moveTo>
                    <a:pt x="3074" y="5152"/>
                  </a:moveTo>
                  <a:lnTo>
                    <a:pt x="3074" y="5152"/>
                  </a:lnTo>
                  <a:lnTo>
                    <a:pt x="3076" y="5154"/>
                  </a:lnTo>
                  <a:lnTo>
                    <a:pt x="3078" y="5144"/>
                  </a:lnTo>
                  <a:lnTo>
                    <a:pt x="3076" y="5132"/>
                  </a:lnTo>
                  <a:lnTo>
                    <a:pt x="3076" y="5122"/>
                  </a:lnTo>
                  <a:lnTo>
                    <a:pt x="3074" y="5122"/>
                  </a:lnTo>
                  <a:lnTo>
                    <a:pt x="3074" y="5124"/>
                  </a:lnTo>
                  <a:lnTo>
                    <a:pt x="3072" y="5130"/>
                  </a:lnTo>
                  <a:lnTo>
                    <a:pt x="3072" y="5142"/>
                  </a:lnTo>
                  <a:lnTo>
                    <a:pt x="3074" y="5152"/>
                  </a:lnTo>
                  <a:close/>
                  <a:moveTo>
                    <a:pt x="3070" y="5308"/>
                  </a:moveTo>
                  <a:lnTo>
                    <a:pt x="3070" y="5308"/>
                  </a:lnTo>
                  <a:lnTo>
                    <a:pt x="3066" y="5308"/>
                  </a:lnTo>
                  <a:lnTo>
                    <a:pt x="3066" y="5306"/>
                  </a:lnTo>
                  <a:lnTo>
                    <a:pt x="3064" y="5304"/>
                  </a:lnTo>
                  <a:lnTo>
                    <a:pt x="3060" y="5298"/>
                  </a:lnTo>
                  <a:lnTo>
                    <a:pt x="3054" y="5294"/>
                  </a:lnTo>
                  <a:lnTo>
                    <a:pt x="3048" y="5294"/>
                  </a:lnTo>
                  <a:lnTo>
                    <a:pt x="3046" y="5296"/>
                  </a:lnTo>
                  <a:lnTo>
                    <a:pt x="3042" y="5296"/>
                  </a:lnTo>
                  <a:lnTo>
                    <a:pt x="3036" y="5294"/>
                  </a:lnTo>
                  <a:lnTo>
                    <a:pt x="3026" y="5294"/>
                  </a:lnTo>
                  <a:lnTo>
                    <a:pt x="3020" y="5296"/>
                  </a:lnTo>
                  <a:lnTo>
                    <a:pt x="3016" y="5298"/>
                  </a:lnTo>
                  <a:lnTo>
                    <a:pt x="3014" y="5302"/>
                  </a:lnTo>
                  <a:lnTo>
                    <a:pt x="3012" y="5306"/>
                  </a:lnTo>
                  <a:lnTo>
                    <a:pt x="3014" y="5310"/>
                  </a:lnTo>
                  <a:lnTo>
                    <a:pt x="3016" y="5312"/>
                  </a:lnTo>
                  <a:lnTo>
                    <a:pt x="3026" y="5316"/>
                  </a:lnTo>
                  <a:lnTo>
                    <a:pt x="3036" y="5318"/>
                  </a:lnTo>
                  <a:lnTo>
                    <a:pt x="3046" y="5322"/>
                  </a:lnTo>
                  <a:lnTo>
                    <a:pt x="3054" y="5328"/>
                  </a:lnTo>
                  <a:lnTo>
                    <a:pt x="3058" y="5334"/>
                  </a:lnTo>
                  <a:lnTo>
                    <a:pt x="3060" y="5338"/>
                  </a:lnTo>
                  <a:lnTo>
                    <a:pt x="3064" y="5340"/>
                  </a:lnTo>
                  <a:lnTo>
                    <a:pt x="3068" y="5340"/>
                  </a:lnTo>
                  <a:lnTo>
                    <a:pt x="3070" y="5342"/>
                  </a:lnTo>
                  <a:lnTo>
                    <a:pt x="3074" y="5342"/>
                  </a:lnTo>
                  <a:lnTo>
                    <a:pt x="3076" y="5340"/>
                  </a:lnTo>
                  <a:lnTo>
                    <a:pt x="3078" y="5338"/>
                  </a:lnTo>
                  <a:lnTo>
                    <a:pt x="3080" y="5338"/>
                  </a:lnTo>
                  <a:lnTo>
                    <a:pt x="3082" y="5336"/>
                  </a:lnTo>
                  <a:lnTo>
                    <a:pt x="3086" y="5332"/>
                  </a:lnTo>
                  <a:lnTo>
                    <a:pt x="3086" y="5330"/>
                  </a:lnTo>
                  <a:lnTo>
                    <a:pt x="3086" y="5326"/>
                  </a:lnTo>
                  <a:lnTo>
                    <a:pt x="3082" y="5320"/>
                  </a:lnTo>
                  <a:lnTo>
                    <a:pt x="3076" y="5312"/>
                  </a:lnTo>
                  <a:lnTo>
                    <a:pt x="3070" y="5308"/>
                  </a:lnTo>
                  <a:close/>
                  <a:moveTo>
                    <a:pt x="3176" y="5238"/>
                  </a:moveTo>
                  <a:lnTo>
                    <a:pt x="3176" y="5238"/>
                  </a:lnTo>
                  <a:lnTo>
                    <a:pt x="3174" y="5234"/>
                  </a:lnTo>
                  <a:lnTo>
                    <a:pt x="3172" y="5234"/>
                  </a:lnTo>
                  <a:lnTo>
                    <a:pt x="3168" y="5234"/>
                  </a:lnTo>
                  <a:lnTo>
                    <a:pt x="3166" y="5238"/>
                  </a:lnTo>
                  <a:lnTo>
                    <a:pt x="3166" y="5240"/>
                  </a:lnTo>
                  <a:lnTo>
                    <a:pt x="3168" y="5240"/>
                  </a:lnTo>
                  <a:lnTo>
                    <a:pt x="3170" y="5242"/>
                  </a:lnTo>
                  <a:lnTo>
                    <a:pt x="3168" y="5246"/>
                  </a:lnTo>
                  <a:lnTo>
                    <a:pt x="3160" y="5248"/>
                  </a:lnTo>
                  <a:lnTo>
                    <a:pt x="3156" y="5252"/>
                  </a:lnTo>
                  <a:lnTo>
                    <a:pt x="3156" y="5256"/>
                  </a:lnTo>
                  <a:lnTo>
                    <a:pt x="3156" y="5258"/>
                  </a:lnTo>
                  <a:lnTo>
                    <a:pt x="3152" y="5260"/>
                  </a:lnTo>
                  <a:lnTo>
                    <a:pt x="3148" y="5260"/>
                  </a:lnTo>
                  <a:lnTo>
                    <a:pt x="3146" y="5260"/>
                  </a:lnTo>
                  <a:lnTo>
                    <a:pt x="3142" y="5256"/>
                  </a:lnTo>
                  <a:lnTo>
                    <a:pt x="3136" y="5252"/>
                  </a:lnTo>
                  <a:lnTo>
                    <a:pt x="3134" y="5250"/>
                  </a:lnTo>
                  <a:lnTo>
                    <a:pt x="3132" y="5252"/>
                  </a:lnTo>
                  <a:lnTo>
                    <a:pt x="3128" y="5254"/>
                  </a:lnTo>
                  <a:lnTo>
                    <a:pt x="3124" y="5254"/>
                  </a:lnTo>
                  <a:lnTo>
                    <a:pt x="3120" y="5254"/>
                  </a:lnTo>
                  <a:lnTo>
                    <a:pt x="3116" y="5256"/>
                  </a:lnTo>
                  <a:lnTo>
                    <a:pt x="3114" y="5258"/>
                  </a:lnTo>
                  <a:lnTo>
                    <a:pt x="3112" y="5256"/>
                  </a:lnTo>
                  <a:lnTo>
                    <a:pt x="3106" y="5254"/>
                  </a:lnTo>
                  <a:lnTo>
                    <a:pt x="3100" y="5250"/>
                  </a:lnTo>
                  <a:lnTo>
                    <a:pt x="3092" y="5246"/>
                  </a:lnTo>
                  <a:lnTo>
                    <a:pt x="3076" y="5242"/>
                  </a:lnTo>
                  <a:lnTo>
                    <a:pt x="3068" y="5242"/>
                  </a:lnTo>
                  <a:lnTo>
                    <a:pt x="3064" y="5242"/>
                  </a:lnTo>
                  <a:lnTo>
                    <a:pt x="3060" y="5246"/>
                  </a:lnTo>
                  <a:lnTo>
                    <a:pt x="3056" y="5250"/>
                  </a:lnTo>
                  <a:lnTo>
                    <a:pt x="3050" y="5252"/>
                  </a:lnTo>
                  <a:lnTo>
                    <a:pt x="3048" y="5256"/>
                  </a:lnTo>
                  <a:lnTo>
                    <a:pt x="3048" y="5262"/>
                  </a:lnTo>
                  <a:lnTo>
                    <a:pt x="3050" y="5270"/>
                  </a:lnTo>
                  <a:lnTo>
                    <a:pt x="3050" y="5272"/>
                  </a:lnTo>
                  <a:lnTo>
                    <a:pt x="3052" y="5272"/>
                  </a:lnTo>
                  <a:lnTo>
                    <a:pt x="3056" y="5270"/>
                  </a:lnTo>
                  <a:lnTo>
                    <a:pt x="3062" y="5268"/>
                  </a:lnTo>
                  <a:lnTo>
                    <a:pt x="3078" y="5270"/>
                  </a:lnTo>
                  <a:lnTo>
                    <a:pt x="3086" y="5272"/>
                  </a:lnTo>
                  <a:lnTo>
                    <a:pt x="3092" y="5274"/>
                  </a:lnTo>
                  <a:lnTo>
                    <a:pt x="3096" y="5278"/>
                  </a:lnTo>
                  <a:lnTo>
                    <a:pt x="3098" y="5276"/>
                  </a:lnTo>
                  <a:lnTo>
                    <a:pt x="3102" y="5274"/>
                  </a:lnTo>
                  <a:lnTo>
                    <a:pt x="3106" y="5274"/>
                  </a:lnTo>
                  <a:lnTo>
                    <a:pt x="3108" y="5274"/>
                  </a:lnTo>
                  <a:lnTo>
                    <a:pt x="3110" y="5272"/>
                  </a:lnTo>
                  <a:lnTo>
                    <a:pt x="3112" y="5270"/>
                  </a:lnTo>
                  <a:lnTo>
                    <a:pt x="3120" y="5272"/>
                  </a:lnTo>
                  <a:lnTo>
                    <a:pt x="3124" y="5272"/>
                  </a:lnTo>
                  <a:lnTo>
                    <a:pt x="3128" y="5272"/>
                  </a:lnTo>
                  <a:lnTo>
                    <a:pt x="3134" y="5270"/>
                  </a:lnTo>
                  <a:lnTo>
                    <a:pt x="3138" y="5268"/>
                  </a:lnTo>
                  <a:lnTo>
                    <a:pt x="3142" y="5266"/>
                  </a:lnTo>
                  <a:lnTo>
                    <a:pt x="3150" y="5266"/>
                  </a:lnTo>
                  <a:lnTo>
                    <a:pt x="3158" y="5264"/>
                  </a:lnTo>
                  <a:lnTo>
                    <a:pt x="3166" y="5260"/>
                  </a:lnTo>
                  <a:lnTo>
                    <a:pt x="3168" y="5258"/>
                  </a:lnTo>
                  <a:lnTo>
                    <a:pt x="3170" y="5254"/>
                  </a:lnTo>
                  <a:lnTo>
                    <a:pt x="3170" y="5252"/>
                  </a:lnTo>
                  <a:lnTo>
                    <a:pt x="3174" y="5248"/>
                  </a:lnTo>
                  <a:lnTo>
                    <a:pt x="3176" y="5244"/>
                  </a:lnTo>
                  <a:lnTo>
                    <a:pt x="3176" y="5238"/>
                  </a:lnTo>
                  <a:close/>
                  <a:moveTo>
                    <a:pt x="3042" y="5268"/>
                  </a:moveTo>
                  <a:lnTo>
                    <a:pt x="3042" y="5268"/>
                  </a:lnTo>
                  <a:lnTo>
                    <a:pt x="3044" y="5266"/>
                  </a:lnTo>
                  <a:lnTo>
                    <a:pt x="3046" y="5264"/>
                  </a:lnTo>
                  <a:lnTo>
                    <a:pt x="3044" y="5262"/>
                  </a:lnTo>
                  <a:lnTo>
                    <a:pt x="3042" y="5260"/>
                  </a:lnTo>
                  <a:lnTo>
                    <a:pt x="3040" y="5262"/>
                  </a:lnTo>
                  <a:lnTo>
                    <a:pt x="3040" y="5266"/>
                  </a:lnTo>
                  <a:lnTo>
                    <a:pt x="3040" y="5268"/>
                  </a:lnTo>
                  <a:lnTo>
                    <a:pt x="3042" y="5268"/>
                  </a:lnTo>
                  <a:close/>
                  <a:moveTo>
                    <a:pt x="3038" y="5258"/>
                  </a:moveTo>
                  <a:lnTo>
                    <a:pt x="3038" y="5258"/>
                  </a:lnTo>
                  <a:lnTo>
                    <a:pt x="3040" y="5256"/>
                  </a:lnTo>
                  <a:lnTo>
                    <a:pt x="3040" y="5254"/>
                  </a:lnTo>
                  <a:lnTo>
                    <a:pt x="3038" y="5252"/>
                  </a:lnTo>
                  <a:lnTo>
                    <a:pt x="3034" y="5250"/>
                  </a:lnTo>
                  <a:lnTo>
                    <a:pt x="3032" y="5250"/>
                  </a:lnTo>
                  <a:lnTo>
                    <a:pt x="3032" y="5252"/>
                  </a:lnTo>
                  <a:lnTo>
                    <a:pt x="3032" y="5258"/>
                  </a:lnTo>
                  <a:lnTo>
                    <a:pt x="3030" y="5262"/>
                  </a:lnTo>
                  <a:lnTo>
                    <a:pt x="3032" y="5266"/>
                  </a:lnTo>
                  <a:lnTo>
                    <a:pt x="3032" y="5264"/>
                  </a:lnTo>
                  <a:lnTo>
                    <a:pt x="3034" y="5260"/>
                  </a:lnTo>
                  <a:lnTo>
                    <a:pt x="3038" y="5258"/>
                  </a:lnTo>
                  <a:close/>
                  <a:moveTo>
                    <a:pt x="2740" y="626"/>
                  </a:moveTo>
                  <a:lnTo>
                    <a:pt x="2740" y="626"/>
                  </a:lnTo>
                  <a:lnTo>
                    <a:pt x="2756" y="630"/>
                  </a:lnTo>
                  <a:lnTo>
                    <a:pt x="2768" y="628"/>
                  </a:lnTo>
                  <a:lnTo>
                    <a:pt x="2778" y="624"/>
                  </a:lnTo>
                  <a:lnTo>
                    <a:pt x="2784" y="618"/>
                  </a:lnTo>
                  <a:lnTo>
                    <a:pt x="2786" y="612"/>
                  </a:lnTo>
                  <a:lnTo>
                    <a:pt x="2786" y="608"/>
                  </a:lnTo>
                  <a:lnTo>
                    <a:pt x="2784" y="604"/>
                  </a:lnTo>
                  <a:lnTo>
                    <a:pt x="2782" y="602"/>
                  </a:lnTo>
                  <a:lnTo>
                    <a:pt x="2776" y="600"/>
                  </a:lnTo>
                  <a:lnTo>
                    <a:pt x="2764" y="598"/>
                  </a:lnTo>
                  <a:lnTo>
                    <a:pt x="2748" y="598"/>
                  </a:lnTo>
                  <a:lnTo>
                    <a:pt x="2736" y="598"/>
                  </a:lnTo>
                  <a:lnTo>
                    <a:pt x="2726" y="600"/>
                  </a:lnTo>
                  <a:lnTo>
                    <a:pt x="2720" y="604"/>
                  </a:lnTo>
                  <a:lnTo>
                    <a:pt x="2716" y="608"/>
                  </a:lnTo>
                  <a:lnTo>
                    <a:pt x="2720" y="614"/>
                  </a:lnTo>
                  <a:lnTo>
                    <a:pt x="2726" y="618"/>
                  </a:lnTo>
                  <a:lnTo>
                    <a:pt x="2740" y="626"/>
                  </a:lnTo>
                  <a:close/>
                  <a:moveTo>
                    <a:pt x="162" y="3354"/>
                  </a:moveTo>
                  <a:lnTo>
                    <a:pt x="162" y="3354"/>
                  </a:lnTo>
                  <a:lnTo>
                    <a:pt x="160" y="3358"/>
                  </a:lnTo>
                  <a:lnTo>
                    <a:pt x="162" y="3364"/>
                  </a:lnTo>
                  <a:lnTo>
                    <a:pt x="164" y="3366"/>
                  </a:lnTo>
                  <a:lnTo>
                    <a:pt x="166" y="3368"/>
                  </a:lnTo>
                  <a:lnTo>
                    <a:pt x="168" y="3366"/>
                  </a:lnTo>
                  <a:lnTo>
                    <a:pt x="168" y="3362"/>
                  </a:lnTo>
                  <a:lnTo>
                    <a:pt x="166" y="3356"/>
                  </a:lnTo>
                  <a:lnTo>
                    <a:pt x="164" y="3352"/>
                  </a:lnTo>
                  <a:lnTo>
                    <a:pt x="162" y="3352"/>
                  </a:lnTo>
                  <a:lnTo>
                    <a:pt x="162" y="3354"/>
                  </a:lnTo>
                  <a:close/>
                  <a:moveTo>
                    <a:pt x="3766" y="1952"/>
                  </a:moveTo>
                  <a:lnTo>
                    <a:pt x="3766" y="1952"/>
                  </a:lnTo>
                  <a:lnTo>
                    <a:pt x="3772" y="1954"/>
                  </a:lnTo>
                  <a:lnTo>
                    <a:pt x="3776" y="1954"/>
                  </a:lnTo>
                  <a:lnTo>
                    <a:pt x="3780" y="1950"/>
                  </a:lnTo>
                  <a:lnTo>
                    <a:pt x="3782" y="1944"/>
                  </a:lnTo>
                  <a:lnTo>
                    <a:pt x="3784" y="1940"/>
                  </a:lnTo>
                  <a:lnTo>
                    <a:pt x="3782" y="1934"/>
                  </a:lnTo>
                  <a:lnTo>
                    <a:pt x="3780" y="1930"/>
                  </a:lnTo>
                  <a:lnTo>
                    <a:pt x="3774" y="1928"/>
                  </a:lnTo>
                  <a:lnTo>
                    <a:pt x="3768" y="1928"/>
                  </a:lnTo>
                  <a:lnTo>
                    <a:pt x="3764" y="1930"/>
                  </a:lnTo>
                  <a:lnTo>
                    <a:pt x="3760" y="1932"/>
                  </a:lnTo>
                  <a:lnTo>
                    <a:pt x="3758" y="1936"/>
                  </a:lnTo>
                  <a:lnTo>
                    <a:pt x="3758" y="1938"/>
                  </a:lnTo>
                  <a:lnTo>
                    <a:pt x="3760" y="1944"/>
                  </a:lnTo>
                  <a:lnTo>
                    <a:pt x="3762" y="1948"/>
                  </a:lnTo>
                  <a:lnTo>
                    <a:pt x="3766" y="1952"/>
                  </a:lnTo>
                  <a:close/>
                  <a:moveTo>
                    <a:pt x="3314" y="2942"/>
                  </a:moveTo>
                  <a:lnTo>
                    <a:pt x="3314" y="2942"/>
                  </a:lnTo>
                  <a:lnTo>
                    <a:pt x="3316" y="2940"/>
                  </a:lnTo>
                  <a:lnTo>
                    <a:pt x="3318" y="2936"/>
                  </a:lnTo>
                  <a:lnTo>
                    <a:pt x="3316" y="2932"/>
                  </a:lnTo>
                  <a:lnTo>
                    <a:pt x="3312" y="2930"/>
                  </a:lnTo>
                  <a:lnTo>
                    <a:pt x="3310" y="2930"/>
                  </a:lnTo>
                  <a:lnTo>
                    <a:pt x="3310" y="2932"/>
                  </a:lnTo>
                  <a:lnTo>
                    <a:pt x="3310" y="2936"/>
                  </a:lnTo>
                  <a:lnTo>
                    <a:pt x="3312" y="2940"/>
                  </a:lnTo>
                  <a:lnTo>
                    <a:pt x="3314" y="2942"/>
                  </a:lnTo>
                  <a:close/>
                  <a:moveTo>
                    <a:pt x="3310" y="2998"/>
                  </a:moveTo>
                  <a:lnTo>
                    <a:pt x="3310" y="2998"/>
                  </a:lnTo>
                  <a:lnTo>
                    <a:pt x="3308" y="2998"/>
                  </a:lnTo>
                  <a:lnTo>
                    <a:pt x="3308" y="3002"/>
                  </a:lnTo>
                  <a:lnTo>
                    <a:pt x="3310" y="3004"/>
                  </a:lnTo>
                  <a:lnTo>
                    <a:pt x="3312" y="3006"/>
                  </a:lnTo>
                  <a:lnTo>
                    <a:pt x="3314" y="3006"/>
                  </a:lnTo>
                  <a:lnTo>
                    <a:pt x="3314" y="3002"/>
                  </a:lnTo>
                  <a:lnTo>
                    <a:pt x="3312" y="2998"/>
                  </a:lnTo>
                  <a:lnTo>
                    <a:pt x="3310" y="2998"/>
                  </a:lnTo>
                  <a:close/>
                  <a:moveTo>
                    <a:pt x="468" y="3506"/>
                  </a:moveTo>
                  <a:lnTo>
                    <a:pt x="468" y="3506"/>
                  </a:lnTo>
                  <a:lnTo>
                    <a:pt x="468" y="3508"/>
                  </a:lnTo>
                  <a:lnTo>
                    <a:pt x="466" y="3510"/>
                  </a:lnTo>
                  <a:lnTo>
                    <a:pt x="458" y="3514"/>
                  </a:lnTo>
                  <a:lnTo>
                    <a:pt x="452" y="3518"/>
                  </a:lnTo>
                  <a:lnTo>
                    <a:pt x="450" y="3520"/>
                  </a:lnTo>
                  <a:lnTo>
                    <a:pt x="450" y="3522"/>
                  </a:lnTo>
                  <a:lnTo>
                    <a:pt x="452" y="3524"/>
                  </a:lnTo>
                  <a:lnTo>
                    <a:pt x="456" y="3524"/>
                  </a:lnTo>
                  <a:lnTo>
                    <a:pt x="464" y="3520"/>
                  </a:lnTo>
                  <a:lnTo>
                    <a:pt x="476" y="3514"/>
                  </a:lnTo>
                  <a:lnTo>
                    <a:pt x="484" y="3504"/>
                  </a:lnTo>
                  <a:lnTo>
                    <a:pt x="486" y="3502"/>
                  </a:lnTo>
                  <a:lnTo>
                    <a:pt x="486" y="3500"/>
                  </a:lnTo>
                  <a:lnTo>
                    <a:pt x="480" y="3502"/>
                  </a:lnTo>
                  <a:lnTo>
                    <a:pt x="468" y="3506"/>
                  </a:lnTo>
                  <a:close/>
                  <a:moveTo>
                    <a:pt x="1966" y="4176"/>
                  </a:moveTo>
                  <a:lnTo>
                    <a:pt x="1966" y="4176"/>
                  </a:lnTo>
                  <a:lnTo>
                    <a:pt x="1964" y="4176"/>
                  </a:lnTo>
                  <a:lnTo>
                    <a:pt x="1960" y="4184"/>
                  </a:lnTo>
                  <a:lnTo>
                    <a:pt x="1958" y="4200"/>
                  </a:lnTo>
                  <a:lnTo>
                    <a:pt x="1956" y="4222"/>
                  </a:lnTo>
                  <a:lnTo>
                    <a:pt x="1954" y="4242"/>
                  </a:lnTo>
                  <a:lnTo>
                    <a:pt x="1952" y="4252"/>
                  </a:lnTo>
                  <a:lnTo>
                    <a:pt x="1950" y="4260"/>
                  </a:lnTo>
                  <a:lnTo>
                    <a:pt x="1952" y="4272"/>
                  </a:lnTo>
                  <a:lnTo>
                    <a:pt x="1954" y="4278"/>
                  </a:lnTo>
                  <a:lnTo>
                    <a:pt x="1956" y="4280"/>
                  </a:lnTo>
                  <a:lnTo>
                    <a:pt x="1958" y="4274"/>
                  </a:lnTo>
                  <a:lnTo>
                    <a:pt x="1962" y="4248"/>
                  </a:lnTo>
                  <a:lnTo>
                    <a:pt x="1962" y="4240"/>
                  </a:lnTo>
                  <a:lnTo>
                    <a:pt x="1962" y="4236"/>
                  </a:lnTo>
                  <a:lnTo>
                    <a:pt x="1962" y="4234"/>
                  </a:lnTo>
                  <a:lnTo>
                    <a:pt x="1964" y="4232"/>
                  </a:lnTo>
                  <a:lnTo>
                    <a:pt x="1966" y="4228"/>
                  </a:lnTo>
                  <a:lnTo>
                    <a:pt x="1966" y="4226"/>
                  </a:lnTo>
                  <a:lnTo>
                    <a:pt x="1964" y="4218"/>
                  </a:lnTo>
                  <a:lnTo>
                    <a:pt x="1964" y="4210"/>
                  </a:lnTo>
                  <a:lnTo>
                    <a:pt x="1964" y="4206"/>
                  </a:lnTo>
                  <a:lnTo>
                    <a:pt x="1964" y="4204"/>
                  </a:lnTo>
                  <a:lnTo>
                    <a:pt x="1968" y="4200"/>
                  </a:lnTo>
                  <a:lnTo>
                    <a:pt x="1970" y="4192"/>
                  </a:lnTo>
                  <a:lnTo>
                    <a:pt x="1970" y="4182"/>
                  </a:lnTo>
                  <a:lnTo>
                    <a:pt x="1966" y="4176"/>
                  </a:lnTo>
                  <a:close/>
                  <a:moveTo>
                    <a:pt x="1508" y="4454"/>
                  </a:moveTo>
                  <a:lnTo>
                    <a:pt x="1508" y="4454"/>
                  </a:lnTo>
                  <a:lnTo>
                    <a:pt x="1504" y="4444"/>
                  </a:lnTo>
                  <a:lnTo>
                    <a:pt x="1498" y="4430"/>
                  </a:lnTo>
                  <a:lnTo>
                    <a:pt x="1492" y="4416"/>
                  </a:lnTo>
                  <a:lnTo>
                    <a:pt x="1484" y="4404"/>
                  </a:lnTo>
                  <a:lnTo>
                    <a:pt x="1478" y="4396"/>
                  </a:lnTo>
                  <a:lnTo>
                    <a:pt x="1474" y="4388"/>
                  </a:lnTo>
                  <a:lnTo>
                    <a:pt x="1472" y="4380"/>
                  </a:lnTo>
                  <a:lnTo>
                    <a:pt x="1464" y="4372"/>
                  </a:lnTo>
                  <a:lnTo>
                    <a:pt x="1456" y="4364"/>
                  </a:lnTo>
                  <a:lnTo>
                    <a:pt x="1448" y="4360"/>
                  </a:lnTo>
                  <a:lnTo>
                    <a:pt x="1442" y="4360"/>
                  </a:lnTo>
                  <a:lnTo>
                    <a:pt x="1438" y="4362"/>
                  </a:lnTo>
                  <a:lnTo>
                    <a:pt x="1438" y="4364"/>
                  </a:lnTo>
                  <a:lnTo>
                    <a:pt x="1440" y="4368"/>
                  </a:lnTo>
                  <a:lnTo>
                    <a:pt x="1444" y="4372"/>
                  </a:lnTo>
                  <a:lnTo>
                    <a:pt x="1446" y="4382"/>
                  </a:lnTo>
                  <a:lnTo>
                    <a:pt x="1446" y="4392"/>
                  </a:lnTo>
                  <a:lnTo>
                    <a:pt x="1444" y="4398"/>
                  </a:lnTo>
                  <a:lnTo>
                    <a:pt x="1440" y="4404"/>
                  </a:lnTo>
                  <a:lnTo>
                    <a:pt x="1440" y="4410"/>
                  </a:lnTo>
                  <a:lnTo>
                    <a:pt x="1440" y="4420"/>
                  </a:lnTo>
                  <a:lnTo>
                    <a:pt x="1438" y="4430"/>
                  </a:lnTo>
                  <a:lnTo>
                    <a:pt x="1436" y="4438"/>
                  </a:lnTo>
                  <a:lnTo>
                    <a:pt x="1436" y="4436"/>
                  </a:lnTo>
                  <a:lnTo>
                    <a:pt x="1434" y="4432"/>
                  </a:lnTo>
                  <a:lnTo>
                    <a:pt x="1432" y="4432"/>
                  </a:lnTo>
                  <a:lnTo>
                    <a:pt x="1430" y="4440"/>
                  </a:lnTo>
                  <a:lnTo>
                    <a:pt x="1432" y="4456"/>
                  </a:lnTo>
                  <a:lnTo>
                    <a:pt x="1434" y="4476"/>
                  </a:lnTo>
                  <a:lnTo>
                    <a:pt x="1434" y="4500"/>
                  </a:lnTo>
                  <a:lnTo>
                    <a:pt x="1436" y="4512"/>
                  </a:lnTo>
                  <a:lnTo>
                    <a:pt x="1438" y="4524"/>
                  </a:lnTo>
                  <a:lnTo>
                    <a:pt x="1442" y="4534"/>
                  </a:lnTo>
                  <a:lnTo>
                    <a:pt x="1450" y="4544"/>
                  </a:lnTo>
                  <a:lnTo>
                    <a:pt x="1458" y="4548"/>
                  </a:lnTo>
                  <a:lnTo>
                    <a:pt x="1464" y="4550"/>
                  </a:lnTo>
                  <a:lnTo>
                    <a:pt x="1470" y="4550"/>
                  </a:lnTo>
                  <a:lnTo>
                    <a:pt x="1476" y="4548"/>
                  </a:lnTo>
                  <a:lnTo>
                    <a:pt x="1488" y="4540"/>
                  </a:lnTo>
                  <a:lnTo>
                    <a:pt x="1502" y="4532"/>
                  </a:lnTo>
                  <a:lnTo>
                    <a:pt x="1508" y="4526"/>
                  </a:lnTo>
                  <a:lnTo>
                    <a:pt x="1512" y="4520"/>
                  </a:lnTo>
                  <a:lnTo>
                    <a:pt x="1516" y="4510"/>
                  </a:lnTo>
                  <a:lnTo>
                    <a:pt x="1518" y="4502"/>
                  </a:lnTo>
                  <a:lnTo>
                    <a:pt x="1518" y="4484"/>
                  </a:lnTo>
                  <a:lnTo>
                    <a:pt x="1516" y="4476"/>
                  </a:lnTo>
                  <a:lnTo>
                    <a:pt x="1514" y="4472"/>
                  </a:lnTo>
                  <a:lnTo>
                    <a:pt x="1512" y="4466"/>
                  </a:lnTo>
                  <a:lnTo>
                    <a:pt x="1512" y="4462"/>
                  </a:lnTo>
                  <a:lnTo>
                    <a:pt x="1510" y="4458"/>
                  </a:lnTo>
                  <a:lnTo>
                    <a:pt x="1508" y="4454"/>
                  </a:lnTo>
                  <a:close/>
                  <a:moveTo>
                    <a:pt x="1946" y="4308"/>
                  </a:moveTo>
                  <a:lnTo>
                    <a:pt x="1946" y="4308"/>
                  </a:lnTo>
                  <a:lnTo>
                    <a:pt x="1942" y="4310"/>
                  </a:lnTo>
                  <a:lnTo>
                    <a:pt x="1940" y="4316"/>
                  </a:lnTo>
                  <a:lnTo>
                    <a:pt x="1940" y="4322"/>
                  </a:lnTo>
                  <a:lnTo>
                    <a:pt x="1942" y="4328"/>
                  </a:lnTo>
                  <a:lnTo>
                    <a:pt x="1944" y="4328"/>
                  </a:lnTo>
                  <a:lnTo>
                    <a:pt x="1946" y="4326"/>
                  </a:lnTo>
                  <a:lnTo>
                    <a:pt x="1948" y="4320"/>
                  </a:lnTo>
                  <a:lnTo>
                    <a:pt x="1950" y="4312"/>
                  </a:lnTo>
                  <a:lnTo>
                    <a:pt x="1948" y="4310"/>
                  </a:lnTo>
                  <a:lnTo>
                    <a:pt x="1946" y="4308"/>
                  </a:lnTo>
                  <a:close/>
                  <a:moveTo>
                    <a:pt x="1996" y="4488"/>
                  </a:moveTo>
                  <a:lnTo>
                    <a:pt x="1996" y="4488"/>
                  </a:lnTo>
                  <a:lnTo>
                    <a:pt x="1994" y="4492"/>
                  </a:lnTo>
                  <a:lnTo>
                    <a:pt x="1994" y="4496"/>
                  </a:lnTo>
                  <a:lnTo>
                    <a:pt x="1994" y="4504"/>
                  </a:lnTo>
                  <a:lnTo>
                    <a:pt x="1998" y="4508"/>
                  </a:lnTo>
                  <a:lnTo>
                    <a:pt x="2000" y="4510"/>
                  </a:lnTo>
                  <a:lnTo>
                    <a:pt x="2002" y="4508"/>
                  </a:lnTo>
                  <a:lnTo>
                    <a:pt x="2004" y="4506"/>
                  </a:lnTo>
                  <a:lnTo>
                    <a:pt x="2004" y="4502"/>
                  </a:lnTo>
                  <a:lnTo>
                    <a:pt x="2004" y="4494"/>
                  </a:lnTo>
                  <a:lnTo>
                    <a:pt x="2000" y="4488"/>
                  </a:lnTo>
                  <a:lnTo>
                    <a:pt x="1998" y="4488"/>
                  </a:lnTo>
                  <a:lnTo>
                    <a:pt x="1996" y="4488"/>
                  </a:lnTo>
                  <a:close/>
                  <a:moveTo>
                    <a:pt x="1980" y="4454"/>
                  </a:moveTo>
                  <a:lnTo>
                    <a:pt x="1980" y="4454"/>
                  </a:lnTo>
                  <a:lnTo>
                    <a:pt x="1982" y="4454"/>
                  </a:lnTo>
                  <a:lnTo>
                    <a:pt x="1984" y="4454"/>
                  </a:lnTo>
                  <a:lnTo>
                    <a:pt x="1982" y="4448"/>
                  </a:lnTo>
                  <a:lnTo>
                    <a:pt x="1980" y="4448"/>
                  </a:lnTo>
                  <a:lnTo>
                    <a:pt x="1978" y="4448"/>
                  </a:lnTo>
                  <a:lnTo>
                    <a:pt x="1978" y="4450"/>
                  </a:lnTo>
                  <a:lnTo>
                    <a:pt x="1980" y="4454"/>
                  </a:lnTo>
                  <a:close/>
                  <a:moveTo>
                    <a:pt x="1954" y="4386"/>
                  </a:moveTo>
                  <a:lnTo>
                    <a:pt x="1954" y="4386"/>
                  </a:lnTo>
                  <a:lnTo>
                    <a:pt x="1952" y="4390"/>
                  </a:lnTo>
                  <a:lnTo>
                    <a:pt x="1952" y="4394"/>
                  </a:lnTo>
                  <a:lnTo>
                    <a:pt x="1954" y="4396"/>
                  </a:lnTo>
                  <a:lnTo>
                    <a:pt x="1958" y="4396"/>
                  </a:lnTo>
                  <a:lnTo>
                    <a:pt x="1960" y="4394"/>
                  </a:lnTo>
                  <a:lnTo>
                    <a:pt x="1958" y="4390"/>
                  </a:lnTo>
                  <a:lnTo>
                    <a:pt x="1958" y="4386"/>
                  </a:lnTo>
                  <a:lnTo>
                    <a:pt x="1956" y="4386"/>
                  </a:lnTo>
                  <a:lnTo>
                    <a:pt x="1954" y="4386"/>
                  </a:lnTo>
                  <a:close/>
                  <a:moveTo>
                    <a:pt x="2078" y="4702"/>
                  </a:moveTo>
                  <a:lnTo>
                    <a:pt x="2078" y="4702"/>
                  </a:lnTo>
                  <a:lnTo>
                    <a:pt x="2078" y="4706"/>
                  </a:lnTo>
                  <a:lnTo>
                    <a:pt x="2080" y="4710"/>
                  </a:lnTo>
                  <a:lnTo>
                    <a:pt x="2084" y="4714"/>
                  </a:lnTo>
                  <a:lnTo>
                    <a:pt x="2090" y="4720"/>
                  </a:lnTo>
                  <a:lnTo>
                    <a:pt x="2102" y="4728"/>
                  </a:lnTo>
                  <a:lnTo>
                    <a:pt x="2106" y="4730"/>
                  </a:lnTo>
                  <a:lnTo>
                    <a:pt x="2106" y="4726"/>
                  </a:lnTo>
                  <a:lnTo>
                    <a:pt x="2102" y="4716"/>
                  </a:lnTo>
                  <a:lnTo>
                    <a:pt x="2094" y="4706"/>
                  </a:lnTo>
                  <a:lnTo>
                    <a:pt x="2084" y="4700"/>
                  </a:lnTo>
                  <a:lnTo>
                    <a:pt x="2080" y="4700"/>
                  </a:lnTo>
                  <a:lnTo>
                    <a:pt x="2078" y="4702"/>
                  </a:lnTo>
                  <a:close/>
                  <a:moveTo>
                    <a:pt x="2508" y="4960"/>
                  </a:moveTo>
                  <a:lnTo>
                    <a:pt x="2508" y="4960"/>
                  </a:lnTo>
                  <a:lnTo>
                    <a:pt x="2502" y="4956"/>
                  </a:lnTo>
                  <a:lnTo>
                    <a:pt x="2500" y="4950"/>
                  </a:lnTo>
                  <a:lnTo>
                    <a:pt x="2496" y="4932"/>
                  </a:lnTo>
                  <a:lnTo>
                    <a:pt x="2494" y="4924"/>
                  </a:lnTo>
                  <a:lnTo>
                    <a:pt x="2490" y="4918"/>
                  </a:lnTo>
                  <a:lnTo>
                    <a:pt x="2484" y="4914"/>
                  </a:lnTo>
                  <a:lnTo>
                    <a:pt x="2476" y="4912"/>
                  </a:lnTo>
                  <a:lnTo>
                    <a:pt x="2466" y="4916"/>
                  </a:lnTo>
                  <a:lnTo>
                    <a:pt x="2464" y="4920"/>
                  </a:lnTo>
                  <a:lnTo>
                    <a:pt x="2464" y="4926"/>
                  </a:lnTo>
                  <a:lnTo>
                    <a:pt x="2462" y="4928"/>
                  </a:lnTo>
                  <a:lnTo>
                    <a:pt x="2460" y="4932"/>
                  </a:lnTo>
                  <a:lnTo>
                    <a:pt x="2456" y="4936"/>
                  </a:lnTo>
                  <a:lnTo>
                    <a:pt x="2454" y="4938"/>
                  </a:lnTo>
                  <a:lnTo>
                    <a:pt x="2454" y="4940"/>
                  </a:lnTo>
                  <a:lnTo>
                    <a:pt x="2456" y="4942"/>
                  </a:lnTo>
                  <a:lnTo>
                    <a:pt x="2464" y="4944"/>
                  </a:lnTo>
                  <a:lnTo>
                    <a:pt x="2474" y="4942"/>
                  </a:lnTo>
                  <a:lnTo>
                    <a:pt x="2478" y="4944"/>
                  </a:lnTo>
                  <a:lnTo>
                    <a:pt x="2480" y="4948"/>
                  </a:lnTo>
                  <a:lnTo>
                    <a:pt x="2484" y="4958"/>
                  </a:lnTo>
                  <a:lnTo>
                    <a:pt x="2488" y="4972"/>
                  </a:lnTo>
                  <a:lnTo>
                    <a:pt x="2490" y="4976"/>
                  </a:lnTo>
                  <a:lnTo>
                    <a:pt x="2494" y="4978"/>
                  </a:lnTo>
                  <a:lnTo>
                    <a:pt x="2502" y="4984"/>
                  </a:lnTo>
                  <a:lnTo>
                    <a:pt x="2508" y="4988"/>
                  </a:lnTo>
                  <a:lnTo>
                    <a:pt x="2512" y="4990"/>
                  </a:lnTo>
                  <a:lnTo>
                    <a:pt x="2516" y="4990"/>
                  </a:lnTo>
                  <a:lnTo>
                    <a:pt x="2518" y="4990"/>
                  </a:lnTo>
                  <a:lnTo>
                    <a:pt x="2520" y="4988"/>
                  </a:lnTo>
                  <a:lnTo>
                    <a:pt x="2518" y="4984"/>
                  </a:lnTo>
                  <a:lnTo>
                    <a:pt x="2516" y="4978"/>
                  </a:lnTo>
                  <a:lnTo>
                    <a:pt x="2514" y="4976"/>
                  </a:lnTo>
                  <a:lnTo>
                    <a:pt x="2516" y="4974"/>
                  </a:lnTo>
                  <a:lnTo>
                    <a:pt x="2518" y="4970"/>
                  </a:lnTo>
                  <a:lnTo>
                    <a:pt x="2518" y="4966"/>
                  </a:lnTo>
                  <a:lnTo>
                    <a:pt x="2514" y="4964"/>
                  </a:lnTo>
                  <a:lnTo>
                    <a:pt x="2508" y="4960"/>
                  </a:lnTo>
                  <a:close/>
                  <a:moveTo>
                    <a:pt x="2428" y="4870"/>
                  </a:moveTo>
                  <a:lnTo>
                    <a:pt x="2428" y="4870"/>
                  </a:lnTo>
                  <a:lnTo>
                    <a:pt x="2432" y="4868"/>
                  </a:lnTo>
                  <a:lnTo>
                    <a:pt x="2434" y="4862"/>
                  </a:lnTo>
                  <a:lnTo>
                    <a:pt x="2434" y="4858"/>
                  </a:lnTo>
                  <a:lnTo>
                    <a:pt x="2432" y="4856"/>
                  </a:lnTo>
                  <a:lnTo>
                    <a:pt x="2430" y="4856"/>
                  </a:lnTo>
                  <a:lnTo>
                    <a:pt x="2426" y="4858"/>
                  </a:lnTo>
                  <a:lnTo>
                    <a:pt x="2424" y="4860"/>
                  </a:lnTo>
                  <a:lnTo>
                    <a:pt x="2420" y="4866"/>
                  </a:lnTo>
                  <a:lnTo>
                    <a:pt x="2420" y="4868"/>
                  </a:lnTo>
                  <a:lnTo>
                    <a:pt x="2420" y="4872"/>
                  </a:lnTo>
                  <a:lnTo>
                    <a:pt x="2424" y="4872"/>
                  </a:lnTo>
                  <a:lnTo>
                    <a:pt x="2428" y="4870"/>
                  </a:lnTo>
                  <a:close/>
                  <a:moveTo>
                    <a:pt x="2450" y="4852"/>
                  </a:moveTo>
                  <a:lnTo>
                    <a:pt x="2450" y="4852"/>
                  </a:lnTo>
                  <a:lnTo>
                    <a:pt x="2444" y="4848"/>
                  </a:lnTo>
                  <a:lnTo>
                    <a:pt x="2434" y="4840"/>
                  </a:lnTo>
                  <a:lnTo>
                    <a:pt x="2430" y="4836"/>
                  </a:lnTo>
                  <a:lnTo>
                    <a:pt x="2428" y="4838"/>
                  </a:lnTo>
                  <a:lnTo>
                    <a:pt x="2428" y="4846"/>
                  </a:lnTo>
                  <a:lnTo>
                    <a:pt x="2430" y="4848"/>
                  </a:lnTo>
                  <a:lnTo>
                    <a:pt x="2432" y="4850"/>
                  </a:lnTo>
                  <a:lnTo>
                    <a:pt x="2438" y="4854"/>
                  </a:lnTo>
                  <a:lnTo>
                    <a:pt x="2446" y="4854"/>
                  </a:lnTo>
                  <a:lnTo>
                    <a:pt x="2450" y="4852"/>
                  </a:lnTo>
                  <a:close/>
                  <a:moveTo>
                    <a:pt x="2378" y="4806"/>
                  </a:moveTo>
                  <a:lnTo>
                    <a:pt x="2378" y="4806"/>
                  </a:lnTo>
                  <a:lnTo>
                    <a:pt x="2376" y="4806"/>
                  </a:lnTo>
                  <a:lnTo>
                    <a:pt x="2376" y="4810"/>
                  </a:lnTo>
                  <a:lnTo>
                    <a:pt x="2376" y="4812"/>
                  </a:lnTo>
                  <a:lnTo>
                    <a:pt x="2378" y="4814"/>
                  </a:lnTo>
                  <a:lnTo>
                    <a:pt x="2382" y="4814"/>
                  </a:lnTo>
                  <a:lnTo>
                    <a:pt x="2382" y="4810"/>
                  </a:lnTo>
                  <a:lnTo>
                    <a:pt x="2380" y="4806"/>
                  </a:lnTo>
                  <a:lnTo>
                    <a:pt x="2378" y="4806"/>
                  </a:lnTo>
                  <a:close/>
                  <a:moveTo>
                    <a:pt x="2422" y="4774"/>
                  </a:moveTo>
                  <a:lnTo>
                    <a:pt x="2422" y="4774"/>
                  </a:lnTo>
                  <a:lnTo>
                    <a:pt x="2414" y="4778"/>
                  </a:lnTo>
                  <a:lnTo>
                    <a:pt x="2412" y="4782"/>
                  </a:lnTo>
                  <a:lnTo>
                    <a:pt x="2410" y="4784"/>
                  </a:lnTo>
                  <a:lnTo>
                    <a:pt x="2406" y="4788"/>
                  </a:lnTo>
                  <a:lnTo>
                    <a:pt x="2406" y="4790"/>
                  </a:lnTo>
                  <a:lnTo>
                    <a:pt x="2410" y="4792"/>
                  </a:lnTo>
                  <a:lnTo>
                    <a:pt x="2414" y="4790"/>
                  </a:lnTo>
                  <a:lnTo>
                    <a:pt x="2420" y="4796"/>
                  </a:lnTo>
                  <a:lnTo>
                    <a:pt x="2416" y="4796"/>
                  </a:lnTo>
                  <a:lnTo>
                    <a:pt x="2414" y="4796"/>
                  </a:lnTo>
                  <a:lnTo>
                    <a:pt x="2414" y="4798"/>
                  </a:lnTo>
                  <a:lnTo>
                    <a:pt x="2414" y="4800"/>
                  </a:lnTo>
                  <a:lnTo>
                    <a:pt x="2418" y="4804"/>
                  </a:lnTo>
                  <a:lnTo>
                    <a:pt x="2420" y="4804"/>
                  </a:lnTo>
                  <a:lnTo>
                    <a:pt x="2422" y="4802"/>
                  </a:lnTo>
                  <a:lnTo>
                    <a:pt x="2420" y="4798"/>
                  </a:lnTo>
                  <a:lnTo>
                    <a:pt x="2432" y="4808"/>
                  </a:lnTo>
                  <a:lnTo>
                    <a:pt x="2436" y="4808"/>
                  </a:lnTo>
                  <a:lnTo>
                    <a:pt x="2438" y="4804"/>
                  </a:lnTo>
                  <a:lnTo>
                    <a:pt x="2438" y="4798"/>
                  </a:lnTo>
                  <a:lnTo>
                    <a:pt x="2438" y="4790"/>
                  </a:lnTo>
                  <a:lnTo>
                    <a:pt x="2436" y="4782"/>
                  </a:lnTo>
                  <a:lnTo>
                    <a:pt x="2434" y="4776"/>
                  </a:lnTo>
                  <a:lnTo>
                    <a:pt x="2428" y="4774"/>
                  </a:lnTo>
                  <a:lnTo>
                    <a:pt x="2422" y="4774"/>
                  </a:lnTo>
                  <a:close/>
                  <a:moveTo>
                    <a:pt x="2384" y="4796"/>
                  </a:moveTo>
                  <a:lnTo>
                    <a:pt x="2384" y="4796"/>
                  </a:lnTo>
                  <a:lnTo>
                    <a:pt x="2384" y="4798"/>
                  </a:lnTo>
                  <a:lnTo>
                    <a:pt x="2384" y="4802"/>
                  </a:lnTo>
                  <a:lnTo>
                    <a:pt x="2386" y="4806"/>
                  </a:lnTo>
                  <a:lnTo>
                    <a:pt x="2390" y="4806"/>
                  </a:lnTo>
                  <a:lnTo>
                    <a:pt x="2392" y="4806"/>
                  </a:lnTo>
                  <a:lnTo>
                    <a:pt x="2390" y="4802"/>
                  </a:lnTo>
                  <a:lnTo>
                    <a:pt x="2388" y="4798"/>
                  </a:lnTo>
                  <a:lnTo>
                    <a:pt x="2384" y="4796"/>
                  </a:lnTo>
                  <a:close/>
                  <a:moveTo>
                    <a:pt x="2578" y="4662"/>
                  </a:moveTo>
                  <a:lnTo>
                    <a:pt x="2578" y="4662"/>
                  </a:lnTo>
                  <a:lnTo>
                    <a:pt x="2580" y="4662"/>
                  </a:lnTo>
                  <a:lnTo>
                    <a:pt x="2584" y="4660"/>
                  </a:lnTo>
                  <a:lnTo>
                    <a:pt x="2584" y="4650"/>
                  </a:lnTo>
                  <a:lnTo>
                    <a:pt x="2584" y="4640"/>
                  </a:lnTo>
                  <a:lnTo>
                    <a:pt x="2582" y="4634"/>
                  </a:lnTo>
                  <a:lnTo>
                    <a:pt x="2578" y="4634"/>
                  </a:lnTo>
                  <a:lnTo>
                    <a:pt x="2574" y="4640"/>
                  </a:lnTo>
                  <a:lnTo>
                    <a:pt x="2570" y="4646"/>
                  </a:lnTo>
                  <a:lnTo>
                    <a:pt x="2572" y="4650"/>
                  </a:lnTo>
                  <a:lnTo>
                    <a:pt x="2574" y="4652"/>
                  </a:lnTo>
                  <a:lnTo>
                    <a:pt x="2578" y="4656"/>
                  </a:lnTo>
                  <a:lnTo>
                    <a:pt x="2576" y="4658"/>
                  </a:lnTo>
                  <a:lnTo>
                    <a:pt x="2574" y="4660"/>
                  </a:lnTo>
                  <a:lnTo>
                    <a:pt x="2578" y="4662"/>
                  </a:lnTo>
                  <a:close/>
                  <a:moveTo>
                    <a:pt x="2136" y="4766"/>
                  </a:moveTo>
                  <a:lnTo>
                    <a:pt x="2136" y="4766"/>
                  </a:lnTo>
                  <a:lnTo>
                    <a:pt x="2134" y="4768"/>
                  </a:lnTo>
                  <a:lnTo>
                    <a:pt x="2134" y="4772"/>
                  </a:lnTo>
                  <a:lnTo>
                    <a:pt x="2138" y="4782"/>
                  </a:lnTo>
                  <a:lnTo>
                    <a:pt x="2154" y="4806"/>
                  </a:lnTo>
                  <a:lnTo>
                    <a:pt x="2158" y="4812"/>
                  </a:lnTo>
                  <a:lnTo>
                    <a:pt x="2162" y="4812"/>
                  </a:lnTo>
                  <a:lnTo>
                    <a:pt x="2164" y="4810"/>
                  </a:lnTo>
                  <a:lnTo>
                    <a:pt x="2166" y="4806"/>
                  </a:lnTo>
                  <a:lnTo>
                    <a:pt x="2166" y="4794"/>
                  </a:lnTo>
                  <a:lnTo>
                    <a:pt x="2164" y="4790"/>
                  </a:lnTo>
                  <a:lnTo>
                    <a:pt x="2160" y="4786"/>
                  </a:lnTo>
                  <a:lnTo>
                    <a:pt x="2154" y="4780"/>
                  </a:lnTo>
                  <a:lnTo>
                    <a:pt x="2150" y="4772"/>
                  </a:lnTo>
                  <a:lnTo>
                    <a:pt x="2144" y="4768"/>
                  </a:lnTo>
                  <a:lnTo>
                    <a:pt x="2140" y="4766"/>
                  </a:lnTo>
                  <a:lnTo>
                    <a:pt x="2136" y="4766"/>
                  </a:lnTo>
                  <a:close/>
                  <a:moveTo>
                    <a:pt x="2832" y="5258"/>
                  </a:moveTo>
                  <a:lnTo>
                    <a:pt x="2832" y="5258"/>
                  </a:lnTo>
                  <a:lnTo>
                    <a:pt x="2828" y="5254"/>
                  </a:lnTo>
                  <a:lnTo>
                    <a:pt x="2828" y="5248"/>
                  </a:lnTo>
                  <a:lnTo>
                    <a:pt x="2832" y="5234"/>
                  </a:lnTo>
                  <a:lnTo>
                    <a:pt x="2832" y="5226"/>
                  </a:lnTo>
                  <a:lnTo>
                    <a:pt x="2832" y="5220"/>
                  </a:lnTo>
                  <a:lnTo>
                    <a:pt x="2828" y="5214"/>
                  </a:lnTo>
                  <a:lnTo>
                    <a:pt x="2820" y="5212"/>
                  </a:lnTo>
                  <a:lnTo>
                    <a:pt x="2808" y="5212"/>
                  </a:lnTo>
                  <a:lnTo>
                    <a:pt x="2798" y="5214"/>
                  </a:lnTo>
                  <a:lnTo>
                    <a:pt x="2786" y="5216"/>
                  </a:lnTo>
                  <a:lnTo>
                    <a:pt x="2780" y="5216"/>
                  </a:lnTo>
                  <a:lnTo>
                    <a:pt x="2772" y="5212"/>
                  </a:lnTo>
                  <a:lnTo>
                    <a:pt x="2762" y="5208"/>
                  </a:lnTo>
                  <a:lnTo>
                    <a:pt x="2762" y="5206"/>
                  </a:lnTo>
                  <a:lnTo>
                    <a:pt x="2762" y="5204"/>
                  </a:lnTo>
                  <a:lnTo>
                    <a:pt x="2762" y="5196"/>
                  </a:lnTo>
                  <a:lnTo>
                    <a:pt x="2762" y="5190"/>
                  </a:lnTo>
                  <a:lnTo>
                    <a:pt x="2758" y="5184"/>
                  </a:lnTo>
                  <a:lnTo>
                    <a:pt x="2754" y="5178"/>
                  </a:lnTo>
                  <a:lnTo>
                    <a:pt x="2752" y="5174"/>
                  </a:lnTo>
                  <a:lnTo>
                    <a:pt x="2748" y="5174"/>
                  </a:lnTo>
                  <a:lnTo>
                    <a:pt x="2746" y="5176"/>
                  </a:lnTo>
                  <a:lnTo>
                    <a:pt x="2740" y="5178"/>
                  </a:lnTo>
                  <a:lnTo>
                    <a:pt x="2738" y="5178"/>
                  </a:lnTo>
                  <a:lnTo>
                    <a:pt x="2734" y="5174"/>
                  </a:lnTo>
                  <a:lnTo>
                    <a:pt x="2730" y="5168"/>
                  </a:lnTo>
                  <a:lnTo>
                    <a:pt x="2728" y="5170"/>
                  </a:lnTo>
                  <a:lnTo>
                    <a:pt x="2726" y="5170"/>
                  </a:lnTo>
                  <a:lnTo>
                    <a:pt x="2720" y="5166"/>
                  </a:lnTo>
                  <a:lnTo>
                    <a:pt x="2718" y="5164"/>
                  </a:lnTo>
                  <a:lnTo>
                    <a:pt x="2714" y="5162"/>
                  </a:lnTo>
                  <a:lnTo>
                    <a:pt x="2708" y="5164"/>
                  </a:lnTo>
                  <a:lnTo>
                    <a:pt x="2704" y="5166"/>
                  </a:lnTo>
                  <a:lnTo>
                    <a:pt x="2700" y="5166"/>
                  </a:lnTo>
                  <a:lnTo>
                    <a:pt x="2698" y="5162"/>
                  </a:lnTo>
                  <a:lnTo>
                    <a:pt x="2694" y="5154"/>
                  </a:lnTo>
                  <a:lnTo>
                    <a:pt x="2692" y="5150"/>
                  </a:lnTo>
                  <a:lnTo>
                    <a:pt x="2688" y="5148"/>
                  </a:lnTo>
                  <a:lnTo>
                    <a:pt x="2686" y="5150"/>
                  </a:lnTo>
                  <a:lnTo>
                    <a:pt x="2682" y="5152"/>
                  </a:lnTo>
                  <a:lnTo>
                    <a:pt x="2680" y="5156"/>
                  </a:lnTo>
                  <a:lnTo>
                    <a:pt x="2676" y="5166"/>
                  </a:lnTo>
                  <a:lnTo>
                    <a:pt x="2670" y="5178"/>
                  </a:lnTo>
                  <a:lnTo>
                    <a:pt x="2668" y="5180"/>
                  </a:lnTo>
                  <a:lnTo>
                    <a:pt x="2666" y="5180"/>
                  </a:lnTo>
                  <a:lnTo>
                    <a:pt x="2660" y="5176"/>
                  </a:lnTo>
                  <a:lnTo>
                    <a:pt x="2654" y="5174"/>
                  </a:lnTo>
                  <a:lnTo>
                    <a:pt x="2646" y="5172"/>
                  </a:lnTo>
                  <a:lnTo>
                    <a:pt x="2634" y="5174"/>
                  </a:lnTo>
                  <a:lnTo>
                    <a:pt x="2630" y="5174"/>
                  </a:lnTo>
                  <a:lnTo>
                    <a:pt x="2626" y="5176"/>
                  </a:lnTo>
                  <a:lnTo>
                    <a:pt x="2620" y="5174"/>
                  </a:lnTo>
                  <a:lnTo>
                    <a:pt x="2612" y="5172"/>
                  </a:lnTo>
                  <a:lnTo>
                    <a:pt x="2604" y="5172"/>
                  </a:lnTo>
                  <a:lnTo>
                    <a:pt x="2600" y="5170"/>
                  </a:lnTo>
                  <a:lnTo>
                    <a:pt x="2596" y="5168"/>
                  </a:lnTo>
                  <a:lnTo>
                    <a:pt x="2594" y="5162"/>
                  </a:lnTo>
                  <a:lnTo>
                    <a:pt x="2590" y="5154"/>
                  </a:lnTo>
                  <a:lnTo>
                    <a:pt x="2588" y="5148"/>
                  </a:lnTo>
                  <a:lnTo>
                    <a:pt x="2586" y="5144"/>
                  </a:lnTo>
                  <a:lnTo>
                    <a:pt x="2584" y="5144"/>
                  </a:lnTo>
                  <a:lnTo>
                    <a:pt x="2582" y="5144"/>
                  </a:lnTo>
                  <a:lnTo>
                    <a:pt x="2576" y="5146"/>
                  </a:lnTo>
                  <a:lnTo>
                    <a:pt x="2574" y="5146"/>
                  </a:lnTo>
                  <a:lnTo>
                    <a:pt x="2570" y="5142"/>
                  </a:lnTo>
                  <a:lnTo>
                    <a:pt x="2566" y="5140"/>
                  </a:lnTo>
                  <a:lnTo>
                    <a:pt x="2564" y="5140"/>
                  </a:lnTo>
                  <a:lnTo>
                    <a:pt x="2558" y="5140"/>
                  </a:lnTo>
                  <a:lnTo>
                    <a:pt x="2554" y="5142"/>
                  </a:lnTo>
                  <a:lnTo>
                    <a:pt x="2552" y="5140"/>
                  </a:lnTo>
                  <a:lnTo>
                    <a:pt x="2550" y="5138"/>
                  </a:lnTo>
                  <a:lnTo>
                    <a:pt x="2544" y="5132"/>
                  </a:lnTo>
                  <a:lnTo>
                    <a:pt x="2538" y="5128"/>
                  </a:lnTo>
                  <a:lnTo>
                    <a:pt x="2532" y="5128"/>
                  </a:lnTo>
                  <a:lnTo>
                    <a:pt x="2530" y="5130"/>
                  </a:lnTo>
                  <a:lnTo>
                    <a:pt x="2530" y="5132"/>
                  </a:lnTo>
                  <a:lnTo>
                    <a:pt x="2528" y="5136"/>
                  </a:lnTo>
                  <a:lnTo>
                    <a:pt x="2526" y="5136"/>
                  </a:lnTo>
                  <a:lnTo>
                    <a:pt x="2520" y="5136"/>
                  </a:lnTo>
                  <a:lnTo>
                    <a:pt x="2512" y="5132"/>
                  </a:lnTo>
                  <a:lnTo>
                    <a:pt x="2498" y="5130"/>
                  </a:lnTo>
                  <a:lnTo>
                    <a:pt x="2492" y="5130"/>
                  </a:lnTo>
                  <a:lnTo>
                    <a:pt x="2488" y="5132"/>
                  </a:lnTo>
                  <a:lnTo>
                    <a:pt x="2486" y="5136"/>
                  </a:lnTo>
                  <a:lnTo>
                    <a:pt x="2484" y="5140"/>
                  </a:lnTo>
                  <a:lnTo>
                    <a:pt x="2482" y="5150"/>
                  </a:lnTo>
                  <a:lnTo>
                    <a:pt x="2480" y="5152"/>
                  </a:lnTo>
                  <a:lnTo>
                    <a:pt x="2478" y="5154"/>
                  </a:lnTo>
                  <a:lnTo>
                    <a:pt x="2474" y="5156"/>
                  </a:lnTo>
                  <a:lnTo>
                    <a:pt x="2472" y="5160"/>
                  </a:lnTo>
                  <a:lnTo>
                    <a:pt x="2472" y="5164"/>
                  </a:lnTo>
                  <a:lnTo>
                    <a:pt x="2464" y="5164"/>
                  </a:lnTo>
                  <a:lnTo>
                    <a:pt x="2460" y="5166"/>
                  </a:lnTo>
                  <a:lnTo>
                    <a:pt x="2458" y="5168"/>
                  </a:lnTo>
                  <a:lnTo>
                    <a:pt x="2460" y="5172"/>
                  </a:lnTo>
                  <a:lnTo>
                    <a:pt x="2464" y="5174"/>
                  </a:lnTo>
                  <a:lnTo>
                    <a:pt x="2474" y="5174"/>
                  </a:lnTo>
                  <a:lnTo>
                    <a:pt x="2482" y="5174"/>
                  </a:lnTo>
                  <a:lnTo>
                    <a:pt x="2490" y="5174"/>
                  </a:lnTo>
                  <a:lnTo>
                    <a:pt x="2494" y="5174"/>
                  </a:lnTo>
                  <a:lnTo>
                    <a:pt x="2496" y="5178"/>
                  </a:lnTo>
                  <a:lnTo>
                    <a:pt x="2500" y="5180"/>
                  </a:lnTo>
                  <a:lnTo>
                    <a:pt x="2504" y="5180"/>
                  </a:lnTo>
                  <a:lnTo>
                    <a:pt x="2510" y="5180"/>
                  </a:lnTo>
                  <a:lnTo>
                    <a:pt x="2512" y="5180"/>
                  </a:lnTo>
                  <a:lnTo>
                    <a:pt x="2508" y="5188"/>
                  </a:lnTo>
                  <a:lnTo>
                    <a:pt x="2506" y="5194"/>
                  </a:lnTo>
                  <a:lnTo>
                    <a:pt x="2508" y="5198"/>
                  </a:lnTo>
                  <a:lnTo>
                    <a:pt x="2510" y="5200"/>
                  </a:lnTo>
                  <a:lnTo>
                    <a:pt x="2516" y="5200"/>
                  </a:lnTo>
                  <a:lnTo>
                    <a:pt x="2536" y="5204"/>
                  </a:lnTo>
                  <a:lnTo>
                    <a:pt x="2550" y="5210"/>
                  </a:lnTo>
                  <a:lnTo>
                    <a:pt x="2570" y="5218"/>
                  </a:lnTo>
                  <a:lnTo>
                    <a:pt x="2576" y="5220"/>
                  </a:lnTo>
                  <a:lnTo>
                    <a:pt x="2584" y="5220"/>
                  </a:lnTo>
                  <a:lnTo>
                    <a:pt x="2588" y="5220"/>
                  </a:lnTo>
                  <a:lnTo>
                    <a:pt x="2594" y="5218"/>
                  </a:lnTo>
                  <a:lnTo>
                    <a:pt x="2602" y="5214"/>
                  </a:lnTo>
                  <a:lnTo>
                    <a:pt x="2606" y="5214"/>
                  </a:lnTo>
                  <a:lnTo>
                    <a:pt x="2608" y="5214"/>
                  </a:lnTo>
                  <a:lnTo>
                    <a:pt x="2614" y="5218"/>
                  </a:lnTo>
                  <a:lnTo>
                    <a:pt x="2620" y="5216"/>
                  </a:lnTo>
                  <a:lnTo>
                    <a:pt x="2628" y="5216"/>
                  </a:lnTo>
                  <a:lnTo>
                    <a:pt x="2642" y="5218"/>
                  </a:lnTo>
                  <a:lnTo>
                    <a:pt x="2648" y="5220"/>
                  </a:lnTo>
                  <a:lnTo>
                    <a:pt x="2654" y="5224"/>
                  </a:lnTo>
                  <a:lnTo>
                    <a:pt x="2662" y="5230"/>
                  </a:lnTo>
                  <a:lnTo>
                    <a:pt x="2668" y="5234"/>
                  </a:lnTo>
                  <a:lnTo>
                    <a:pt x="2676" y="5238"/>
                  </a:lnTo>
                  <a:lnTo>
                    <a:pt x="2690" y="5242"/>
                  </a:lnTo>
                  <a:lnTo>
                    <a:pt x="2706" y="5246"/>
                  </a:lnTo>
                  <a:lnTo>
                    <a:pt x="2722" y="5248"/>
                  </a:lnTo>
                  <a:lnTo>
                    <a:pt x="2726" y="5246"/>
                  </a:lnTo>
                  <a:lnTo>
                    <a:pt x="2728" y="5244"/>
                  </a:lnTo>
                  <a:lnTo>
                    <a:pt x="2732" y="5244"/>
                  </a:lnTo>
                  <a:lnTo>
                    <a:pt x="2752" y="5248"/>
                  </a:lnTo>
                  <a:lnTo>
                    <a:pt x="2764" y="5250"/>
                  </a:lnTo>
                  <a:lnTo>
                    <a:pt x="2770" y="5248"/>
                  </a:lnTo>
                  <a:lnTo>
                    <a:pt x="2772" y="5246"/>
                  </a:lnTo>
                  <a:lnTo>
                    <a:pt x="2774" y="5244"/>
                  </a:lnTo>
                  <a:lnTo>
                    <a:pt x="2774" y="5242"/>
                  </a:lnTo>
                  <a:lnTo>
                    <a:pt x="2776" y="5242"/>
                  </a:lnTo>
                  <a:lnTo>
                    <a:pt x="2794" y="5250"/>
                  </a:lnTo>
                  <a:lnTo>
                    <a:pt x="2806" y="5256"/>
                  </a:lnTo>
                  <a:lnTo>
                    <a:pt x="2814" y="5258"/>
                  </a:lnTo>
                  <a:lnTo>
                    <a:pt x="2820" y="5260"/>
                  </a:lnTo>
                  <a:lnTo>
                    <a:pt x="2828" y="5264"/>
                  </a:lnTo>
                  <a:lnTo>
                    <a:pt x="2834" y="5268"/>
                  </a:lnTo>
                  <a:lnTo>
                    <a:pt x="2836" y="5268"/>
                  </a:lnTo>
                  <a:lnTo>
                    <a:pt x="2836" y="5266"/>
                  </a:lnTo>
                  <a:lnTo>
                    <a:pt x="2836" y="5262"/>
                  </a:lnTo>
                  <a:lnTo>
                    <a:pt x="2832" y="5258"/>
                  </a:lnTo>
                  <a:close/>
                  <a:moveTo>
                    <a:pt x="2398" y="4778"/>
                  </a:moveTo>
                  <a:lnTo>
                    <a:pt x="2398" y="4778"/>
                  </a:lnTo>
                  <a:lnTo>
                    <a:pt x="2400" y="4780"/>
                  </a:lnTo>
                  <a:lnTo>
                    <a:pt x="2402" y="4780"/>
                  </a:lnTo>
                  <a:lnTo>
                    <a:pt x="2406" y="4780"/>
                  </a:lnTo>
                  <a:lnTo>
                    <a:pt x="2410" y="4776"/>
                  </a:lnTo>
                  <a:lnTo>
                    <a:pt x="2410" y="4774"/>
                  </a:lnTo>
                  <a:lnTo>
                    <a:pt x="2408" y="4772"/>
                  </a:lnTo>
                  <a:lnTo>
                    <a:pt x="2402" y="4772"/>
                  </a:lnTo>
                  <a:lnTo>
                    <a:pt x="2398" y="4774"/>
                  </a:lnTo>
                  <a:lnTo>
                    <a:pt x="2398" y="4776"/>
                  </a:lnTo>
                  <a:lnTo>
                    <a:pt x="2398" y="4778"/>
                  </a:lnTo>
                  <a:close/>
                  <a:moveTo>
                    <a:pt x="2330" y="4760"/>
                  </a:moveTo>
                  <a:lnTo>
                    <a:pt x="2330" y="4760"/>
                  </a:lnTo>
                  <a:lnTo>
                    <a:pt x="2330" y="4762"/>
                  </a:lnTo>
                  <a:lnTo>
                    <a:pt x="2332" y="4764"/>
                  </a:lnTo>
                  <a:lnTo>
                    <a:pt x="2340" y="4770"/>
                  </a:lnTo>
                  <a:lnTo>
                    <a:pt x="2348" y="4774"/>
                  </a:lnTo>
                  <a:lnTo>
                    <a:pt x="2350" y="4774"/>
                  </a:lnTo>
                  <a:lnTo>
                    <a:pt x="2350" y="4770"/>
                  </a:lnTo>
                  <a:lnTo>
                    <a:pt x="2350" y="4768"/>
                  </a:lnTo>
                  <a:lnTo>
                    <a:pt x="2346" y="4764"/>
                  </a:lnTo>
                  <a:lnTo>
                    <a:pt x="2340" y="4760"/>
                  </a:lnTo>
                  <a:lnTo>
                    <a:pt x="2334" y="4758"/>
                  </a:lnTo>
                  <a:lnTo>
                    <a:pt x="2332" y="4758"/>
                  </a:lnTo>
                  <a:lnTo>
                    <a:pt x="2330" y="4760"/>
                  </a:lnTo>
                  <a:close/>
                  <a:moveTo>
                    <a:pt x="2230" y="4942"/>
                  </a:moveTo>
                  <a:lnTo>
                    <a:pt x="2230" y="4942"/>
                  </a:lnTo>
                  <a:lnTo>
                    <a:pt x="2230" y="4944"/>
                  </a:lnTo>
                  <a:lnTo>
                    <a:pt x="2230" y="4946"/>
                  </a:lnTo>
                  <a:lnTo>
                    <a:pt x="2234" y="4952"/>
                  </a:lnTo>
                  <a:lnTo>
                    <a:pt x="2238" y="4956"/>
                  </a:lnTo>
                  <a:lnTo>
                    <a:pt x="2242" y="4956"/>
                  </a:lnTo>
                  <a:lnTo>
                    <a:pt x="2244" y="4954"/>
                  </a:lnTo>
                  <a:lnTo>
                    <a:pt x="2244" y="4952"/>
                  </a:lnTo>
                  <a:lnTo>
                    <a:pt x="2244" y="4950"/>
                  </a:lnTo>
                  <a:lnTo>
                    <a:pt x="2240" y="4944"/>
                  </a:lnTo>
                  <a:lnTo>
                    <a:pt x="2236" y="4940"/>
                  </a:lnTo>
                  <a:lnTo>
                    <a:pt x="2232" y="4940"/>
                  </a:lnTo>
                  <a:lnTo>
                    <a:pt x="2230" y="4942"/>
                  </a:lnTo>
                  <a:close/>
                  <a:moveTo>
                    <a:pt x="2194" y="4886"/>
                  </a:moveTo>
                  <a:lnTo>
                    <a:pt x="2194" y="4886"/>
                  </a:lnTo>
                  <a:lnTo>
                    <a:pt x="2192" y="4890"/>
                  </a:lnTo>
                  <a:lnTo>
                    <a:pt x="2192" y="4896"/>
                  </a:lnTo>
                  <a:lnTo>
                    <a:pt x="2194" y="4904"/>
                  </a:lnTo>
                  <a:lnTo>
                    <a:pt x="2198" y="4910"/>
                  </a:lnTo>
                  <a:lnTo>
                    <a:pt x="2208" y="4920"/>
                  </a:lnTo>
                  <a:lnTo>
                    <a:pt x="2214" y="4924"/>
                  </a:lnTo>
                  <a:lnTo>
                    <a:pt x="2218" y="4924"/>
                  </a:lnTo>
                  <a:lnTo>
                    <a:pt x="2220" y="4920"/>
                  </a:lnTo>
                  <a:lnTo>
                    <a:pt x="2220" y="4914"/>
                  </a:lnTo>
                  <a:lnTo>
                    <a:pt x="2214" y="4900"/>
                  </a:lnTo>
                  <a:lnTo>
                    <a:pt x="2210" y="4894"/>
                  </a:lnTo>
                  <a:lnTo>
                    <a:pt x="2204" y="4888"/>
                  </a:lnTo>
                  <a:lnTo>
                    <a:pt x="2200" y="4886"/>
                  </a:lnTo>
                  <a:lnTo>
                    <a:pt x="2194" y="4886"/>
                  </a:lnTo>
                  <a:close/>
                  <a:moveTo>
                    <a:pt x="2182" y="4866"/>
                  </a:moveTo>
                  <a:lnTo>
                    <a:pt x="2182" y="4866"/>
                  </a:lnTo>
                  <a:lnTo>
                    <a:pt x="2184" y="4868"/>
                  </a:lnTo>
                  <a:lnTo>
                    <a:pt x="2186" y="4866"/>
                  </a:lnTo>
                  <a:lnTo>
                    <a:pt x="2188" y="4862"/>
                  </a:lnTo>
                  <a:lnTo>
                    <a:pt x="2188" y="4856"/>
                  </a:lnTo>
                  <a:lnTo>
                    <a:pt x="2186" y="4850"/>
                  </a:lnTo>
                  <a:lnTo>
                    <a:pt x="2184" y="4850"/>
                  </a:lnTo>
                  <a:lnTo>
                    <a:pt x="2182" y="4850"/>
                  </a:lnTo>
                  <a:lnTo>
                    <a:pt x="2180" y="4854"/>
                  </a:lnTo>
                  <a:lnTo>
                    <a:pt x="2180" y="4860"/>
                  </a:lnTo>
                  <a:lnTo>
                    <a:pt x="2180" y="4864"/>
                  </a:lnTo>
                  <a:lnTo>
                    <a:pt x="2182" y="4866"/>
                  </a:lnTo>
                  <a:close/>
                  <a:moveTo>
                    <a:pt x="2248" y="4964"/>
                  </a:moveTo>
                  <a:lnTo>
                    <a:pt x="2248" y="4964"/>
                  </a:lnTo>
                  <a:lnTo>
                    <a:pt x="2246" y="4968"/>
                  </a:lnTo>
                  <a:lnTo>
                    <a:pt x="2246" y="4974"/>
                  </a:lnTo>
                  <a:lnTo>
                    <a:pt x="2248" y="4976"/>
                  </a:lnTo>
                  <a:lnTo>
                    <a:pt x="2252" y="4978"/>
                  </a:lnTo>
                  <a:lnTo>
                    <a:pt x="2254" y="4978"/>
                  </a:lnTo>
                  <a:lnTo>
                    <a:pt x="2256" y="4980"/>
                  </a:lnTo>
                  <a:lnTo>
                    <a:pt x="2260" y="4990"/>
                  </a:lnTo>
                  <a:lnTo>
                    <a:pt x="2262" y="4996"/>
                  </a:lnTo>
                  <a:lnTo>
                    <a:pt x="2264" y="4996"/>
                  </a:lnTo>
                  <a:lnTo>
                    <a:pt x="2266" y="4994"/>
                  </a:lnTo>
                  <a:lnTo>
                    <a:pt x="2266" y="4990"/>
                  </a:lnTo>
                  <a:lnTo>
                    <a:pt x="2266" y="4984"/>
                  </a:lnTo>
                  <a:lnTo>
                    <a:pt x="2260" y="4974"/>
                  </a:lnTo>
                  <a:lnTo>
                    <a:pt x="2254" y="4964"/>
                  </a:lnTo>
                  <a:lnTo>
                    <a:pt x="2250" y="4964"/>
                  </a:lnTo>
                  <a:lnTo>
                    <a:pt x="2248" y="4964"/>
                  </a:lnTo>
                  <a:close/>
                  <a:moveTo>
                    <a:pt x="2354" y="4788"/>
                  </a:moveTo>
                  <a:lnTo>
                    <a:pt x="2354" y="4788"/>
                  </a:lnTo>
                  <a:lnTo>
                    <a:pt x="2352" y="4784"/>
                  </a:lnTo>
                  <a:lnTo>
                    <a:pt x="2350" y="4792"/>
                  </a:lnTo>
                  <a:lnTo>
                    <a:pt x="2348" y="4796"/>
                  </a:lnTo>
                  <a:lnTo>
                    <a:pt x="2348" y="4800"/>
                  </a:lnTo>
                  <a:lnTo>
                    <a:pt x="2352" y="4800"/>
                  </a:lnTo>
                  <a:lnTo>
                    <a:pt x="2358" y="4802"/>
                  </a:lnTo>
                  <a:lnTo>
                    <a:pt x="2364" y="4802"/>
                  </a:lnTo>
                  <a:lnTo>
                    <a:pt x="2370" y="4804"/>
                  </a:lnTo>
                  <a:lnTo>
                    <a:pt x="2372" y="4804"/>
                  </a:lnTo>
                  <a:lnTo>
                    <a:pt x="2372" y="4800"/>
                  </a:lnTo>
                  <a:lnTo>
                    <a:pt x="2372" y="4798"/>
                  </a:lnTo>
                  <a:lnTo>
                    <a:pt x="2370" y="4796"/>
                  </a:lnTo>
                  <a:lnTo>
                    <a:pt x="2364" y="4794"/>
                  </a:lnTo>
                  <a:lnTo>
                    <a:pt x="2358" y="4792"/>
                  </a:lnTo>
                  <a:lnTo>
                    <a:pt x="2354" y="4788"/>
                  </a:lnTo>
                  <a:close/>
                  <a:moveTo>
                    <a:pt x="2484" y="5128"/>
                  </a:moveTo>
                  <a:lnTo>
                    <a:pt x="2484" y="5128"/>
                  </a:lnTo>
                  <a:lnTo>
                    <a:pt x="2486" y="5124"/>
                  </a:lnTo>
                  <a:lnTo>
                    <a:pt x="2486" y="5120"/>
                  </a:lnTo>
                  <a:lnTo>
                    <a:pt x="2488" y="5108"/>
                  </a:lnTo>
                  <a:lnTo>
                    <a:pt x="2486" y="5092"/>
                  </a:lnTo>
                  <a:lnTo>
                    <a:pt x="2488" y="5076"/>
                  </a:lnTo>
                  <a:lnTo>
                    <a:pt x="2488" y="5062"/>
                  </a:lnTo>
                  <a:lnTo>
                    <a:pt x="2486" y="5056"/>
                  </a:lnTo>
                  <a:lnTo>
                    <a:pt x="2484" y="5050"/>
                  </a:lnTo>
                  <a:lnTo>
                    <a:pt x="2486" y="5038"/>
                  </a:lnTo>
                  <a:lnTo>
                    <a:pt x="2488" y="5028"/>
                  </a:lnTo>
                  <a:lnTo>
                    <a:pt x="2488" y="5020"/>
                  </a:lnTo>
                  <a:lnTo>
                    <a:pt x="2486" y="5014"/>
                  </a:lnTo>
                  <a:lnTo>
                    <a:pt x="2492" y="5004"/>
                  </a:lnTo>
                  <a:lnTo>
                    <a:pt x="2494" y="4998"/>
                  </a:lnTo>
                  <a:lnTo>
                    <a:pt x="2496" y="4994"/>
                  </a:lnTo>
                  <a:lnTo>
                    <a:pt x="2494" y="4990"/>
                  </a:lnTo>
                  <a:lnTo>
                    <a:pt x="2492" y="4988"/>
                  </a:lnTo>
                  <a:lnTo>
                    <a:pt x="2486" y="4982"/>
                  </a:lnTo>
                  <a:lnTo>
                    <a:pt x="2482" y="4978"/>
                  </a:lnTo>
                  <a:lnTo>
                    <a:pt x="2480" y="4972"/>
                  </a:lnTo>
                  <a:lnTo>
                    <a:pt x="2476" y="4962"/>
                  </a:lnTo>
                  <a:lnTo>
                    <a:pt x="2472" y="4956"/>
                  </a:lnTo>
                  <a:lnTo>
                    <a:pt x="2468" y="4954"/>
                  </a:lnTo>
                  <a:lnTo>
                    <a:pt x="2460" y="4956"/>
                  </a:lnTo>
                  <a:lnTo>
                    <a:pt x="2456" y="4958"/>
                  </a:lnTo>
                  <a:lnTo>
                    <a:pt x="2452" y="4956"/>
                  </a:lnTo>
                  <a:lnTo>
                    <a:pt x="2450" y="4956"/>
                  </a:lnTo>
                  <a:lnTo>
                    <a:pt x="2446" y="4958"/>
                  </a:lnTo>
                  <a:lnTo>
                    <a:pt x="2440" y="4962"/>
                  </a:lnTo>
                  <a:lnTo>
                    <a:pt x="2442" y="4956"/>
                  </a:lnTo>
                  <a:lnTo>
                    <a:pt x="2446" y="4946"/>
                  </a:lnTo>
                  <a:lnTo>
                    <a:pt x="2446" y="4942"/>
                  </a:lnTo>
                  <a:lnTo>
                    <a:pt x="2442" y="4940"/>
                  </a:lnTo>
                  <a:lnTo>
                    <a:pt x="2438" y="4938"/>
                  </a:lnTo>
                  <a:lnTo>
                    <a:pt x="2436" y="4932"/>
                  </a:lnTo>
                  <a:lnTo>
                    <a:pt x="2430" y="4914"/>
                  </a:lnTo>
                  <a:lnTo>
                    <a:pt x="2428" y="4904"/>
                  </a:lnTo>
                  <a:lnTo>
                    <a:pt x="2426" y="4898"/>
                  </a:lnTo>
                  <a:lnTo>
                    <a:pt x="2422" y="4892"/>
                  </a:lnTo>
                  <a:lnTo>
                    <a:pt x="2420" y="4890"/>
                  </a:lnTo>
                  <a:lnTo>
                    <a:pt x="2416" y="4890"/>
                  </a:lnTo>
                  <a:lnTo>
                    <a:pt x="2410" y="4890"/>
                  </a:lnTo>
                  <a:lnTo>
                    <a:pt x="2404" y="4890"/>
                  </a:lnTo>
                  <a:lnTo>
                    <a:pt x="2394" y="4884"/>
                  </a:lnTo>
                  <a:lnTo>
                    <a:pt x="2390" y="4880"/>
                  </a:lnTo>
                  <a:lnTo>
                    <a:pt x="2388" y="4876"/>
                  </a:lnTo>
                  <a:lnTo>
                    <a:pt x="2388" y="4872"/>
                  </a:lnTo>
                  <a:lnTo>
                    <a:pt x="2388" y="4868"/>
                  </a:lnTo>
                  <a:lnTo>
                    <a:pt x="2390" y="4862"/>
                  </a:lnTo>
                  <a:lnTo>
                    <a:pt x="2392" y="4858"/>
                  </a:lnTo>
                  <a:lnTo>
                    <a:pt x="2390" y="4852"/>
                  </a:lnTo>
                  <a:lnTo>
                    <a:pt x="2390" y="4848"/>
                  </a:lnTo>
                  <a:lnTo>
                    <a:pt x="2392" y="4846"/>
                  </a:lnTo>
                  <a:lnTo>
                    <a:pt x="2396" y="4844"/>
                  </a:lnTo>
                  <a:lnTo>
                    <a:pt x="2400" y="4842"/>
                  </a:lnTo>
                  <a:lnTo>
                    <a:pt x="2402" y="4836"/>
                  </a:lnTo>
                  <a:lnTo>
                    <a:pt x="2402" y="4832"/>
                  </a:lnTo>
                  <a:lnTo>
                    <a:pt x="2400" y="4826"/>
                  </a:lnTo>
                  <a:lnTo>
                    <a:pt x="2396" y="4822"/>
                  </a:lnTo>
                  <a:lnTo>
                    <a:pt x="2392" y="4818"/>
                  </a:lnTo>
                  <a:lnTo>
                    <a:pt x="2386" y="4816"/>
                  </a:lnTo>
                  <a:lnTo>
                    <a:pt x="2380" y="4818"/>
                  </a:lnTo>
                  <a:lnTo>
                    <a:pt x="2376" y="4820"/>
                  </a:lnTo>
                  <a:lnTo>
                    <a:pt x="2374" y="4820"/>
                  </a:lnTo>
                  <a:lnTo>
                    <a:pt x="2372" y="4814"/>
                  </a:lnTo>
                  <a:lnTo>
                    <a:pt x="2372" y="4812"/>
                  </a:lnTo>
                  <a:lnTo>
                    <a:pt x="2368" y="4808"/>
                  </a:lnTo>
                  <a:lnTo>
                    <a:pt x="2364" y="4806"/>
                  </a:lnTo>
                  <a:lnTo>
                    <a:pt x="2356" y="4804"/>
                  </a:lnTo>
                  <a:lnTo>
                    <a:pt x="2348" y="4802"/>
                  </a:lnTo>
                  <a:lnTo>
                    <a:pt x="2342" y="4796"/>
                  </a:lnTo>
                  <a:lnTo>
                    <a:pt x="2340" y="4790"/>
                  </a:lnTo>
                  <a:lnTo>
                    <a:pt x="2338" y="4784"/>
                  </a:lnTo>
                  <a:lnTo>
                    <a:pt x="2336" y="4776"/>
                  </a:lnTo>
                  <a:lnTo>
                    <a:pt x="2332" y="4768"/>
                  </a:lnTo>
                  <a:lnTo>
                    <a:pt x="2324" y="4762"/>
                  </a:lnTo>
                  <a:lnTo>
                    <a:pt x="2314" y="4758"/>
                  </a:lnTo>
                  <a:lnTo>
                    <a:pt x="2308" y="4756"/>
                  </a:lnTo>
                  <a:lnTo>
                    <a:pt x="2304" y="4754"/>
                  </a:lnTo>
                  <a:lnTo>
                    <a:pt x="2302" y="4748"/>
                  </a:lnTo>
                  <a:lnTo>
                    <a:pt x="2300" y="4740"/>
                  </a:lnTo>
                  <a:lnTo>
                    <a:pt x="2298" y="4738"/>
                  </a:lnTo>
                  <a:lnTo>
                    <a:pt x="2296" y="4734"/>
                  </a:lnTo>
                  <a:lnTo>
                    <a:pt x="2288" y="4728"/>
                  </a:lnTo>
                  <a:lnTo>
                    <a:pt x="2284" y="4728"/>
                  </a:lnTo>
                  <a:lnTo>
                    <a:pt x="2282" y="4730"/>
                  </a:lnTo>
                  <a:lnTo>
                    <a:pt x="2282" y="4732"/>
                  </a:lnTo>
                  <a:lnTo>
                    <a:pt x="2282" y="4740"/>
                  </a:lnTo>
                  <a:lnTo>
                    <a:pt x="2282" y="4742"/>
                  </a:lnTo>
                  <a:lnTo>
                    <a:pt x="2280" y="4740"/>
                  </a:lnTo>
                  <a:lnTo>
                    <a:pt x="2274" y="4736"/>
                  </a:lnTo>
                  <a:lnTo>
                    <a:pt x="2270" y="4732"/>
                  </a:lnTo>
                  <a:lnTo>
                    <a:pt x="2266" y="4728"/>
                  </a:lnTo>
                  <a:lnTo>
                    <a:pt x="2262" y="4718"/>
                  </a:lnTo>
                  <a:lnTo>
                    <a:pt x="2258" y="4710"/>
                  </a:lnTo>
                  <a:lnTo>
                    <a:pt x="2254" y="4708"/>
                  </a:lnTo>
                  <a:lnTo>
                    <a:pt x="2252" y="4708"/>
                  </a:lnTo>
                  <a:lnTo>
                    <a:pt x="2248" y="4702"/>
                  </a:lnTo>
                  <a:lnTo>
                    <a:pt x="2242" y="4692"/>
                  </a:lnTo>
                  <a:lnTo>
                    <a:pt x="2234" y="4680"/>
                  </a:lnTo>
                  <a:lnTo>
                    <a:pt x="2222" y="4670"/>
                  </a:lnTo>
                  <a:lnTo>
                    <a:pt x="2214" y="4666"/>
                  </a:lnTo>
                  <a:lnTo>
                    <a:pt x="2208" y="4664"/>
                  </a:lnTo>
                  <a:lnTo>
                    <a:pt x="2204" y="4662"/>
                  </a:lnTo>
                  <a:lnTo>
                    <a:pt x="2200" y="4658"/>
                  </a:lnTo>
                  <a:lnTo>
                    <a:pt x="2196" y="4652"/>
                  </a:lnTo>
                  <a:lnTo>
                    <a:pt x="2192" y="4646"/>
                  </a:lnTo>
                  <a:lnTo>
                    <a:pt x="2190" y="4644"/>
                  </a:lnTo>
                  <a:lnTo>
                    <a:pt x="2186" y="4642"/>
                  </a:lnTo>
                  <a:lnTo>
                    <a:pt x="2182" y="4640"/>
                  </a:lnTo>
                  <a:lnTo>
                    <a:pt x="2180" y="4638"/>
                  </a:lnTo>
                  <a:lnTo>
                    <a:pt x="2180" y="4632"/>
                  </a:lnTo>
                  <a:lnTo>
                    <a:pt x="2178" y="4626"/>
                  </a:lnTo>
                  <a:lnTo>
                    <a:pt x="2176" y="4624"/>
                  </a:lnTo>
                  <a:lnTo>
                    <a:pt x="2174" y="4622"/>
                  </a:lnTo>
                  <a:lnTo>
                    <a:pt x="2170" y="4620"/>
                  </a:lnTo>
                  <a:lnTo>
                    <a:pt x="2168" y="4618"/>
                  </a:lnTo>
                  <a:lnTo>
                    <a:pt x="2166" y="4612"/>
                  </a:lnTo>
                  <a:lnTo>
                    <a:pt x="2166" y="4604"/>
                  </a:lnTo>
                  <a:lnTo>
                    <a:pt x="2162" y="4598"/>
                  </a:lnTo>
                  <a:lnTo>
                    <a:pt x="2158" y="4592"/>
                  </a:lnTo>
                  <a:lnTo>
                    <a:pt x="2150" y="4582"/>
                  </a:lnTo>
                  <a:lnTo>
                    <a:pt x="2146" y="4582"/>
                  </a:lnTo>
                  <a:lnTo>
                    <a:pt x="2146" y="4584"/>
                  </a:lnTo>
                  <a:lnTo>
                    <a:pt x="2142" y="4586"/>
                  </a:lnTo>
                  <a:lnTo>
                    <a:pt x="2138" y="4586"/>
                  </a:lnTo>
                  <a:lnTo>
                    <a:pt x="2134" y="4584"/>
                  </a:lnTo>
                  <a:lnTo>
                    <a:pt x="2130" y="4582"/>
                  </a:lnTo>
                  <a:lnTo>
                    <a:pt x="2128" y="4580"/>
                  </a:lnTo>
                  <a:lnTo>
                    <a:pt x="2122" y="4582"/>
                  </a:lnTo>
                  <a:lnTo>
                    <a:pt x="2114" y="4584"/>
                  </a:lnTo>
                  <a:lnTo>
                    <a:pt x="2108" y="4584"/>
                  </a:lnTo>
                  <a:lnTo>
                    <a:pt x="2098" y="4584"/>
                  </a:lnTo>
                  <a:lnTo>
                    <a:pt x="2088" y="4580"/>
                  </a:lnTo>
                  <a:lnTo>
                    <a:pt x="2086" y="4578"/>
                  </a:lnTo>
                  <a:lnTo>
                    <a:pt x="2084" y="4576"/>
                  </a:lnTo>
                  <a:lnTo>
                    <a:pt x="2082" y="4572"/>
                  </a:lnTo>
                  <a:lnTo>
                    <a:pt x="2078" y="4568"/>
                  </a:lnTo>
                  <a:lnTo>
                    <a:pt x="2070" y="4566"/>
                  </a:lnTo>
                  <a:lnTo>
                    <a:pt x="2062" y="4564"/>
                  </a:lnTo>
                  <a:lnTo>
                    <a:pt x="2058" y="4566"/>
                  </a:lnTo>
                  <a:lnTo>
                    <a:pt x="2056" y="4570"/>
                  </a:lnTo>
                  <a:lnTo>
                    <a:pt x="2056" y="4576"/>
                  </a:lnTo>
                  <a:lnTo>
                    <a:pt x="2058" y="4584"/>
                  </a:lnTo>
                  <a:lnTo>
                    <a:pt x="2060" y="4594"/>
                  </a:lnTo>
                  <a:lnTo>
                    <a:pt x="2070" y="4612"/>
                  </a:lnTo>
                  <a:lnTo>
                    <a:pt x="2080" y="4626"/>
                  </a:lnTo>
                  <a:lnTo>
                    <a:pt x="2086" y="4634"/>
                  </a:lnTo>
                  <a:lnTo>
                    <a:pt x="2094" y="4640"/>
                  </a:lnTo>
                  <a:lnTo>
                    <a:pt x="2102" y="4650"/>
                  </a:lnTo>
                  <a:lnTo>
                    <a:pt x="2104" y="4654"/>
                  </a:lnTo>
                  <a:lnTo>
                    <a:pt x="2108" y="4658"/>
                  </a:lnTo>
                  <a:lnTo>
                    <a:pt x="2114" y="4658"/>
                  </a:lnTo>
                  <a:lnTo>
                    <a:pt x="2116" y="4658"/>
                  </a:lnTo>
                  <a:lnTo>
                    <a:pt x="2120" y="4660"/>
                  </a:lnTo>
                  <a:lnTo>
                    <a:pt x="2124" y="4664"/>
                  </a:lnTo>
                  <a:lnTo>
                    <a:pt x="2130" y="4672"/>
                  </a:lnTo>
                  <a:lnTo>
                    <a:pt x="2138" y="4686"/>
                  </a:lnTo>
                  <a:lnTo>
                    <a:pt x="2138" y="4690"/>
                  </a:lnTo>
                  <a:lnTo>
                    <a:pt x="2138" y="4692"/>
                  </a:lnTo>
                  <a:lnTo>
                    <a:pt x="2146" y="4698"/>
                  </a:lnTo>
                  <a:lnTo>
                    <a:pt x="2152" y="4702"/>
                  </a:lnTo>
                  <a:lnTo>
                    <a:pt x="2154" y="4706"/>
                  </a:lnTo>
                  <a:lnTo>
                    <a:pt x="2154" y="4716"/>
                  </a:lnTo>
                  <a:lnTo>
                    <a:pt x="2156" y="4720"/>
                  </a:lnTo>
                  <a:lnTo>
                    <a:pt x="2158" y="4724"/>
                  </a:lnTo>
                  <a:lnTo>
                    <a:pt x="2162" y="4730"/>
                  </a:lnTo>
                  <a:lnTo>
                    <a:pt x="2172" y="4736"/>
                  </a:lnTo>
                  <a:lnTo>
                    <a:pt x="2182" y="4742"/>
                  </a:lnTo>
                  <a:lnTo>
                    <a:pt x="2192" y="4748"/>
                  </a:lnTo>
                  <a:lnTo>
                    <a:pt x="2198" y="4756"/>
                  </a:lnTo>
                  <a:lnTo>
                    <a:pt x="2200" y="4760"/>
                  </a:lnTo>
                  <a:lnTo>
                    <a:pt x="2200" y="4762"/>
                  </a:lnTo>
                  <a:lnTo>
                    <a:pt x="2198" y="4766"/>
                  </a:lnTo>
                  <a:lnTo>
                    <a:pt x="2198" y="4772"/>
                  </a:lnTo>
                  <a:lnTo>
                    <a:pt x="2206" y="4794"/>
                  </a:lnTo>
                  <a:lnTo>
                    <a:pt x="2214" y="4820"/>
                  </a:lnTo>
                  <a:lnTo>
                    <a:pt x="2218" y="4828"/>
                  </a:lnTo>
                  <a:lnTo>
                    <a:pt x="2226" y="4834"/>
                  </a:lnTo>
                  <a:lnTo>
                    <a:pt x="2234" y="4838"/>
                  </a:lnTo>
                  <a:lnTo>
                    <a:pt x="2236" y="4844"/>
                  </a:lnTo>
                  <a:lnTo>
                    <a:pt x="2240" y="4854"/>
                  </a:lnTo>
                  <a:lnTo>
                    <a:pt x="2254" y="4870"/>
                  </a:lnTo>
                  <a:lnTo>
                    <a:pt x="2260" y="4876"/>
                  </a:lnTo>
                  <a:lnTo>
                    <a:pt x="2262" y="4882"/>
                  </a:lnTo>
                  <a:lnTo>
                    <a:pt x="2264" y="4886"/>
                  </a:lnTo>
                  <a:lnTo>
                    <a:pt x="2264" y="4890"/>
                  </a:lnTo>
                  <a:lnTo>
                    <a:pt x="2262" y="4898"/>
                  </a:lnTo>
                  <a:lnTo>
                    <a:pt x="2264" y="4900"/>
                  </a:lnTo>
                  <a:lnTo>
                    <a:pt x="2266" y="4904"/>
                  </a:lnTo>
                  <a:lnTo>
                    <a:pt x="2274" y="4912"/>
                  </a:lnTo>
                  <a:lnTo>
                    <a:pt x="2278" y="4922"/>
                  </a:lnTo>
                  <a:lnTo>
                    <a:pt x="2282" y="4934"/>
                  </a:lnTo>
                  <a:lnTo>
                    <a:pt x="2284" y="4946"/>
                  </a:lnTo>
                  <a:lnTo>
                    <a:pt x="2290" y="4960"/>
                  </a:lnTo>
                  <a:lnTo>
                    <a:pt x="2300" y="4976"/>
                  </a:lnTo>
                  <a:lnTo>
                    <a:pt x="2312" y="4992"/>
                  </a:lnTo>
                  <a:lnTo>
                    <a:pt x="2326" y="5008"/>
                  </a:lnTo>
                  <a:lnTo>
                    <a:pt x="2336" y="5018"/>
                  </a:lnTo>
                  <a:lnTo>
                    <a:pt x="2342" y="5028"/>
                  </a:lnTo>
                  <a:lnTo>
                    <a:pt x="2350" y="5038"/>
                  </a:lnTo>
                  <a:lnTo>
                    <a:pt x="2364" y="5054"/>
                  </a:lnTo>
                  <a:lnTo>
                    <a:pt x="2380" y="5072"/>
                  </a:lnTo>
                  <a:lnTo>
                    <a:pt x="2394" y="5084"/>
                  </a:lnTo>
                  <a:lnTo>
                    <a:pt x="2404" y="5094"/>
                  </a:lnTo>
                  <a:lnTo>
                    <a:pt x="2416" y="5108"/>
                  </a:lnTo>
                  <a:lnTo>
                    <a:pt x="2426" y="5122"/>
                  </a:lnTo>
                  <a:lnTo>
                    <a:pt x="2434" y="5132"/>
                  </a:lnTo>
                  <a:lnTo>
                    <a:pt x="2436" y="5134"/>
                  </a:lnTo>
                  <a:lnTo>
                    <a:pt x="2438" y="5134"/>
                  </a:lnTo>
                  <a:lnTo>
                    <a:pt x="2434" y="5120"/>
                  </a:lnTo>
                  <a:lnTo>
                    <a:pt x="2434" y="5112"/>
                  </a:lnTo>
                  <a:lnTo>
                    <a:pt x="2434" y="5110"/>
                  </a:lnTo>
                  <a:lnTo>
                    <a:pt x="2438" y="5112"/>
                  </a:lnTo>
                  <a:lnTo>
                    <a:pt x="2444" y="5114"/>
                  </a:lnTo>
                  <a:lnTo>
                    <a:pt x="2450" y="5118"/>
                  </a:lnTo>
                  <a:lnTo>
                    <a:pt x="2454" y="5120"/>
                  </a:lnTo>
                  <a:lnTo>
                    <a:pt x="2458" y="5118"/>
                  </a:lnTo>
                  <a:lnTo>
                    <a:pt x="2460" y="5114"/>
                  </a:lnTo>
                  <a:lnTo>
                    <a:pt x="2462" y="5108"/>
                  </a:lnTo>
                  <a:lnTo>
                    <a:pt x="2464" y="5108"/>
                  </a:lnTo>
                  <a:lnTo>
                    <a:pt x="2470" y="5116"/>
                  </a:lnTo>
                  <a:lnTo>
                    <a:pt x="2476" y="5126"/>
                  </a:lnTo>
                  <a:lnTo>
                    <a:pt x="2480" y="5128"/>
                  </a:lnTo>
                  <a:lnTo>
                    <a:pt x="2484" y="5128"/>
                  </a:lnTo>
                  <a:close/>
                  <a:moveTo>
                    <a:pt x="2344" y="4774"/>
                  </a:moveTo>
                  <a:lnTo>
                    <a:pt x="2344" y="4774"/>
                  </a:lnTo>
                  <a:lnTo>
                    <a:pt x="2340" y="4772"/>
                  </a:lnTo>
                  <a:lnTo>
                    <a:pt x="2338" y="4772"/>
                  </a:lnTo>
                  <a:lnTo>
                    <a:pt x="2338" y="4774"/>
                  </a:lnTo>
                  <a:lnTo>
                    <a:pt x="2338" y="4776"/>
                  </a:lnTo>
                  <a:lnTo>
                    <a:pt x="2340" y="4784"/>
                  </a:lnTo>
                  <a:lnTo>
                    <a:pt x="2344" y="4792"/>
                  </a:lnTo>
                  <a:lnTo>
                    <a:pt x="2346" y="4792"/>
                  </a:lnTo>
                  <a:lnTo>
                    <a:pt x="2348" y="4788"/>
                  </a:lnTo>
                  <a:lnTo>
                    <a:pt x="2348" y="4780"/>
                  </a:lnTo>
                  <a:lnTo>
                    <a:pt x="2346" y="4776"/>
                  </a:lnTo>
                  <a:lnTo>
                    <a:pt x="2344" y="4774"/>
                  </a:lnTo>
                  <a:close/>
                  <a:moveTo>
                    <a:pt x="2374" y="4792"/>
                  </a:moveTo>
                  <a:lnTo>
                    <a:pt x="2374" y="4792"/>
                  </a:lnTo>
                  <a:lnTo>
                    <a:pt x="2372" y="4786"/>
                  </a:lnTo>
                  <a:lnTo>
                    <a:pt x="2366" y="4784"/>
                  </a:lnTo>
                  <a:lnTo>
                    <a:pt x="2360" y="4782"/>
                  </a:lnTo>
                  <a:lnTo>
                    <a:pt x="2358" y="4782"/>
                  </a:lnTo>
                  <a:lnTo>
                    <a:pt x="2358" y="4784"/>
                  </a:lnTo>
                  <a:lnTo>
                    <a:pt x="2358" y="4788"/>
                  </a:lnTo>
                  <a:lnTo>
                    <a:pt x="2364" y="4790"/>
                  </a:lnTo>
                  <a:lnTo>
                    <a:pt x="2372" y="4794"/>
                  </a:lnTo>
                  <a:lnTo>
                    <a:pt x="2374" y="4794"/>
                  </a:lnTo>
                  <a:lnTo>
                    <a:pt x="2374" y="4792"/>
                  </a:lnTo>
                  <a:close/>
                  <a:moveTo>
                    <a:pt x="2316" y="4736"/>
                  </a:moveTo>
                  <a:lnTo>
                    <a:pt x="2316" y="4736"/>
                  </a:lnTo>
                  <a:lnTo>
                    <a:pt x="2312" y="4736"/>
                  </a:lnTo>
                  <a:lnTo>
                    <a:pt x="2310" y="4736"/>
                  </a:lnTo>
                  <a:lnTo>
                    <a:pt x="2306" y="4740"/>
                  </a:lnTo>
                  <a:lnTo>
                    <a:pt x="2306" y="4746"/>
                  </a:lnTo>
                  <a:lnTo>
                    <a:pt x="2308" y="4750"/>
                  </a:lnTo>
                  <a:lnTo>
                    <a:pt x="2310" y="4752"/>
                  </a:lnTo>
                  <a:lnTo>
                    <a:pt x="2312" y="4752"/>
                  </a:lnTo>
                  <a:lnTo>
                    <a:pt x="2314" y="4752"/>
                  </a:lnTo>
                  <a:lnTo>
                    <a:pt x="2318" y="4746"/>
                  </a:lnTo>
                  <a:lnTo>
                    <a:pt x="2318" y="4740"/>
                  </a:lnTo>
                  <a:lnTo>
                    <a:pt x="2318" y="4736"/>
                  </a:lnTo>
                  <a:lnTo>
                    <a:pt x="2316" y="4736"/>
                  </a:lnTo>
                  <a:close/>
                  <a:moveTo>
                    <a:pt x="36" y="5458"/>
                  </a:moveTo>
                  <a:lnTo>
                    <a:pt x="36" y="5458"/>
                  </a:lnTo>
                  <a:lnTo>
                    <a:pt x="32" y="5458"/>
                  </a:lnTo>
                  <a:lnTo>
                    <a:pt x="30" y="5460"/>
                  </a:lnTo>
                  <a:lnTo>
                    <a:pt x="32" y="5464"/>
                  </a:lnTo>
                  <a:lnTo>
                    <a:pt x="36" y="5470"/>
                  </a:lnTo>
                  <a:lnTo>
                    <a:pt x="38" y="5472"/>
                  </a:lnTo>
                  <a:lnTo>
                    <a:pt x="40" y="5472"/>
                  </a:lnTo>
                  <a:lnTo>
                    <a:pt x="40" y="5468"/>
                  </a:lnTo>
                  <a:lnTo>
                    <a:pt x="40" y="5462"/>
                  </a:lnTo>
                  <a:lnTo>
                    <a:pt x="36" y="5458"/>
                  </a:lnTo>
                  <a:close/>
                  <a:moveTo>
                    <a:pt x="2554" y="4992"/>
                  </a:moveTo>
                  <a:lnTo>
                    <a:pt x="2554" y="4992"/>
                  </a:lnTo>
                  <a:lnTo>
                    <a:pt x="2558" y="4998"/>
                  </a:lnTo>
                  <a:lnTo>
                    <a:pt x="2560" y="4998"/>
                  </a:lnTo>
                  <a:lnTo>
                    <a:pt x="2562" y="4996"/>
                  </a:lnTo>
                  <a:lnTo>
                    <a:pt x="2564" y="4994"/>
                  </a:lnTo>
                  <a:lnTo>
                    <a:pt x="2566" y="4994"/>
                  </a:lnTo>
                  <a:lnTo>
                    <a:pt x="2570" y="4994"/>
                  </a:lnTo>
                  <a:lnTo>
                    <a:pt x="2574" y="4994"/>
                  </a:lnTo>
                  <a:lnTo>
                    <a:pt x="2578" y="4988"/>
                  </a:lnTo>
                  <a:lnTo>
                    <a:pt x="2582" y="4980"/>
                  </a:lnTo>
                  <a:lnTo>
                    <a:pt x="2582" y="4976"/>
                  </a:lnTo>
                  <a:lnTo>
                    <a:pt x="2580" y="4974"/>
                  </a:lnTo>
                  <a:lnTo>
                    <a:pt x="2576" y="4968"/>
                  </a:lnTo>
                  <a:lnTo>
                    <a:pt x="2568" y="4964"/>
                  </a:lnTo>
                  <a:lnTo>
                    <a:pt x="2562" y="4962"/>
                  </a:lnTo>
                  <a:lnTo>
                    <a:pt x="2558" y="4964"/>
                  </a:lnTo>
                  <a:lnTo>
                    <a:pt x="2556" y="4968"/>
                  </a:lnTo>
                  <a:lnTo>
                    <a:pt x="2554" y="4972"/>
                  </a:lnTo>
                  <a:lnTo>
                    <a:pt x="2552" y="4982"/>
                  </a:lnTo>
                  <a:lnTo>
                    <a:pt x="2552" y="4988"/>
                  </a:lnTo>
                  <a:lnTo>
                    <a:pt x="2554" y="4992"/>
                  </a:lnTo>
                  <a:close/>
                  <a:moveTo>
                    <a:pt x="8" y="5430"/>
                  </a:moveTo>
                  <a:lnTo>
                    <a:pt x="8" y="5430"/>
                  </a:lnTo>
                  <a:lnTo>
                    <a:pt x="6" y="5434"/>
                  </a:lnTo>
                  <a:lnTo>
                    <a:pt x="6" y="5436"/>
                  </a:lnTo>
                  <a:lnTo>
                    <a:pt x="6" y="5440"/>
                  </a:lnTo>
                  <a:lnTo>
                    <a:pt x="10" y="5444"/>
                  </a:lnTo>
                  <a:lnTo>
                    <a:pt x="14" y="5442"/>
                  </a:lnTo>
                  <a:lnTo>
                    <a:pt x="14" y="5438"/>
                  </a:lnTo>
                  <a:lnTo>
                    <a:pt x="14" y="5434"/>
                  </a:lnTo>
                  <a:lnTo>
                    <a:pt x="12" y="5430"/>
                  </a:lnTo>
                  <a:lnTo>
                    <a:pt x="10" y="5430"/>
                  </a:lnTo>
                  <a:lnTo>
                    <a:pt x="8" y="5430"/>
                  </a:lnTo>
                  <a:close/>
                  <a:moveTo>
                    <a:pt x="3222" y="4178"/>
                  </a:moveTo>
                  <a:lnTo>
                    <a:pt x="3222" y="4178"/>
                  </a:lnTo>
                  <a:lnTo>
                    <a:pt x="3224" y="4178"/>
                  </a:lnTo>
                  <a:lnTo>
                    <a:pt x="3228" y="4176"/>
                  </a:lnTo>
                  <a:lnTo>
                    <a:pt x="3232" y="4172"/>
                  </a:lnTo>
                  <a:lnTo>
                    <a:pt x="3234" y="4166"/>
                  </a:lnTo>
                  <a:lnTo>
                    <a:pt x="3232" y="4162"/>
                  </a:lnTo>
                  <a:lnTo>
                    <a:pt x="3232" y="4160"/>
                  </a:lnTo>
                  <a:lnTo>
                    <a:pt x="3230" y="4160"/>
                  </a:lnTo>
                  <a:lnTo>
                    <a:pt x="3228" y="4156"/>
                  </a:lnTo>
                  <a:lnTo>
                    <a:pt x="3226" y="4152"/>
                  </a:lnTo>
                  <a:lnTo>
                    <a:pt x="3224" y="4150"/>
                  </a:lnTo>
                  <a:lnTo>
                    <a:pt x="3222" y="4154"/>
                  </a:lnTo>
                  <a:lnTo>
                    <a:pt x="3222" y="4160"/>
                  </a:lnTo>
                  <a:lnTo>
                    <a:pt x="3222" y="4168"/>
                  </a:lnTo>
                  <a:lnTo>
                    <a:pt x="3220" y="4172"/>
                  </a:lnTo>
                  <a:lnTo>
                    <a:pt x="3218" y="4174"/>
                  </a:lnTo>
                  <a:lnTo>
                    <a:pt x="3222" y="4178"/>
                  </a:lnTo>
                  <a:close/>
                  <a:moveTo>
                    <a:pt x="3526" y="3176"/>
                  </a:moveTo>
                  <a:lnTo>
                    <a:pt x="3526" y="3176"/>
                  </a:lnTo>
                  <a:lnTo>
                    <a:pt x="3522" y="3176"/>
                  </a:lnTo>
                  <a:lnTo>
                    <a:pt x="3520" y="3174"/>
                  </a:lnTo>
                  <a:lnTo>
                    <a:pt x="3522" y="3168"/>
                  </a:lnTo>
                  <a:lnTo>
                    <a:pt x="3526" y="3162"/>
                  </a:lnTo>
                  <a:lnTo>
                    <a:pt x="3526" y="3158"/>
                  </a:lnTo>
                  <a:lnTo>
                    <a:pt x="3526" y="3154"/>
                  </a:lnTo>
                  <a:lnTo>
                    <a:pt x="3522" y="3152"/>
                  </a:lnTo>
                  <a:lnTo>
                    <a:pt x="3518" y="3152"/>
                  </a:lnTo>
                  <a:lnTo>
                    <a:pt x="3510" y="3156"/>
                  </a:lnTo>
                  <a:lnTo>
                    <a:pt x="3506" y="3156"/>
                  </a:lnTo>
                  <a:lnTo>
                    <a:pt x="3504" y="3156"/>
                  </a:lnTo>
                  <a:lnTo>
                    <a:pt x="3500" y="3154"/>
                  </a:lnTo>
                  <a:lnTo>
                    <a:pt x="3500" y="3148"/>
                  </a:lnTo>
                  <a:lnTo>
                    <a:pt x="3498" y="3146"/>
                  </a:lnTo>
                  <a:lnTo>
                    <a:pt x="3496" y="3142"/>
                  </a:lnTo>
                  <a:lnTo>
                    <a:pt x="3490" y="3140"/>
                  </a:lnTo>
                  <a:lnTo>
                    <a:pt x="3486" y="3140"/>
                  </a:lnTo>
                  <a:lnTo>
                    <a:pt x="3482" y="3140"/>
                  </a:lnTo>
                  <a:lnTo>
                    <a:pt x="3478" y="3144"/>
                  </a:lnTo>
                  <a:lnTo>
                    <a:pt x="3476" y="3148"/>
                  </a:lnTo>
                  <a:lnTo>
                    <a:pt x="3474" y="3154"/>
                  </a:lnTo>
                  <a:lnTo>
                    <a:pt x="3470" y="3154"/>
                  </a:lnTo>
                  <a:lnTo>
                    <a:pt x="3466" y="3154"/>
                  </a:lnTo>
                  <a:lnTo>
                    <a:pt x="3464" y="3160"/>
                  </a:lnTo>
                  <a:lnTo>
                    <a:pt x="3462" y="3164"/>
                  </a:lnTo>
                  <a:lnTo>
                    <a:pt x="3460" y="3164"/>
                  </a:lnTo>
                  <a:lnTo>
                    <a:pt x="3456" y="3160"/>
                  </a:lnTo>
                  <a:lnTo>
                    <a:pt x="3454" y="3158"/>
                  </a:lnTo>
                  <a:lnTo>
                    <a:pt x="3452" y="3164"/>
                  </a:lnTo>
                  <a:lnTo>
                    <a:pt x="3452" y="3168"/>
                  </a:lnTo>
                  <a:lnTo>
                    <a:pt x="3448" y="3170"/>
                  </a:lnTo>
                  <a:lnTo>
                    <a:pt x="3444" y="3168"/>
                  </a:lnTo>
                  <a:lnTo>
                    <a:pt x="3440" y="3168"/>
                  </a:lnTo>
                  <a:lnTo>
                    <a:pt x="3442" y="3174"/>
                  </a:lnTo>
                  <a:lnTo>
                    <a:pt x="3444" y="3182"/>
                  </a:lnTo>
                  <a:lnTo>
                    <a:pt x="3444" y="3186"/>
                  </a:lnTo>
                  <a:lnTo>
                    <a:pt x="3444" y="3190"/>
                  </a:lnTo>
                  <a:lnTo>
                    <a:pt x="3446" y="3196"/>
                  </a:lnTo>
                  <a:lnTo>
                    <a:pt x="3448" y="3200"/>
                  </a:lnTo>
                  <a:lnTo>
                    <a:pt x="3450" y="3204"/>
                  </a:lnTo>
                  <a:lnTo>
                    <a:pt x="3450" y="3210"/>
                  </a:lnTo>
                  <a:lnTo>
                    <a:pt x="3456" y="3204"/>
                  </a:lnTo>
                  <a:lnTo>
                    <a:pt x="3460" y="3202"/>
                  </a:lnTo>
                  <a:lnTo>
                    <a:pt x="3464" y="3200"/>
                  </a:lnTo>
                  <a:lnTo>
                    <a:pt x="3464" y="3202"/>
                  </a:lnTo>
                  <a:lnTo>
                    <a:pt x="3464" y="3204"/>
                  </a:lnTo>
                  <a:lnTo>
                    <a:pt x="3466" y="3208"/>
                  </a:lnTo>
                  <a:lnTo>
                    <a:pt x="3468" y="3208"/>
                  </a:lnTo>
                  <a:lnTo>
                    <a:pt x="3472" y="3206"/>
                  </a:lnTo>
                  <a:lnTo>
                    <a:pt x="3474" y="3204"/>
                  </a:lnTo>
                  <a:lnTo>
                    <a:pt x="3474" y="3200"/>
                  </a:lnTo>
                  <a:lnTo>
                    <a:pt x="3472" y="3198"/>
                  </a:lnTo>
                  <a:lnTo>
                    <a:pt x="3468" y="3194"/>
                  </a:lnTo>
                  <a:lnTo>
                    <a:pt x="3466" y="3192"/>
                  </a:lnTo>
                  <a:lnTo>
                    <a:pt x="3464" y="3188"/>
                  </a:lnTo>
                  <a:lnTo>
                    <a:pt x="3466" y="3182"/>
                  </a:lnTo>
                  <a:lnTo>
                    <a:pt x="3466" y="3180"/>
                  </a:lnTo>
                  <a:lnTo>
                    <a:pt x="3468" y="3180"/>
                  </a:lnTo>
                  <a:lnTo>
                    <a:pt x="3470" y="3182"/>
                  </a:lnTo>
                  <a:lnTo>
                    <a:pt x="3474" y="3186"/>
                  </a:lnTo>
                  <a:lnTo>
                    <a:pt x="3480" y="3196"/>
                  </a:lnTo>
                  <a:lnTo>
                    <a:pt x="3482" y="3208"/>
                  </a:lnTo>
                  <a:lnTo>
                    <a:pt x="3480" y="3218"/>
                  </a:lnTo>
                  <a:lnTo>
                    <a:pt x="3474" y="3228"/>
                  </a:lnTo>
                  <a:lnTo>
                    <a:pt x="3468" y="3236"/>
                  </a:lnTo>
                  <a:lnTo>
                    <a:pt x="3466" y="3242"/>
                  </a:lnTo>
                  <a:lnTo>
                    <a:pt x="3470" y="3258"/>
                  </a:lnTo>
                  <a:lnTo>
                    <a:pt x="3470" y="3266"/>
                  </a:lnTo>
                  <a:lnTo>
                    <a:pt x="3468" y="3270"/>
                  </a:lnTo>
                  <a:lnTo>
                    <a:pt x="3466" y="3274"/>
                  </a:lnTo>
                  <a:lnTo>
                    <a:pt x="3466" y="3276"/>
                  </a:lnTo>
                  <a:lnTo>
                    <a:pt x="3476" y="3280"/>
                  </a:lnTo>
                  <a:lnTo>
                    <a:pt x="3482" y="3282"/>
                  </a:lnTo>
                  <a:lnTo>
                    <a:pt x="3486" y="3286"/>
                  </a:lnTo>
                  <a:lnTo>
                    <a:pt x="3486" y="3290"/>
                  </a:lnTo>
                  <a:lnTo>
                    <a:pt x="3486" y="3292"/>
                  </a:lnTo>
                  <a:lnTo>
                    <a:pt x="3488" y="3292"/>
                  </a:lnTo>
                  <a:lnTo>
                    <a:pt x="3496" y="3288"/>
                  </a:lnTo>
                  <a:lnTo>
                    <a:pt x="3500" y="3284"/>
                  </a:lnTo>
                  <a:lnTo>
                    <a:pt x="3502" y="3280"/>
                  </a:lnTo>
                  <a:lnTo>
                    <a:pt x="3502" y="3278"/>
                  </a:lnTo>
                  <a:lnTo>
                    <a:pt x="3502" y="3276"/>
                  </a:lnTo>
                  <a:lnTo>
                    <a:pt x="3500" y="3272"/>
                  </a:lnTo>
                  <a:lnTo>
                    <a:pt x="3502" y="3270"/>
                  </a:lnTo>
                  <a:lnTo>
                    <a:pt x="3506" y="3268"/>
                  </a:lnTo>
                  <a:lnTo>
                    <a:pt x="3508" y="3270"/>
                  </a:lnTo>
                  <a:lnTo>
                    <a:pt x="3510" y="3274"/>
                  </a:lnTo>
                  <a:lnTo>
                    <a:pt x="3514" y="3272"/>
                  </a:lnTo>
                  <a:lnTo>
                    <a:pt x="3516" y="3268"/>
                  </a:lnTo>
                  <a:lnTo>
                    <a:pt x="3518" y="3260"/>
                  </a:lnTo>
                  <a:lnTo>
                    <a:pt x="3522" y="3236"/>
                  </a:lnTo>
                  <a:lnTo>
                    <a:pt x="3528" y="3212"/>
                  </a:lnTo>
                  <a:lnTo>
                    <a:pt x="3532" y="3202"/>
                  </a:lnTo>
                  <a:lnTo>
                    <a:pt x="3534" y="3200"/>
                  </a:lnTo>
                  <a:lnTo>
                    <a:pt x="3538" y="3198"/>
                  </a:lnTo>
                  <a:lnTo>
                    <a:pt x="3540" y="3196"/>
                  </a:lnTo>
                  <a:lnTo>
                    <a:pt x="3542" y="3194"/>
                  </a:lnTo>
                  <a:lnTo>
                    <a:pt x="3540" y="3186"/>
                  </a:lnTo>
                  <a:lnTo>
                    <a:pt x="3534" y="3180"/>
                  </a:lnTo>
                  <a:lnTo>
                    <a:pt x="3530" y="3178"/>
                  </a:lnTo>
                  <a:lnTo>
                    <a:pt x="3526" y="3176"/>
                  </a:lnTo>
                  <a:close/>
                  <a:moveTo>
                    <a:pt x="3432" y="3438"/>
                  </a:moveTo>
                  <a:lnTo>
                    <a:pt x="3432" y="3438"/>
                  </a:lnTo>
                  <a:lnTo>
                    <a:pt x="3432" y="3442"/>
                  </a:lnTo>
                  <a:lnTo>
                    <a:pt x="3434" y="3442"/>
                  </a:lnTo>
                  <a:lnTo>
                    <a:pt x="3440" y="3436"/>
                  </a:lnTo>
                  <a:lnTo>
                    <a:pt x="3446" y="3428"/>
                  </a:lnTo>
                  <a:lnTo>
                    <a:pt x="3448" y="3424"/>
                  </a:lnTo>
                  <a:lnTo>
                    <a:pt x="3448" y="3422"/>
                  </a:lnTo>
                  <a:lnTo>
                    <a:pt x="3444" y="3422"/>
                  </a:lnTo>
                  <a:lnTo>
                    <a:pt x="3438" y="3424"/>
                  </a:lnTo>
                  <a:lnTo>
                    <a:pt x="3434" y="3430"/>
                  </a:lnTo>
                  <a:lnTo>
                    <a:pt x="3432" y="3434"/>
                  </a:lnTo>
                  <a:lnTo>
                    <a:pt x="3432" y="3438"/>
                  </a:lnTo>
                  <a:close/>
                  <a:moveTo>
                    <a:pt x="3434" y="3100"/>
                  </a:moveTo>
                  <a:lnTo>
                    <a:pt x="3434" y="3100"/>
                  </a:lnTo>
                  <a:lnTo>
                    <a:pt x="3432" y="3102"/>
                  </a:lnTo>
                  <a:lnTo>
                    <a:pt x="3430" y="3106"/>
                  </a:lnTo>
                  <a:lnTo>
                    <a:pt x="3430" y="3110"/>
                  </a:lnTo>
                  <a:lnTo>
                    <a:pt x="3428" y="3116"/>
                  </a:lnTo>
                  <a:lnTo>
                    <a:pt x="3426" y="3126"/>
                  </a:lnTo>
                  <a:lnTo>
                    <a:pt x="3426" y="3130"/>
                  </a:lnTo>
                  <a:lnTo>
                    <a:pt x="3428" y="3128"/>
                  </a:lnTo>
                  <a:lnTo>
                    <a:pt x="3430" y="3124"/>
                  </a:lnTo>
                  <a:lnTo>
                    <a:pt x="3432" y="3120"/>
                  </a:lnTo>
                  <a:lnTo>
                    <a:pt x="3434" y="3114"/>
                  </a:lnTo>
                  <a:lnTo>
                    <a:pt x="3436" y="3110"/>
                  </a:lnTo>
                  <a:lnTo>
                    <a:pt x="3438" y="3104"/>
                  </a:lnTo>
                  <a:lnTo>
                    <a:pt x="3438" y="3100"/>
                  </a:lnTo>
                  <a:lnTo>
                    <a:pt x="3436" y="3100"/>
                  </a:lnTo>
                  <a:lnTo>
                    <a:pt x="3434" y="3100"/>
                  </a:lnTo>
                  <a:close/>
                  <a:moveTo>
                    <a:pt x="4106" y="2564"/>
                  </a:moveTo>
                  <a:lnTo>
                    <a:pt x="4106" y="2564"/>
                  </a:lnTo>
                  <a:lnTo>
                    <a:pt x="4098" y="2576"/>
                  </a:lnTo>
                  <a:lnTo>
                    <a:pt x="4088" y="2586"/>
                  </a:lnTo>
                  <a:lnTo>
                    <a:pt x="4084" y="2594"/>
                  </a:lnTo>
                  <a:lnTo>
                    <a:pt x="4082" y="2598"/>
                  </a:lnTo>
                  <a:lnTo>
                    <a:pt x="4084" y="2604"/>
                  </a:lnTo>
                  <a:lnTo>
                    <a:pt x="4086" y="2604"/>
                  </a:lnTo>
                  <a:lnTo>
                    <a:pt x="4088" y="2602"/>
                  </a:lnTo>
                  <a:lnTo>
                    <a:pt x="4094" y="2592"/>
                  </a:lnTo>
                  <a:lnTo>
                    <a:pt x="4098" y="2586"/>
                  </a:lnTo>
                  <a:lnTo>
                    <a:pt x="4104" y="2580"/>
                  </a:lnTo>
                  <a:lnTo>
                    <a:pt x="4112" y="2574"/>
                  </a:lnTo>
                  <a:lnTo>
                    <a:pt x="4122" y="2570"/>
                  </a:lnTo>
                  <a:lnTo>
                    <a:pt x="4126" y="2568"/>
                  </a:lnTo>
                  <a:lnTo>
                    <a:pt x="4126" y="2566"/>
                  </a:lnTo>
                  <a:lnTo>
                    <a:pt x="4120" y="2562"/>
                  </a:lnTo>
                  <a:lnTo>
                    <a:pt x="4112" y="2562"/>
                  </a:lnTo>
                  <a:lnTo>
                    <a:pt x="4108" y="2562"/>
                  </a:lnTo>
                  <a:lnTo>
                    <a:pt x="4106" y="2564"/>
                  </a:lnTo>
                  <a:close/>
                  <a:moveTo>
                    <a:pt x="3472" y="4884"/>
                  </a:moveTo>
                  <a:lnTo>
                    <a:pt x="3472" y="4884"/>
                  </a:lnTo>
                  <a:lnTo>
                    <a:pt x="3474" y="4884"/>
                  </a:lnTo>
                  <a:lnTo>
                    <a:pt x="3476" y="4884"/>
                  </a:lnTo>
                  <a:lnTo>
                    <a:pt x="3484" y="4882"/>
                  </a:lnTo>
                  <a:lnTo>
                    <a:pt x="3488" y="4880"/>
                  </a:lnTo>
                  <a:lnTo>
                    <a:pt x="3490" y="4878"/>
                  </a:lnTo>
                  <a:lnTo>
                    <a:pt x="3488" y="4878"/>
                  </a:lnTo>
                  <a:lnTo>
                    <a:pt x="3478" y="4878"/>
                  </a:lnTo>
                  <a:lnTo>
                    <a:pt x="3472" y="4880"/>
                  </a:lnTo>
                  <a:lnTo>
                    <a:pt x="3472" y="4882"/>
                  </a:lnTo>
                  <a:lnTo>
                    <a:pt x="3472" y="4884"/>
                  </a:lnTo>
                  <a:close/>
                  <a:moveTo>
                    <a:pt x="3468" y="3214"/>
                  </a:moveTo>
                  <a:lnTo>
                    <a:pt x="3468" y="3214"/>
                  </a:lnTo>
                  <a:lnTo>
                    <a:pt x="3468" y="3212"/>
                  </a:lnTo>
                  <a:lnTo>
                    <a:pt x="3466" y="3212"/>
                  </a:lnTo>
                  <a:lnTo>
                    <a:pt x="3462" y="3212"/>
                  </a:lnTo>
                  <a:lnTo>
                    <a:pt x="3460" y="3218"/>
                  </a:lnTo>
                  <a:lnTo>
                    <a:pt x="3460" y="3224"/>
                  </a:lnTo>
                  <a:lnTo>
                    <a:pt x="3460" y="3226"/>
                  </a:lnTo>
                  <a:lnTo>
                    <a:pt x="3462" y="3226"/>
                  </a:lnTo>
                  <a:lnTo>
                    <a:pt x="3464" y="3224"/>
                  </a:lnTo>
                  <a:lnTo>
                    <a:pt x="3468" y="3220"/>
                  </a:lnTo>
                  <a:lnTo>
                    <a:pt x="3468" y="3214"/>
                  </a:lnTo>
                  <a:close/>
                  <a:moveTo>
                    <a:pt x="3482" y="3322"/>
                  </a:moveTo>
                  <a:lnTo>
                    <a:pt x="3482" y="3322"/>
                  </a:lnTo>
                  <a:lnTo>
                    <a:pt x="3478" y="3322"/>
                  </a:lnTo>
                  <a:lnTo>
                    <a:pt x="3476" y="3326"/>
                  </a:lnTo>
                  <a:lnTo>
                    <a:pt x="3478" y="3330"/>
                  </a:lnTo>
                  <a:lnTo>
                    <a:pt x="3482" y="3332"/>
                  </a:lnTo>
                  <a:lnTo>
                    <a:pt x="3486" y="3332"/>
                  </a:lnTo>
                  <a:lnTo>
                    <a:pt x="3486" y="3328"/>
                  </a:lnTo>
                  <a:lnTo>
                    <a:pt x="3484" y="3324"/>
                  </a:lnTo>
                  <a:lnTo>
                    <a:pt x="3482" y="3322"/>
                  </a:lnTo>
                  <a:close/>
                  <a:moveTo>
                    <a:pt x="3652" y="3124"/>
                  </a:moveTo>
                  <a:lnTo>
                    <a:pt x="3652" y="3124"/>
                  </a:lnTo>
                  <a:lnTo>
                    <a:pt x="3654" y="3126"/>
                  </a:lnTo>
                  <a:lnTo>
                    <a:pt x="3656" y="3124"/>
                  </a:lnTo>
                  <a:lnTo>
                    <a:pt x="3658" y="3118"/>
                  </a:lnTo>
                  <a:lnTo>
                    <a:pt x="3662" y="3112"/>
                  </a:lnTo>
                  <a:lnTo>
                    <a:pt x="3662" y="3106"/>
                  </a:lnTo>
                  <a:lnTo>
                    <a:pt x="3662" y="3104"/>
                  </a:lnTo>
                  <a:lnTo>
                    <a:pt x="3660" y="3104"/>
                  </a:lnTo>
                  <a:lnTo>
                    <a:pt x="3656" y="3110"/>
                  </a:lnTo>
                  <a:lnTo>
                    <a:pt x="3652" y="3116"/>
                  </a:lnTo>
                  <a:lnTo>
                    <a:pt x="3652" y="3120"/>
                  </a:lnTo>
                  <a:lnTo>
                    <a:pt x="3652" y="3124"/>
                  </a:lnTo>
                  <a:close/>
                  <a:moveTo>
                    <a:pt x="3482" y="4890"/>
                  </a:moveTo>
                  <a:lnTo>
                    <a:pt x="3482" y="4890"/>
                  </a:lnTo>
                  <a:lnTo>
                    <a:pt x="3486" y="4896"/>
                  </a:lnTo>
                  <a:lnTo>
                    <a:pt x="3492" y="4904"/>
                  </a:lnTo>
                  <a:lnTo>
                    <a:pt x="3494" y="4904"/>
                  </a:lnTo>
                  <a:lnTo>
                    <a:pt x="3498" y="4898"/>
                  </a:lnTo>
                  <a:lnTo>
                    <a:pt x="3498" y="4890"/>
                  </a:lnTo>
                  <a:lnTo>
                    <a:pt x="3498" y="4888"/>
                  </a:lnTo>
                  <a:lnTo>
                    <a:pt x="3496" y="4886"/>
                  </a:lnTo>
                  <a:lnTo>
                    <a:pt x="3492" y="4884"/>
                  </a:lnTo>
                  <a:lnTo>
                    <a:pt x="3486" y="4884"/>
                  </a:lnTo>
                  <a:lnTo>
                    <a:pt x="3482" y="4886"/>
                  </a:lnTo>
                  <a:lnTo>
                    <a:pt x="3482" y="4888"/>
                  </a:lnTo>
                  <a:lnTo>
                    <a:pt x="3482" y="4890"/>
                  </a:lnTo>
                  <a:close/>
                  <a:moveTo>
                    <a:pt x="3640" y="3122"/>
                  </a:moveTo>
                  <a:lnTo>
                    <a:pt x="3640" y="3122"/>
                  </a:lnTo>
                  <a:lnTo>
                    <a:pt x="3634" y="3120"/>
                  </a:lnTo>
                  <a:lnTo>
                    <a:pt x="3628" y="3116"/>
                  </a:lnTo>
                  <a:lnTo>
                    <a:pt x="3620" y="3116"/>
                  </a:lnTo>
                  <a:lnTo>
                    <a:pt x="3612" y="3120"/>
                  </a:lnTo>
                  <a:lnTo>
                    <a:pt x="3608" y="3122"/>
                  </a:lnTo>
                  <a:lnTo>
                    <a:pt x="3604" y="3126"/>
                  </a:lnTo>
                  <a:lnTo>
                    <a:pt x="3602" y="3132"/>
                  </a:lnTo>
                  <a:lnTo>
                    <a:pt x="3600" y="3136"/>
                  </a:lnTo>
                  <a:lnTo>
                    <a:pt x="3598" y="3138"/>
                  </a:lnTo>
                  <a:lnTo>
                    <a:pt x="3596" y="3136"/>
                  </a:lnTo>
                  <a:lnTo>
                    <a:pt x="3592" y="3136"/>
                  </a:lnTo>
                  <a:lnTo>
                    <a:pt x="3590" y="3136"/>
                  </a:lnTo>
                  <a:lnTo>
                    <a:pt x="3586" y="3138"/>
                  </a:lnTo>
                  <a:lnTo>
                    <a:pt x="3582" y="3140"/>
                  </a:lnTo>
                  <a:lnTo>
                    <a:pt x="3580" y="3136"/>
                  </a:lnTo>
                  <a:lnTo>
                    <a:pt x="3580" y="3130"/>
                  </a:lnTo>
                  <a:lnTo>
                    <a:pt x="3578" y="3128"/>
                  </a:lnTo>
                  <a:lnTo>
                    <a:pt x="3576" y="3128"/>
                  </a:lnTo>
                  <a:lnTo>
                    <a:pt x="3574" y="3132"/>
                  </a:lnTo>
                  <a:lnTo>
                    <a:pt x="3568" y="3144"/>
                  </a:lnTo>
                  <a:lnTo>
                    <a:pt x="3564" y="3150"/>
                  </a:lnTo>
                  <a:lnTo>
                    <a:pt x="3560" y="3156"/>
                  </a:lnTo>
                  <a:lnTo>
                    <a:pt x="3550" y="3164"/>
                  </a:lnTo>
                  <a:lnTo>
                    <a:pt x="3544" y="3168"/>
                  </a:lnTo>
                  <a:lnTo>
                    <a:pt x="3548" y="3168"/>
                  </a:lnTo>
                  <a:lnTo>
                    <a:pt x="3554" y="3168"/>
                  </a:lnTo>
                  <a:lnTo>
                    <a:pt x="3556" y="3170"/>
                  </a:lnTo>
                  <a:lnTo>
                    <a:pt x="3558" y="3172"/>
                  </a:lnTo>
                  <a:lnTo>
                    <a:pt x="3558" y="3174"/>
                  </a:lnTo>
                  <a:lnTo>
                    <a:pt x="3558" y="3182"/>
                  </a:lnTo>
                  <a:lnTo>
                    <a:pt x="3558" y="3186"/>
                  </a:lnTo>
                  <a:lnTo>
                    <a:pt x="3562" y="3190"/>
                  </a:lnTo>
                  <a:lnTo>
                    <a:pt x="3564" y="3192"/>
                  </a:lnTo>
                  <a:lnTo>
                    <a:pt x="3564" y="3196"/>
                  </a:lnTo>
                  <a:lnTo>
                    <a:pt x="3564" y="3198"/>
                  </a:lnTo>
                  <a:lnTo>
                    <a:pt x="3562" y="3200"/>
                  </a:lnTo>
                  <a:lnTo>
                    <a:pt x="3564" y="3200"/>
                  </a:lnTo>
                  <a:lnTo>
                    <a:pt x="3574" y="3202"/>
                  </a:lnTo>
                  <a:lnTo>
                    <a:pt x="3578" y="3202"/>
                  </a:lnTo>
                  <a:lnTo>
                    <a:pt x="3580" y="3198"/>
                  </a:lnTo>
                  <a:lnTo>
                    <a:pt x="3584" y="3186"/>
                  </a:lnTo>
                  <a:lnTo>
                    <a:pt x="3588" y="3178"/>
                  </a:lnTo>
                  <a:lnTo>
                    <a:pt x="3590" y="3172"/>
                  </a:lnTo>
                  <a:lnTo>
                    <a:pt x="3594" y="3166"/>
                  </a:lnTo>
                  <a:lnTo>
                    <a:pt x="3602" y="3164"/>
                  </a:lnTo>
                  <a:lnTo>
                    <a:pt x="3608" y="3162"/>
                  </a:lnTo>
                  <a:lnTo>
                    <a:pt x="3614" y="3164"/>
                  </a:lnTo>
                  <a:lnTo>
                    <a:pt x="3620" y="3170"/>
                  </a:lnTo>
                  <a:lnTo>
                    <a:pt x="3624" y="3172"/>
                  </a:lnTo>
                  <a:lnTo>
                    <a:pt x="3626" y="3172"/>
                  </a:lnTo>
                  <a:lnTo>
                    <a:pt x="3628" y="3170"/>
                  </a:lnTo>
                  <a:lnTo>
                    <a:pt x="3630" y="3166"/>
                  </a:lnTo>
                  <a:lnTo>
                    <a:pt x="3632" y="3160"/>
                  </a:lnTo>
                  <a:lnTo>
                    <a:pt x="3636" y="3156"/>
                  </a:lnTo>
                  <a:lnTo>
                    <a:pt x="3642" y="3150"/>
                  </a:lnTo>
                  <a:lnTo>
                    <a:pt x="3646" y="3148"/>
                  </a:lnTo>
                  <a:lnTo>
                    <a:pt x="3648" y="3144"/>
                  </a:lnTo>
                  <a:lnTo>
                    <a:pt x="3646" y="3140"/>
                  </a:lnTo>
                  <a:lnTo>
                    <a:pt x="3644" y="3132"/>
                  </a:lnTo>
                  <a:lnTo>
                    <a:pt x="3644" y="3128"/>
                  </a:lnTo>
                  <a:lnTo>
                    <a:pt x="3644" y="3126"/>
                  </a:lnTo>
                  <a:lnTo>
                    <a:pt x="3640" y="3122"/>
                  </a:lnTo>
                  <a:close/>
                  <a:moveTo>
                    <a:pt x="3450" y="4936"/>
                  </a:moveTo>
                  <a:lnTo>
                    <a:pt x="3450" y="4936"/>
                  </a:lnTo>
                  <a:lnTo>
                    <a:pt x="3456" y="4938"/>
                  </a:lnTo>
                  <a:lnTo>
                    <a:pt x="3462" y="4940"/>
                  </a:lnTo>
                  <a:lnTo>
                    <a:pt x="3468" y="4940"/>
                  </a:lnTo>
                  <a:lnTo>
                    <a:pt x="3470" y="4938"/>
                  </a:lnTo>
                  <a:lnTo>
                    <a:pt x="3472" y="4934"/>
                  </a:lnTo>
                  <a:lnTo>
                    <a:pt x="3474" y="4926"/>
                  </a:lnTo>
                  <a:lnTo>
                    <a:pt x="3472" y="4922"/>
                  </a:lnTo>
                  <a:lnTo>
                    <a:pt x="3466" y="4922"/>
                  </a:lnTo>
                  <a:lnTo>
                    <a:pt x="3458" y="4924"/>
                  </a:lnTo>
                  <a:lnTo>
                    <a:pt x="3448" y="4930"/>
                  </a:lnTo>
                  <a:lnTo>
                    <a:pt x="3448" y="4932"/>
                  </a:lnTo>
                  <a:lnTo>
                    <a:pt x="3450" y="4936"/>
                  </a:lnTo>
                  <a:close/>
                  <a:moveTo>
                    <a:pt x="3012" y="5270"/>
                  </a:moveTo>
                  <a:lnTo>
                    <a:pt x="3012" y="5270"/>
                  </a:lnTo>
                  <a:lnTo>
                    <a:pt x="3008" y="5266"/>
                  </a:lnTo>
                  <a:lnTo>
                    <a:pt x="3006" y="5264"/>
                  </a:lnTo>
                  <a:lnTo>
                    <a:pt x="3008" y="5262"/>
                  </a:lnTo>
                  <a:lnTo>
                    <a:pt x="3012" y="5264"/>
                  </a:lnTo>
                  <a:lnTo>
                    <a:pt x="3020" y="5266"/>
                  </a:lnTo>
                  <a:lnTo>
                    <a:pt x="3022" y="5266"/>
                  </a:lnTo>
                  <a:lnTo>
                    <a:pt x="3022" y="5264"/>
                  </a:lnTo>
                  <a:lnTo>
                    <a:pt x="3022" y="5258"/>
                  </a:lnTo>
                  <a:lnTo>
                    <a:pt x="3020" y="5250"/>
                  </a:lnTo>
                  <a:lnTo>
                    <a:pt x="3014" y="5244"/>
                  </a:lnTo>
                  <a:lnTo>
                    <a:pt x="3010" y="5242"/>
                  </a:lnTo>
                  <a:lnTo>
                    <a:pt x="3008" y="5244"/>
                  </a:lnTo>
                  <a:lnTo>
                    <a:pt x="3006" y="5246"/>
                  </a:lnTo>
                  <a:lnTo>
                    <a:pt x="3004" y="5246"/>
                  </a:lnTo>
                  <a:lnTo>
                    <a:pt x="3000" y="5242"/>
                  </a:lnTo>
                  <a:lnTo>
                    <a:pt x="2998" y="5240"/>
                  </a:lnTo>
                  <a:lnTo>
                    <a:pt x="2994" y="5240"/>
                  </a:lnTo>
                  <a:lnTo>
                    <a:pt x="2992" y="5242"/>
                  </a:lnTo>
                  <a:lnTo>
                    <a:pt x="2988" y="5244"/>
                  </a:lnTo>
                  <a:lnTo>
                    <a:pt x="2986" y="5244"/>
                  </a:lnTo>
                  <a:lnTo>
                    <a:pt x="2982" y="5240"/>
                  </a:lnTo>
                  <a:lnTo>
                    <a:pt x="2978" y="5236"/>
                  </a:lnTo>
                  <a:lnTo>
                    <a:pt x="2974" y="5234"/>
                  </a:lnTo>
                  <a:lnTo>
                    <a:pt x="2970" y="5234"/>
                  </a:lnTo>
                  <a:lnTo>
                    <a:pt x="2966" y="5236"/>
                  </a:lnTo>
                  <a:lnTo>
                    <a:pt x="2964" y="5238"/>
                  </a:lnTo>
                  <a:lnTo>
                    <a:pt x="2964" y="5240"/>
                  </a:lnTo>
                  <a:lnTo>
                    <a:pt x="2966" y="5244"/>
                  </a:lnTo>
                  <a:lnTo>
                    <a:pt x="2970" y="5250"/>
                  </a:lnTo>
                  <a:lnTo>
                    <a:pt x="2974" y="5252"/>
                  </a:lnTo>
                  <a:lnTo>
                    <a:pt x="2978" y="5252"/>
                  </a:lnTo>
                  <a:lnTo>
                    <a:pt x="2984" y="5256"/>
                  </a:lnTo>
                  <a:lnTo>
                    <a:pt x="2986" y="5260"/>
                  </a:lnTo>
                  <a:lnTo>
                    <a:pt x="2984" y="5260"/>
                  </a:lnTo>
                  <a:lnTo>
                    <a:pt x="2982" y="5260"/>
                  </a:lnTo>
                  <a:lnTo>
                    <a:pt x="2976" y="5262"/>
                  </a:lnTo>
                  <a:lnTo>
                    <a:pt x="2972" y="5264"/>
                  </a:lnTo>
                  <a:lnTo>
                    <a:pt x="2970" y="5264"/>
                  </a:lnTo>
                  <a:lnTo>
                    <a:pt x="2966" y="5260"/>
                  </a:lnTo>
                  <a:lnTo>
                    <a:pt x="2960" y="5252"/>
                  </a:lnTo>
                  <a:lnTo>
                    <a:pt x="2956" y="5252"/>
                  </a:lnTo>
                  <a:lnTo>
                    <a:pt x="2954" y="5252"/>
                  </a:lnTo>
                  <a:lnTo>
                    <a:pt x="2948" y="5250"/>
                  </a:lnTo>
                  <a:lnTo>
                    <a:pt x="2944" y="5248"/>
                  </a:lnTo>
                  <a:lnTo>
                    <a:pt x="2940" y="5246"/>
                  </a:lnTo>
                  <a:lnTo>
                    <a:pt x="2938" y="5248"/>
                  </a:lnTo>
                  <a:lnTo>
                    <a:pt x="2936" y="5250"/>
                  </a:lnTo>
                  <a:lnTo>
                    <a:pt x="2932" y="5254"/>
                  </a:lnTo>
                  <a:lnTo>
                    <a:pt x="2928" y="5256"/>
                  </a:lnTo>
                  <a:lnTo>
                    <a:pt x="2926" y="5258"/>
                  </a:lnTo>
                  <a:lnTo>
                    <a:pt x="2926" y="5266"/>
                  </a:lnTo>
                  <a:lnTo>
                    <a:pt x="2926" y="5270"/>
                  </a:lnTo>
                  <a:lnTo>
                    <a:pt x="2926" y="5276"/>
                  </a:lnTo>
                  <a:lnTo>
                    <a:pt x="2926" y="5278"/>
                  </a:lnTo>
                  <a:lnTo>
                    <a:pt x="2928" y="5280"/>
                  </a:lnTo>
                  <a:lnTo>
                    <a:pt x="2938" y="5282"/>
                  </a:lnTo>
                  <a:lnTo>
                    <a:pt x="2948" y="5282"/>
                  </a:lnTo>
                  <a:lnTo>
                    <a:pt x="2960" y="5278"/>
                  </a:lnTo>
                  <a:lnTo>
                    <a:pt x="2970" y="5274"/>
                  </a:lnTo>
                  <a:lnTo>
                    <a:pt x="2978" y="5272"/>
                  </a:lnTo>
                  <a:lnTo>
                    <a:pt x="2984" y="5272"/>
                  </a:lnTo>
                  <a:lnTo>
                    <a:pt x="2986" y="5268"/>
                  </a:lnTo>
                  <a:lnTo>
                    <a:pt x="2988" y="5268"/>
                  </a:lnTo>
                  <a:lnTo>
                    <a:pt x="2990" y="5270"/>
                  </a:lnTo>
                  <a:lnTo>
                    <a:pt x="2992" y="5272"/>
                  </a:lnTo>
                  <a:lnTo>
                    <a:pt x="2994" y="5270"/>
                  </a:lnTo>
                  <a:lnTo>
                    <a:pt x="2998" y="5270"/>
                  </a:lnTo>
                  <a:lnTo>
                    <a:pt x="3004" y="5270"/>
                  </a:lnTo>
                  <a:lnTo>
                    <a:pt x="3014" y="5272"/>
                  </a:lnTo>
                  <a:lnTo>
                    <a:pt x="3016" y="5272"/>
                  </a:lnTo>
                  <a:lnTo>
                    <a:pt x="3012" y="5270"/>
                  </a:lnTo>
                  <a:close/>
                  <a:moveTo>
                    <a:pt x="3240" y="4810"/>
                  </a:moveTo>
                  <a:lnTo>
                    <a:pt x="3240" y="4810"/>
                  </a:lnTo>
                  <a:lnTo>
                    <a:pt x="3258" y="4782"/>
                  </a:lnTo>
                  <a:lnTo>
                    <a:pt x="3262" y="4776"/>
                  </a:lnTo>
                  <a:lnTo>
                    <a:pt x="3264" y="4770"/>
                  </a:lnTo>
                  <a:lnTo>
                    <a:pt x="3264" y="4764"/>
                  </a:lnTo>
                  <a:lnTo>
                    <a:pt x="3262" y="4760"/>
                  </a:lnTo>
                  <a:lnTo>
                    <a:pt x="3258" y="4756"/>
                  </a:lnTo>
                  <a:lnTo>
                    <a:pt x="3254" y="4756"/>
                  </a:lnTo>
                  <a:lnTo>
                    <a:pt x="3250" y="4758"/>
                  </a:lnTo>
                  <a:lnTo>
                    <a:pt x="3246" y="4764"/>
                  </a:lnTo>
                  <a:lnTo>
                    <a:pt x="3236" y="4776"/>
                  </a:lnTo>
                  <a:lnTo>
                    <a:pt x="3228" y="4792"/>
                  </a:lnTo>
                  <a:lnTo>
                    <a:pt x="3222" y="4796"/>
                  </a:lnTo>
                  <a:lnTo>
                    <a:pt x="3216" y="4798"/>
                  </a:lnTo>
                  <a:lnTo>
                    <a:pt x="3208" y="4798"/>
                  </a:lnTo>
                  <a:lnTo>
                    <a:pt x="3198" y="4798"/>
                  </a:lnTo>
                  <a:lnTo>
                    <a:pt x="3182" y="4794"/>
                  </a:lnTo>
                  <a:lnTo>
                    <a:pt x="3176" y="4794"/>
                  </a:lnTo>
                  <a:lnTo>
                    <a:pt x="3174" y="4796"/>
                  </a:lnTo>
                  <a:lnTo>
                    <a:pt x="3170" y="4798"/>
                  </a:lnTo>
                  <a:lnTo>
                    <a:pt x="3168" y="4798"/>
                  </a:lnTo>
                  <a:lnTo>
                    <a:pt x="3158" y="4794"/>
                  </a:lnTo>
                  <a:lnTo>
                    <a:pt x="3146" y="4792"/>
                  </a:lnTo>
                  <a:lnTo>
                    <a:pt x="3138" y="4790"/>
                  </a:lnTo>
                  <a:lnTo>
                    <a:pt x="3130" y="4790"/>
                  </a:lnTo>
                  <a:lnTo>
                    <a:pt x="3122" y="4790"/>
                  </a:lnTo>
                  <a:lnTo>
                    <a:pt x="3118" y="4788"/>
                  </a:lnTo>
                  <a:lnTo>
                    <a:pt x="3116" y="4786"/>
                  </a:lnTo>
                  <a:lnTo>
                    <a:pt x="3114" y="4784"/>
                  </a:lnTo>
                  <a:lnTo>
                    <a:pt x="3114" y="4780"/>
                  </a:lnTo>
                  <a:lnTo>
                    <a:pt x="3114" y="4778"/>
                  </a:lnTo>
                  <a:lnTo>
                    <a:pt x="3112" y="4778"/>
                  </a:lnTo>
                  <a:lnTo>
                    <a:pt x="3104" y="4778"/>
                  </a:lnTo>
                  <a:lnTo>
                    <a:pt x="3098" y="4776"/>
                  </a:lnTo>
                  <a:lnTo>
                    <a:pt x="3092" y="4776"/>
                  </a:lnTo>
                  <a:lnTo>
                    <a:pt x="3090" y="4778"/>
                  </a:lnTo>
                  <a:lnTo>
                    <a:pt x="3088" y="4780"/>
                  </a:lnTo>
                  <a:lnTo>
                    <a:pt x="3084" y="4788"/>
                  </a:lnTo>
                  <a:lnTo>
                    <a:pt x="3080" y="4796"/>
                  </a:lnTo>
                  <a:lnTo>
                    <a:pt x="3078" y="4800"/>
                  </a:lnTo>
                  <a:lnTo>
                    <a:pt x="3074" y="4800"/>
                  </a:lnTo>
                  <a:lnTo>
                    <a:pt x="3072" y="4800"/>
                  </a:lnTo>
                  <a:lnTo>
                    <a:pt x="3068" y="4796"/>
                  </a:lnTo>
                  <a:lnTo>
                    <a:pt x="3066" y="4792"/>
                  </a:lnTo>
                  <a:lnTo>
                    <a:pt x="3064" y="4792"/>
                  </a:lnTo>
                  <a:lnTo>
                    <a:pt x="3060" y="4798"/>
                  </a:lnTo>
                  <a:lnTo>
                    <a:pt x="3056" y="4810"/>
                  </a:lnTo>
                  <a:lnTo>
                    <a:pt x="3052" y="4820"/>
                  </a:lnTo>
                  <a:lnTo>
                    <a:pt x="3048" y="4824"/>
                  </a:lnTo>
                  <a:lnTo>
                    <a:pt x="3048" y="4828"/>
                  </a:lnTo>
                  <a:lnTo>
                    <a:pt x="3048" y="4834"/>
                  </a:lnTo>
                  <a:lnTo>
                    <a:pt x="3048" y="4838"/>
                  </a:lnTo>
                  <a:lnTo>
                    <a:pt x="3046" y="4840"/>
                  </a:lnTo>
                  <a:lnTo>
                    <a:pt x="3044" y="4842"/>
                  </a:lnTo>
                  <a:lnTo>
                    <a:pt x="3040" y="4844"/>
                  </a:lnTo>
                  <a:lnTo>
                    <a:pt x="3040" y="4848"/>
                  </a:lnTo>
                  <a:lnTo>
                    <a:pt x="3042" y="4854"/>
                  </a:lnTo>
                  <a:lnTo>
                    <a:pt x="3044" y="4864"/>
                  </a:lnTo>
                  <a:lnTo>
                    <a:pt x="3040" y="4876"/>
                  </a:lnTo>
                  <a:lnTo>
                    <a:pt x="3034" y="4886"/>
                  </a:lnTo>
                  <a:lnTo>
                    <a:pt x="3030" y="4900"/>
                  </a:lnTo>
                  <a:lnTo>
                    <a:pt x="3030" y="4908"/>
                  </a:lnTo>
                  <a:lnTo>
                    <a:pt x="3030" y="4918"/>
                  </a:lnTo>
                  <a:lnTo>
                    <a:pt x="3030" y="4932"/>
                  </a:lnTo>
                  <a:lnTo>
                    <a:pt x="3028" y="4934"/>
                  </a:lnTo>
                  <a:lnTo>
                    <a:pt x="3026" y="4936"/>
                  </a:lnTo>
                  <a:lnTo>
                    <a:pt x="3024" y="4936"/>
                  </a:lnTo>
                  <a:lnTo>
                    <a:pt x="3024" y="4938"/>
                  </a:lnTo>
                  <a:lnTo>
                    <a:pt x="3022" y="4944"/>
                  </a:lnTo>
                  <a:lnTo>
                    <a:pt x="3020" y="4952"/>
                  </a:lnTo>
                  <a:lnTo>
                    <a:pt x="3020" y="4960"/>
                  </a:lnTo>
                  <a:lnTo>
                    <a:pt x="3016" y="4964"/>
                  </a:lnTo>
                  <a:lnTo>
                    <a:pt x="3014" y="4968"/>
                  </a:lnTo>
                  <a:lnTo>
                    <a:pt x="3010" y="4968"/>
                  </a:lnTo>
                  <a:lnTo>
                    <a:pt x="3006" y="4970"/>
                  </a:lnTo>
                  <a:lnTo>
                    <a:pt x="3006" y="4972"/>
                  </a:lnTo>
                  <a:lnTo>
                    <a:pt x="3008" y="4976"/>
                  </a:lnTo>
                  <a:lnTo>
                    <a:pt x="3010" y="4984"/>
                  </a:lnTo>
                  <a:lnTo>
                    <a:pt x="3008" y="4986"/>
                  </a:lnTo>
                  <a:lnTo>
                    <a:pt x="3006" y="4990"/>
                  </a:lnTo>
                  <a:lnTo>
                    <a:pt x="3008" y="5002"/>
                  </a:lnTo>
                  <a:lnTo>
                    <a:pt x="3012" y="5008"/>
                  </a:lnTo>
                  <a:lnTo>
                    <a:pt x="3014" y="5010"/>
                  </a:lnTo>
                  <a:lnTo>
                    <a:pt x="3018" y="5010"/>
                  </a:lnTo>
                  <a:lnTo>
                    <a:pt x="3020" y="5010"/>
                  </a:lnTo>
                  <a:lnTo>
                    <a:pt x="3024" y="5010"/>
                  </a:lnTo>
                  <a:lnTo>
                    <a:pt x="3028" y="5010"/>
                  </a:lnTo>
                  <a:lnTo>
                    <a:pt x="3032" y="5014"/>
                  </a:lnTo>
                  <a:lnTo>
                    <a:pt x="3036" y="5022"/>
                  </a:lnTo>
                  <a:lnTo>
                    <a:pt x="3040" y="5034"/>
                  </a:lnTo>
                  <a:lnTo>
                    <a:pt x="3040" y="5046"/>
                  </a:lnTo>
                  <a:lnTo>
                    <a:pt x="3038" y="5058"/>
                  </a:lnTo>
                  <a:lnTo>
                    <a:pt x="3036" y="5070"/>
                  </a:lnTo>
                  <a:lnTo>
                    <a:pt x="3032" y="5082"/>
                  </a:lnTo>
                  <a:lnTo>
                    <a:pt x="3030" y="5092"/>
                  </a:lnTo>
                  <a:lnTo>
                    <a:pt x="3030" y="5102"/>
                  </a:lnTo>
                  <a:lnTo>
                    <a:pt x="3034" y="5112"/>
                  </a:lnTo>
                  <a:lnTo>
                    <a:pt x="3038" y="5116"/>
                  </a:lnTo>
                  <a:lnTo>
                    <a:pt x="3042" y="5118"/>
                  </a:lnTo>
                  <a:lnTo>
                    <a:pt x="3046" y="5118"/>
                  </a:lnTo>
                  <a:lnTo>
                    <a:pt x="3050" y="5116"/>
                  </a:lnTo>
                  <a:lnTo>
                    <a:pt x="3058" y="5114"/>
                  </a:lnTo>
                  <a:lnTo>
                    <a:pt x="3068" y="5112"/>
                  </a:lnTo>
                  <a:lnTo>
                    <a:pt x="3072" y="5112"/>
                  </a:lnTo>
                  <a:lnTo>
                    <a:pt x="3072" y="5110"/>
                  </a:lnTo>
                  <a:lnTo>
                    <a:pt x="3070" y="5100"/>
                  </a:lnTo>
                  <a:lnTo>
                    <a:pt x="3068" y="5088"/>
                  </a:lnTo>
                  <a:lnTo>
                    <a:pt x="3068" y="5082"/>
                  </a:lnTo>
                  <a:lnTo>
                    <a:pt x="3070" y="5076"/>
                  </a:lnTo>
                  <a:lnTo>
                    <a:pt x="3072" y="5070"/>
                  </a:lnTo>
                  <a:lnTo>
                    <a:pt x="3074" y="5064"/>
                  </a:lnTo>
                  <a:lnTo>
                    <a:pt x="3072" y="5050"/>
                  </a:lnTo>
                  <a:lnTo>
                    <a:pt x="3072" y="5034"/>
                  </a:lnTo>
                  <a:lnTo>
                    <a:pt x="3072" y="5014"/>
                  </a:lnTo>
                  <a:lnTo>
                    <a:pt x="3074" y="5004"/>
                  </a:lnTo>
                  <a:lnTo>
                    <a:pt x="3072" y="4998"/>
                  </a:lnTo>
                  <a:lnTo>
                    <a:pt x="3068" y="4990"/>
                  </a:lnTo>
                  <a:lnTo>
                    <a:pt x="3068" y="4988"/>
                  </a:lnTo>
                  <a:lnTo>
                    <a:pt x="3068" y="4984"/>
                  </a:lnTo>
                  <a:lnTo>
                    <a:pt x="3076" y="4974"/>
                  </a:lnTo>
                  <a:lnTo>
                    <a:pt x="3084" y="4970"/>
                  </a:lnTo>
                  <a:lnTo>
                    <a:pt x="3090" y="4968"/>
                  </a:lnTo>
                  <a:lnTo>
                    <a:pt x="3094" y="4968"/>
                  </a:lnTo>
                  <a:lnTo>
                    <a:pt x="3098" y="4972"/>
                  </a:lnTo>
                  <a:lnTo>
                    <a:pt x="3100" y="4976"/>
                  </a:lnTo>
                  <a:lnTo>
                    <a:pt x="3100" y="4982"/>
                  </a:lnTo>
                  <a:lnTo>
                    <a:pt x="3098" y="4990"/>
                  </a:lnTo>
                  <a:lnTo>
                    <a:pt x="3094" y="4996"/>
                  </a:lnTo>
                  <a:lnTo>
                    <a:pt x="3092" y="5002"/>
                  </a:lnTo>
                  <a:lnTo>
                    <a:pt x="3090" y="5008"/>
                  </a:lnTo>
                  <a:lnTo>
                    <a:pt x="3092" y="5012"/>
                  </a:lnTo>
                  <a:lnTo>
                    <a:pt x="3094" y="5016"/>
                  </a:lnTo>
                  <a:lnTo>
                    <a:pt x="3102" y="5024"/>
                  </a:lnTo>
                  <a:lnTo>
                    <a:pt x="3112" y="5034"/>
                  </a:lnTo>
                  <a:lnTo>
                    <a:pt x="3116" y="5040"/>
                  </a:lnTo>
                  <a:lnTo>
                    <a:pt x="3116" y="5046"/>
                  </a:lnTo>
                  <a:lnTo>
                    <a:pt x="3114" y="5062"/>
                  </a:lnTo>
                  <a:lnTo>
                    <a:pt x="3114" y="5068"/>
                  </a:lnTo>
                  <a:lnTo>
                    <a:pt x="3116" y="5074"/>
                  </a:lnTo>
                  <a:lnTo>
                    <a:pt x="3120" y="5076"/>
                  </a:lnTo>
                  <a:lnTo>
                    <a:pt x="3130" y="5078"/>
                  </a:lnTo>
                  <a:lnTo>
                    <a:pt x="3136" y="5076"/>
                  </a:lnTo>
                  <a:lnTo>
                    <a:pt x="3138" y="5076"/>
                  </a:lnTo>
                  <a:lnTo>
                    <a:pt x="3140" y="5072"/>
                  </a:lnTo>
                  <a:lnTo>
                    <a:pt x="3140" y="5070"/>
                  </a:lnTo>
                  <a:lnTo>
                    <a:pt x="3140" y="5062"/>
                  </a:lnTo>
                  <a:lnTo>
                    <a:pt x="3142" y="5060"/>
                  </a:lnTo>
                  <a:lnTo>
                    <a:pt x="3148" y="5056"/>
                  </a:lnTo>
                  <a:lnTo>
                    <a:pt x="3152" y="5056"/>
                  </a:lnTo>
                  <a:lnTo>
                    <a:pt x="3156" y="5054"/>
                  </a:lnTo>
                  <a:lnTo>
                    <a:pt x="3164" y="5056"/>
                  </a:lnTo>
                  <a:lnTo>
                    <a:pt x="3166" y="5056"/>
                  </a:lnTo>
                  <a:lnTo>
                    <a:pt x="3168" y="5056"/>
                  </a:lnTo>
                  <a:lnTo>
                    <a:pt x="3172" y="5048"/>
                  </a:lnTo>
                  <a:lnTo>
                    <a:pt x="3172" y="5042"/>
                  </a:lnTo>
                  <a:lnTo>
                    <a:pt x="3170" y="5036"/>
                  </a:lnTo>
                  <a:lnTo>
                    <a:pt x="3164" y="5032"/>
                  </a:lnTo>
                  <a:lnTo>
                    <a:pt x="3158" y="5028"/>
                  </a:lnTo>
                  <a:lnTo>
                    <a:pt x="3152" y="5026"/>
                  </a:lnTo>
                  <a:lnTo>
                    <a:pt x="3148" y="5022"/>
                  </a:lnTo>
                  <a:lnTo>
                    <a:pt x="3146" y="5016"/>
                  </a:lnTo>
                  <a:lnTo>
                    <a:pt x="3148" y="5012"/>
                  </a:lnTo>
                  <a:lnTo>
                    <a:pt x="3152" y="5006"/>
                  </a:lnTo>
                  <a:lnTo>
                    <a:pt x="3152" y="4998"/>
                  </a:lnTo>
                  <a:lnTo>
                    <a:pt x="3150" y="4990"/>
                  </a:lnTo>
                  <a:lnTo>
                    <a:pt x="3148" y="4980"/>
                  </a:lnTo>
                  <a:lnTo>
                    <a:pt x="3136" y="4962"/>
                  </a:lnTo>
                  <a:lnTo>
                    <a:pt x="3122" y="4946"/>
                  </a:lnTo>
                  <a:lnTo>
                    <a:pt x="3118" y="4940"/>
                  </a:lnTo>
                  <a:lnTo>
                    <a:pt x="3118" y="4934"/>
                  </a:lnTo>
                  <a:lnTo>
                    <a:pt x="3122" y="4930"/>
                  </a:lnTo>
                  <a:lnTo>
                    <a:pt x="3128" y="4926"/>
                  </a:lnTo>
                  <a:lnTo>
                    <a:pt x="3146" y="4916"/>
                  </a:lnTo>
                  <a:lnTo>
                    <a:pt x="3154" y="4908"/>
                  </a:lnTo>
                  <a:lnTo>
                    <a:pt x="3162" y="4898"/>
                  </a:lnTo>
                  <a:lnTo>
                    <a:pt x="3168" y="4888"/>
                  </a:lnTo>
                  <a:lnTo>
                    <a:pt x="3172" y="4884"/>
                  </a:lnTo>
                  <a:lnTo>
                    <a:pt x="3176" y="4884"/>
                  </a:lnTo>
                  <a:lnTo>
                    <a:pt x="3180" y="4886"/>
                  </a:lnTo>
                  <a:lnTo>
                    <a:pt x="3186" y="4890"/>
                  </a:lnTo>
                  <a:lnTo>
                    <a:pt x="3190" y="4890"/>
                  </a:lnTo>
                  <a:lnTo>
                    <a:pt x="3192" y="4888"/>
                  </a:lnTo>
                  <a:lnTo>
                    <a:pt x="3196" y="4880"/>
                  </a:lnTo>
                  <a:lnTo>
                    <a:pt x="3196" y="4876"/>
                  </a:lnTo>
                  <a:lnTo>
                    <a:pt x="3194" y="4874"/>
                  </a:lnTo>
                  <a:lnTo>
                    <a:pt x="3192" y="4872"/>
                  </a:lnTo>
                  <a:lnTo>
                    <a:pt x="3188" y="4870"/>
                  </a:lnTo>
                  <a:lnTo>
                    <a:pt x="3170" y="4870"/>
                  </a:lnTo>
                  <a:lnTo>
                    <a:pt x="3160" y="4872"/>
                  </a:lnTo>
                  <a:lnTo>
                    <a:pt x="3152" y="4874"/>
                  </a:lnTo>
                  <a:lnTo>
                    <a:pt x="3144" y="4880"/>
                  </a:lnTo>
                  <a:lnTo>
                    <a:pt x="3136" y="4884"/>
                  </a:lnTo>
                  <a:lnTo>
                    <a:pt x="3130" y="4884"/>
                  </a:lnTo>
                  <a:lnTo>
                    <a:pt x="3124" y="4884"/>
                  </a:lnTo>
                  <a:lnTo>
                    <a:pt x="3116" y="4882"/>
                  </a:lnTo>
                  <a:lnTo>
                    <a:pt x="3112" y="4886"/>
                  </a:lnTo>
                  <a:lnTo>
                    <a:pt x="3108" y="4890"/>
                  </a:lnTo>
                  <a:lnTo>
                    <a:pt x="3106" y="4894"/>
                  </a:lnTo>
                  <a:lnTo>
                    <a:pt x="3104" y="4900"/>
                  </a:lnTo>
                  <a:lnTo>
                    <a:pt x="3100" y="4904"/>
                  </a:lnTo>
                  <a:lnTo>
                    <a:pt x="3096" y="4908"/>
                  </a:lnTo>
                  <a:lnTo>
                    <a:pt x="3088" y="4908"/>
                  </a:lnTo>
                  <a:lnTo>
                    <a:pt x="3082" y="4906"/>
                  </a:lnTo>
                  <a:lnTo>
                    <a:pt x="3078" y="4904"/>
                  </a:lnTo>
                  <a:lnTo>
                    <a:pt x="3078" y="4902"/>
                  </a:lnTo>
                  <a:lnTo>
                    <a:pt x="3078" y="4898"/>
                  </a:lnTo>
                  <a:lnTo>
                    <a:pt x="3076" y="4892"/>
                  </a:lnTo>
                  <a:lnTo>
                    <a:pt x="3074" y="4888"/>
                  </a:lnTo>
                  <a:lnTo>
                    <a:pt x="3068" y="4882"/>
                  </a:lnTo>
                  <a:lnTo>
                    <a:pt x="3064" y="4880"/>
                  </a:lnTo>
                  <a:lnTo>
                    <a:pt x="3062" y="4876"/>
                  </a:lnTo>
                  <a:lnTo>
                    <a:pt x="3058" y="4866"/>
                  </a:lnTo>
                  <a:lnTo>
                    <a:pt x="3058" y="4852"/>
                  </a:lnTo>
                  <a:lnTo>
                    <a:pt x="3060" y="4840"/>
                  </a:lnTo>
                  <a:lnTo>
                    <a:pt x="3066" y="4828"/>
                  </a:lnTo>
                  <a:lnTo>
                    <a:pt x="3072" y="4818"/>
                  </a:lnTo>
                  <a:lnTo>
                    <a:pt x="3074" y="4816"/>
                  </a:lnTo>
                  <a:lnTo>
                    <a:pt x="3078" y="4814"/>
                  </a:lnTo>
                  <a:lnTo>
                    <a:pt x="3082" y="4814"/>
                  </a:lnTo>
                  <a:lnTo>
                    <a:pt x="3086" y="4816"/>
                  </a:lnTo>
                  <a:lnTo>
                    <a:pt x="3092" y="4818"/>
                  </a:lnTo>
                  <a:lnTo>
                    <a:pt x="3096" y="4820"/>
                  </a:lnTo>
                  <a:lnTo>
                    <a:pt x="3106" y="4818"/>
                  </a:lnTo>
                  <a:lnTo>
                    <a:pt x="3116" y="4818"/>
                  </a:lnTo>
                  <a:lnTo>
                    <a:pt x="3122" y="4818"/>
                  </a:lnTo>
                  <a:lnTo>
                    <a:pt x="3126" y="4818"/>
                  </a:lnTo>
                  <a:lnTo>
                    <a:pt x="3132" y="4820"/>
                  </a:lnTo>
                  <a:lnTo>
                    <a:pt x="3140" y="4820"/>
                  </a:lnTo>
                  <a:lnTo>
                    <a:pt x="3156" y="4818"/>
                  </a:lnTo>
                  <a:lnTo>
                    <a:pt x="3172" y="4816"/>
                  </a:lnTo>
                  <a:lnTo>
                    <a:pt x="3178" y="4818"/>
                  </a:lnTo>
                  <a:lnTo>
                    <a:pt x="3182" y="4820"/>
                  </a:lnTo>
                  <a:lnTo>
                    <a:pt x="3186" y="4822"/>
                  </a:lnTo>
                  <a:lnTo>
                    <a:pt x="3192" y="4824"/>
                  </a:lnTo>
                  <a:lnTo>
                    <a:pt x="3200" y="4826"/>
                  </a:lnTo>
                  <a:lnTo>
                    <a:pt x="3208" y="4826"/>
                  </a:lnTo>
                  <a:lnTo>
                    <a:pt x="3218" y="4824"/>
                  </a:lnTo>
                  <a:lnTo>
                    <a:pt x="3226" y="4822"/>
                  </a:lnTo>
                  <a:lnTo>
                    <a:pt x="3234" y="4816"/>
                  </a:lnTo>
                  <a:lnTo>
                    <a:pt x="3240" y="4810"/>
                  </a:lnTo>
                  <a:close/>
                  <a:moveTo>
                    <a:pt x="2954" y="5244"/>
                  </a:moveTo>
                  <a:lnTo>
                    <a:pt x="2954" y="5244"/>
                  </a:lnTo>
                  <a:lnTo>
                    <a:pt x="2954" y="5248"/>
                  </a:lnTo>
                  <a:lnTo>
                    <a:pt x="2956" y="5246"/>
                  </a:lnTo>
                  <a:lnTo>
                    <a:pt x="2960" y="5240"/>
                  </a:lnTo>
                  <a:lnTo>
                    <a:pt x="2962" y="5238"/>
                  </a:lnTo>
                  <a:lnTo>
                    <a:pt x="2960" y="5236"/>
                  </a:lnTo>
                  <a:lnTo>
                    <a:pt x="2958" y="5236"/>
                  </a:lnTo>
                  <a:lnTo>
                    <a:pt x="2954" y="5240"/>
                  </a:lnTo>
                  <a:lnTo>
                    <a:pt x="2954" y="5244"/>
                  </a:lnTo>
                  <a:close/>
                  <a:moveTo>
                    <a:pt x="3346" y="4878"/>
                  </a:moveTo>
                  <a:lnTo>
                    <a:pt x="3346" y="4878"/>
                  </a:lnTo>
                  <a:lnTo>
                    <a:pt x="3350" y="4878"/>
                  </a:lnTo>
                  <a:lnTo>
                    <a:pt x="3352" y="4876"/>
                  </a:lnTo>
                  <a:lnTo>
                    <a:pt x="3350" y="4874"/>
                  </a:lnTo>
                  <a:lnTo>
                    <a:pt x="3348" y="4872"/>
                  </a:lnTo>
                  <a:lnTo>
                    <a:pt x="3346" y="4872"/>
                  </a:lnTo>
                  <a:lnTo>
                    <a:pt x="3344" y="4874"/>
                  </a:lnTo>
                  <a:lnTo>
                    <a:pt x="3344" y="4876"/>
                  </a:lnTo>
                  <a:lnTo>
                    <a:pt x="3346" y="4878"/>
                  </a:lnTo>
                  <a:close/>
                  <a:moveTo>
                    <a:pt x="3352" y="4858"/>
                  </a:moveTo>
                  <a:lnTo>
                    <a:pt x="3352" y="4858"/>
                  </a:lnTo>
                  <a:lnTo>
                    <a:pt x="3350" y="4862"/>
                  </a:lnTo>
                  <a:lnTo>
                    <a:pt x="3354" y="4868"/>
                  </a:lnTo>
                  <a:lnTo>
                    <a:pt x="3358" y="4874"/>
                  </a:lnTo>
                  <a:lnTo>
                    <a:pt x="3360" y="4876"/>
                  </a:lnTo>
                  <a:lnTo>
                    <a:pt x="3364" y="4874"/>
                  </a:lnTo>
                  <a:lnTo>
                    <a:pt x="3364" y="4866"/>
                  </a:lnTo>
                  <a:lnTo>
                    <a:pt x="3362" y="4858"/>
                  </a:lnTo>
                  <a:lnTo>
                    <a:pt x="3360" y="4854"/>
                  </a:lnTo>
                  <a:lnTo>
                    <a:pt x="3356" y="4854"/>
                  </a:lnTo>
                  <a:lnTo>
                    <a:pt x="3352" y="4858"/>
                  </a:lnTo>
                  <a:close/>
                  <a:moveTo>
                    <a:pt x="3452" y="4980"/>
                  </a:moveTo>
                  <a:lnTo>
                    <a:pt x="3452" y="4980"/>
                  </a:lnTo>
                  <a:lnTo>
                    <a:pt x="3440" y="4974"/>
                  </a:lnTo>
                  <a:lnTo>
                    <a:pt x="3438" y="4974"/>
                  </a:lnTo>
                  <a:lnTo>
                    <a:pt x="3436" y="4976"/>
                  </a:lnTo>
                  <a:lnTo>
                    <a:pt x="3428" y="4978"/>
                  </a:lnTo>
                  <a:lnTo>
                    <a:pt x="3422" y="4980"/>
                  </a:lnTo>
                  <a:lnTo>
                    <a:pt x="3414" y="4978"/>
                  </a:lnTo>
                  <a:lnTo>
                    <a:pt x="3404" y="4978"/>
                  </a:lnTo>
                  <a:lnTo>
                    <a:pt x="3396" y="4978"/>
                  </a:lnTo>
                  <a:lnTo>
                    <a:pt x="3390" y="4980"/>
                  </a:lnTo>
                  <a:lnTo>
                    <a:pt x="3384" y="4982"/>
                  </a:lnTo>
                  <a:lnTo>
                    <a:pt x="3378" y="4986"/>
                  </a:lnTo>
                  <a:lnTo>
                    <a:pt x="3376" y="4990"/>
                  </a:lnTo>
                  <a:lnTo>
                    <a:pt x="3374" y="4996"/>
                  </a:lnTo>
                  <a:lnTo>
                    <a:pt x="3374" y="5002"/>
                  </a:lnTo>
                  <a:lnTo>
                    <a:pt x="3376" y="5010"/>
                  </a:lnTo>
                  <a:lnTo>
                    <a:pt x="3378" y="5006"/>
                  </a:lnTo>
                  <a:lnTo>
                    <a:pt x="3380" y="4998"/>
                  </a:lnTo>
                  <a:lnTo>
                    <a:pt x="3382" y="4994"/>
                  </a:lnTo>
                  <a:lnTo>
                    <a:pt x="3384" y="4992"/>
                  </a:lnTo>
                  <a:lnTo>
                    <a:pt x="3386" y="4992"/>
                  </a:lnTo>
                  <a:lnTo>
                    <a:pt x="3388" y="4994"/>
                  </a:lnTo>
                  <a:lnTo>
                    <a:pt x="3392" y="5000"/>
                  </a:lnTo>
                  <a:lnTo>
                    <a:pt x="3396" y="5002"/>
                  </a:lnTo>
                  <a:lnTo>
                    <a:pt x="3400" y="5004"/>
                  </a:lnTo>
                  <a:lnTo>
                    <a:pt x="3404" y="5004"/>
                  </a:lnTo>
                  <a:lnTo>
                    <a:pt x="3408" y="5000"/>
                  </a:lnTo>
                  <a:lnTo>
                    <a:pt x="3414" y="4998"/>
                  </a:lnTo>
                  <a:lnTo>
                    <a:pt x="3418" y="4998"/>
                  </a:lnTo>
                  <a:lnTo>
                    <a:pt x="3428" y="5002"/>
                  </a:lnTo>
                  <a:lnTo>
                    <a:pt x="3436" y="5006"/>
                  </a:lnTo>
                  <a:lnTo>
                    <a:pt x="3438" y="5008"/>
                  </a:lnTo>
                  <a:lnTo>
                    <a:pt x="3440" y="5006"/>
                  </a:lnTo>
                  <a:lnTo>
                    <a:pt x="3442" y="5002"/>
                  </a:lnTo>
                  <a:lnTo>
                    <a:pt x="3446" y="5002"/>
                  </a:lnTo>
                  <a:lnTo>
                    <a:pt x="3456" y="5006"/>
                  </a:lnTo>
                  <a:lnTo>
                    <a:pt x="3468" y="5014"/>
                  </a:lnTo>
                  <a:lnTo>
                    <a:pt x="3482" y="5022"/>
                  </a:lnTo>
                  <a:lnTo>
                    <a:pt x="3488" y="5026"/>
                  </a:lnTo>
                  <a:lnTo>
                    <a:pt x="3492" y="5028"/>
                  </a:lnTo>
                  <a:lnTo>
                    <a:pt x="3494" y="5026"/>
                  </a:lnTo>
                  <a:lnTo>
                    <a:pt x="3496" y="5024"/>
                  </a:lnTo>
                  <a:lnTo>
                    <a:pt x="3494" y="5012"/>
                  </a:lnTo>
                  <a:lnTo>
                    <a:pt x="3484" y="4994"/>
                  </a:lnTo>
                  <a:lnTo>
                    <a:pt x="3478" y="4988"/>
                  </a:lnTo>
                  <a:lnTo>
                    <a:pt x="3476" y="4984"/>
                  </a:lnTo>
                  <a:lnTo>
                    <a:pt x="3472" y="4982"/>
                  </a:lnTo>
                  <a:lnTo>
                    <a:pt x="3470" y="4984"/>
                  </a:lnTo>
                  <a:lnTo>
                    <a:pt x="3464" y="4984"/>
                  </a:lnTo>
                  <a:lnTo>
                    <a:pt x="3458" y="4984"/>
                  </a:lnTo>
                  <a:lnTo>
                    <a:pt x="3452" y="4980"/>
                  </a:lnTo>
                  <a:close/>
                  <a:moveTo>
                    <a:pt x="3092" y="4546"/>
                  </a:moveTo>
                  <a:lnTo>
                    <a:pt x="3092" y="4546"/>
                  </a:lnTo>
                  <a:lnTo>
                    <a:pt x="3090" y="4552"/>
                  </a:lnTo>
                  <a:lnTo>
                    <a:pt x="3092" y="4552"/>
                  </a:lnTo>
                  <a:lnTo>
                    <a:pt x="3094" y="4552"/>
                  </a:lnTo>
                  <a:lnTo>
                    <a:pt x="3098" y="4552"/>
                  </a:lnTo>
                  <a:lnTo>
                    <a:pt x="3104" y="4552"/>
                  </a:lnTo>
                  <a:lnTo>
                    <a:pt x="3108" y="4554"/>
                  </a:lnTo>
                  <a:lnTo>
                    <a:pt x="3112" y="4552"/>
                  </a:lnTo>
                  <a:lnTo>
                    <a:pt x="3112" y="4548"/>
                  </a:lnTo>
                  <a:lnTo>
                    <a:pt x="3110" y="4548"/>
                  </a:lnTo>
                  <a:lnTo>
                    <a:pt x="3106" y="4546"/>
                  </a:lnTo>
                  <a:lnTo>
                    <a:pt x="3102" y="4542"/>
                  </a:lnTo>
                  <a:lnTo>
                    <a:pt x="3100" y="4540"/>
                  </a:lnTo>
                  <a:lnTo>
                    <a:pt x="3098" y="4540"/>
                  </a:lnTo>
                  <a:lnTo>
                    <a:pt x="3096" y="4542"/>
                  </a:lnTo>
                  <a:lnTo>
                    <a:pt x="3092" y="4546"/>
                  </a:lnTo>
                  <a:close/>
                  <a:moveTo>
                    <a:pt x="3058" y="4324"/>
                  </a:moveTo>
                  <a:lnTo>
                    <a:pt x="3058" y="4324"/>
                  </a:lnTo>
                  <a:lnTo>
                    <a:pt x="3056" y="4322"/>
                  </a:lnTo>
                  <a:lnTo>
                    <a:pt x="3052" y="4322"/>
                  </a:lnTo>
                  <a:lnTo>
                    <a:pt x="3048" y="4326"/>
                  </a:lnTo>
                  <a:lnTo>
                    <a:pt x="3048" y="4330"/>
                  </a:lnTo>
                  <a:lnTo>
                    <a:pt x="3050" y="4330"/>
                  </a:lnTo>
                  <a:lnTo>
                    <a:pt x="3058" y="4324"/>
                  </a:lnTo>
                  <a:close/>
                  <a:moveTo>
                    <a:pt x="3358" y="4790"/>
                  </a:moveTo>
                  <a:lnTo>
                    <a:pt x="3358" y="4790"/>
                  </a:lnTo>
                  <a:lnTo>
                    <a:pt x="3360" y="4800"/>
                  </a:lnTo>
                  <a:lnTo>
                    <a:pt x="3358" y="4806"/>
                  </a:lnTo>
                  <a:lnTo>
                    <a:pt x="3358" y="4812"/>
                  </a:lnTo>
                  <a:lnTo>
                    <a:pt x="3358" y="4816"/>
                  </a:lnTo>
                  <a:lnTo>
                    <a:pt x="3362" y="4820"/>
                  </a:lnTo>
                  <a:lnTo>
                    <a:pt x="3364" y="4826"/>
                  </a:lnTo>
                  <a:lnTo>
                    <a:pt x="3364" y="4830"/>
                  </a:lnTo>
                  <a:lnTo>
                    <a:pt x="3364" y="4838"/>
                  </a:lnTo>
                  <a:lnTo>
                    <a:pt x="3364" y="4846"/>
                  </a:lnTo>
                  <a:lnTo>
                    <a:pt x="3364" y="4850"/>
                  </a:lnTo>
                  <a:lnTo>
                    <a:pt x="3368" y="4856"/>
                  </a:lnTo>
                  <a:lnTo>
                    <a:pt x="3382" y="4876"/>
                  </a:lnTo>
                  <a:lnTo>
                    <a:pt x="3388" y="4882"/>
                  </a:lnTo>
                  <a:lnTo>
                    <a:pt x="3390" y="4884"/>
                  </a:lnTo>
                  <a:lnTo>
                    <a:pt x="3394" y="4884"/>
                  </a:lnTo>
                  <a:lnTo>
                    <a:pt x="3394" y="4882"/>
                  </a:lnTo>
                  <a:lnTo>
                    <a:pt x="3394" y="4880"/>
                  </a:lnTo>
                  <a:lnTo>
                    <a:pt x="3390" y="4876"/>
                  </a:lnTo>
                  <a:lnTo>
                    <a:pt x="3384" y="4868"/>
                  </a:lnTo>
                  <a:lnTo>
                    <a:pt x="3380" y="4860"/>
                  </a:lnTo>
                  <a:lnTo>
                    <a:pt x="3376" y="4848"/>
                  </a:lnTo>
                  <a:lnTo>
                    <a:pt x="3374" y="4836"/>
                  </a:lnTo>
                  <a:lnTo>
                    <a:pt x="3374" y="4826"/>
                  </a:lnTo>
                  <a:lnTo>
                    <a:pt x="3376" y="4820"/>
                  </a:lnTo>
                  <a:lnTo>
                    <a:pt x="3380" y="4818"/>
                  </a:lnTo>
                  <a:lnTo>
                    <a:pt x="3382" y="4818"/>
                  </a:lnTo>
                  <a:lnTo>
                    <a:pt x="3390" y="4820"/>
                  </a:lnTo>
                  <a:lnTo>
                    <a:pt x="3402" y="4824"/>
                  </a:lnTo>
                  <a:lnTo>
                    <a:pt x="3406" y="4826"/>
                  </a:lnTo>
                  <a:lnTo>
                    <a:pt x="3410" y="4826"/>
                  </a:lnTo>
                  <a:lnTo>
                    <a:pt x="3410" y="4822"/>
                  </a:lnTo>
                  <a:lnTo>
                    <a:pt x="3406" y="4816"/>
                  </a:lnTo>
                  <a:lnTo>
                    <a:pt x="3400" y="4812"/>
                  </a:lnTo>
                  <a:lnTo>
                    <a:pt x="3394" y="4810"/>
                  </a:lnTo>
                  <a:lnTo>
                    <a:pt x="3390" y="4806"/>
                  </a:lnTo>
                  <a:lnTo>
                    <a:pt x="3386" y="4804"/>
                  </a:lnTo>
                  <a:lnTo>
                    <a:pt x="3386" y="4802"/>
                  </a:lnTo>
                  <a:lnTo>
                    <a:pt x="3388" y="4800"/>
                  </a:lnTo>
                  <a:lnTo>
                    <a:pt x="3394" y="4796"/>
                  </a:lnTo>
                  <a:lnTo>
                    <a:pt x="3400" y="4792"/>
                  </a:lnTo>
                  <a:lnTo>
                    <a:pt x="3404" y="4788"/>
                  </a:lnTo>
                  <a:lnTo>
                    <a:pt x="3406" y="4784"/>
                  </a:lnTo>
                  <a:lnTo>
                    <a:pt x="3408" y="4774"/>
                  </a:lnTo>
                  <a:lnTo>
                    <a:pt x="3406" y="4770"/>
                  </a:lnTo>
                  <a:lnTo>
                    <a:pt x="3404" y="4766"/>
                  </a:lnTo>
                  <a:lnTo>
                    <a:pt x="3400" y="4766"/>
                  </a:lnTo>
                  <a:lnTo>
                    <a:pt x="3396" y="4766"/>
                  </a:lnTo>
                  <a:lnTo>
                    <a:pt x="3390" y="4770"/>
                  </a:lnTo>
                  <a:lnTo>
                    <a:pt x="3386" y="4774"/>
                  </a:lnTo>
                  <a:lnTo>
                    <a:pt x="3378" y="4788"/>
                  </a:lnTo>
                  <a:lnTo>
                    <a:pt x="3372" y="4800"/>
                  </a:lnTo>
                  <a:lnTo>
                    <a:pt x="3370" y="4800"/>
                  </a:lnTo>
                  <a:lnTo>
                    <a:pt x="3368" y="4798"/>
                  </a:lnTo>
                  <a:lnTo>
                    <a:pt x="3366" y="4792"/>
                  </a:lnTo>
                  <a:lnTo>
                    <a:pt x="3368" y="4788"/>
                  </a:lnTo>
                  <a:lnTo>
                    <a:pt x="3372" y="4782"/>
                  </a:lnTo>
                  <a:lnTo>
                    <a:pt x="3378" y="4772"/>
                  </a:lnTo>
                  <a:lnTo>
                    <a:pt x="3378" y="4766"/>
                  </a:lnTo>
                  <a:lnTo>
                    <a:pt x="3378" y="4762"/>
                  </a:lnTo>
                  <a:lnTo>
                    <a:pt x="3376" y="4754"/>
                  </a:lnTo>
                  <a:lnTo>
                    <a:pt x="3374" y="4750"/>
                  </a:lnTo>
                  <a:lnTo>
                    <a:pt x="3374" y="4748"/>
                  </a:lnTo>
                  <a:lnTo>
                    <a:pt x="3374" y="4744"/>
                  </a:lnTo>
                  <a:lnTo>
                    <a:pt x="3378" y="4734"/>
                  </a:lnTo>
                  <a:lnTo>
                    <a:pt x="3378" y="4732"/>
                  </a:lnTo>
                  <a:lnTo>
                    <a:pt x="3376" y="4732"/>
                  </a:lnTo>
                  <a:lnTo>
                    <a:pt x="3370" y="4736"/>
                  </a:lnTo>
                  <a:lnTo>
                    <a:pt x="3366" y="4740"/>
                  </a:lnTo>
                  <a:lnTo>
                    <a:pt x="3362" y="4746"/>
                  </a:lnTo>
                  <a:lnTo>
                    <a:pt x="3356" y="4760"/>
                  </a:lnTo>
                  <a:lnTo>
                    <a:pt x="3356" y="4776"/>
                  </a:lnTo>
                  <a:lnTo>
                    <a:pt x="3356" y="4784"/>
                  </a:lnTo>
                  <a:lnTo>
                    <a:pt x="3358" y="4790"/>
                  </a:lnTo>
                  <a:close/>
                  <a:moveTo>
                    <a:pt x="3086" y="4178"/>
                  </a:moveTo>
                  <a:lnTo>
                    <a:pt x="3086" y="4178"/>
                  </a:lnTo>
                  <a:lnTo>
                    <a:pt x="3076" y="4178"/>
                  </a:lnTo>
                  <a:lnTo>
                    <a:pt x="3070" y="4180"/>
                  </a:lnTo>
                  <a:lnTo>
                    <a:pt x="3068" y="4184"/>
                  </a:lnTo>
                  <a:lnTo>
                    <a:pt x="3072" y="4186"/>
                  </a:lnTo>
                  <a:lnTo>
                    <a:pt x="3076" y="4188"/>
                  </a:lnTo>
                  <a:lnTo>
                    <a:pt x="3076" y="4190"/>
                  </a:lnTo>
                  <a:lnTo>
                    <a:pt x="3078" y="4194"/>
                  </a:lnTo>
                  <a:lnTo>
                    <a:pt x="3080" y="4196"/>
                  </a:lnTo>
                  <a:lnTo>
                    <a:pt x="3084" y="4202"/>
                  </a:lnTo>
                  <a:lnTo>
                    <a:pt x="3088" y="4212"/>
                  </a:lnTo>
                  <a:lnTo>
                    <a:pt x="3092" y="4224"/>
                  </a:lnTo>
                  <a:lnTo>
                    <a:pt x="3098" y="4238"/>
                  </a:lnTo>
                  <a:lnTo>
                    <a:pt x="3102" y="4244"/>
                  </a:lnTo>
                  <a:lnTo>
                    <a:pt x="3104" y="4244"/>
                  </a:lnTo>
                  <a:lnTo>
                    <a:pt x="3106" y="4244"/>
                  </a:lnTo>
                  <a:lnTo>
                    <a:pt x="3112" y="4240"/>
                  </a:lnTo>
                  <a:lnTo>
                    <a:pt x="3116" y="4232"/>
                  </a:lnTo>
                  <a:lnTo>
                    <a:pt x="3118" y="4224"/>
                  </a:lnTo>
                  <a:lnTo>
                    <a:pt x="3118" y="4220"/>
                  </a:lnTo>
                  <a:lnTo>
                    <a:pt x="3116" y="4216"/>
                  </a:lnTo>
                  <a:lnTo>
                    <a:pt x="3116" y="4208"/>
                  </a:lnTo>
                  <a:lnTo>
                    <a:pt x="3118" y="4204"/>
                  </a:lnTo>
                  <a:lnTo>
                    <a:pt x="3116" y="4198"/>
                  </a:lnTo>
                  <a:lnTo>
                    <a:pt x="3114" y="4194"/>
                  </a:lnTo>
                  <a:lnTo>
                    <a:pt x="3110" y="4190"/>
                  </a:lnTo>
                  <a:lnTo>
                    <a:pt x="3100" y="4184"/>
                  </a:lnTo>
                  <a:lnTo>
                    <a:pt x="3086" y="4178"/>
                  </a:lnTo>
                  <a:close/>
                  <a:moveTo>
                    <a:pt x="3138" y="4192"/>
                  </a:moveTo>
                  <a:lnTo>
                    <a:pt x="3138" y="4192"/>
                  </a:lnTo>
                  <a:lnTo>
                    <a:pt x="3140" y="4190"/>
                  </a:lnTo>
                  <a:lnTo>
                    <a:pt x="3142" y="4186"/>
                  </a:lnTo>
                  <a:lnTo>
                    <a:pt x="3140" y="4180"/>
                  </a:lnTo>
                  <a:lnTo>
                    <a:pt x="3138" y="4178"/>
                  </a:lnTo>
                  <a:lnTo>
                    <a:pt x="3134" y="4178"/>
                  </a:lnTo>
                  <a:lnTo>
                    <a:pt x="3132" y="4178"/>
                  </a:lnTo>
                  <a:lnTo>
                    <a:pt x="3130" y="4178"/>
                  </a:lnTo>
                  <a:lnTo>
                    <a:pt x="3130" y="4184"/>
                  </a:lnTo>
                  <a:lnTo>
                    <a:pt x="3130" y="4188"/>
                  </a:lnTo>
                  <a:lnTo>
                    <a:pt x="3132" y="4192"/>
                  </a:lnTo>
                  <a:lnTo>
                    <a:pt x="3134" y="4194"/>
                  </a:lnTo>
                  <a:lnTo>
                    <a:pt x="3138" y="4192"/>
                  </a:lnTo>
                  <a:close/>
                  <a:moveTo>
                    <a:pt x="3386" y="4736"/>
                  </a:moveTo>
                  <a:lnTo>
                    <a:pt x="3386" y="4736"/>
                  </a:lnTo>
                  <a:lnTo>
                    <a:pt x="3388" y="4742"/>
                  </a:lnTo>
                  <a:lnTo>
                    <a:pt x="3392" y="4742"/>
                  </a:lnTo>
                  <a:lnTo>
                    <a:pt x="3396" y="4740"/>
                  </a:lnTo>
                  <a:lnTo>
                    <a:pt x="3398" y="4736"/>
                  </a:lnTo>
                  <a:lnTo>
                    <a:pt x="3402" y="4732"/>
                  </a:lnTo>
                  <a:lnTo>
                    <a:pt x="3404" y="4726"/>
                  </a:lnTo>
                  <a:lnTo>
                    <a:pt x="3404" y="4720"/>
                  </a:lnTo>
                  <a:lnTo>
                    <a:pt x="3404" y="4714"/>
                  </a:lnTo>
                  <a:lnTo>
                    <a:pt x="3400" y="4712"/>
                  </a:lnTo>
                  <a:lnTo>
                    <a:pt x="3398" y="4712"/>
                  </a:lnTo>
                  <a:lnTo>
                    <a:pt x="3394" y="4714"/>
                  </a:lnTo>
                  <a:lnTo>
                    <a:pt x="3392" y="4718"/>
                  </a:lnTo>
                  <a:lnTo>
                    <a:pt x="3388" y="4726"/>
                  </a:lnTo>
                  <a:lnTo>
                    <a:pt x="3386" y="4736"/>
                  </a:lnTo>
                  <a:close/>
                  <a:moveTo>
                    <a:pt x="3378" y="4912"/>
                  </a:moveTo>
                  <a:lnTo>
                    <a:pt x="3378" y="4912"/>
                  </a:lnTo>
                  <a:lnTo>
                    <a:pt x="3374" y="4908"/>
                  </a:lnTo>
                  <a:lnTo>
                    <a:pt x="3370" y="4906"/>
                  </a:lnTo>
                  <a:lnTo>
                    <a:pt x="3364" y="4904"/>
                  </a:lnTo>
                  <a:lnTo>
                    <a:pt x="3362" y="4904"/>
                  </a:lnTo>
                  <a:lnTo>
                    <a:pt x="3358" y="4906"/>
                  </a:lnTo>
                  <a:lnTo>
                    <a:pt x="3356" y="4908"/>
                  </a:lnTo>
                  <a:lnTo>
                    <a:pt x="3354" y="4912"/>
                  </a:lnTo>
                  <a:lnTo>
                    <a:pt x="3354" y="4916"/>
                  </a:lnTo>
                  <a:lnTo>
                    <a:pt x="3354" y="4922"/>
                  </a:lnTo>
                  <a:lnTo>
                    <a:pt x="3358" y="4924"/>
                  </a:lnTo>
                  <a:lnTo>
                    <a:pt x="3366" y="4922"/>
                  </a:lnTo>
                  <a:lnTo>
                    <a:pt x="3382" y="4922"/>
                  </a:lnTo>
                  <a:lnTo>
                    <a:pt x="3384" y="4922"/>
                  </a:lnTo>
                  <a:lnTo>
                    <a:pt x="3384" y="4920"/>
                  </a:lnTo>
                  <a:lnTo>
                    <a:pt x="3378" y="4912"/>
                  </a:lnTo>
                  <a:close/>
                  <a:moveTo>
                    <a:pt x="3378" y="5236"/>
                  </a:moveTo>
                  <a:lnTo>
                    <a:pt x="3378" y="5236"/>
                  </a:lnTo>
                  <a:lnTo>
                    <a:pt x="3374" y="5234"/>
                  </a:lnTo>
                  <a:lnTo>
                    <a:pt x="3370" y="5234"/>
                  </a:lnTo>
                  <a:lnTo>
                    <a:pt x="3368" y="5236"/>
                  </a:lnTo>
                  <a:lnTo>
                    <a:pt x="3372" y="5240"/>
                  </a:lnTo>
                  <a:lnTo>
                    <a:pt x="3376" y="5242"/>
                  </a:lnTo>
                  <a:lnTo>
                    <a:pt x="3380" y="5240"/>
                  </a:lnTo>
                  <a:lnTo>
                    <a:pt x="3380" y="5238"/>
                  </a:lnTo>
                  <a:lnTo>
                    <a:pt x="3378" y="5236"/>
                  </a:lnTo>
                  <a:close/>
                  <a:moveTo>
                    <a:pt x="3444" y="5230"/>
                  </a:moveTo>
                  <a:lnTo>
                    <a:pt x="3444" y="5230"/>
                  </a:lnTo>
                  <a:lnTo>
                    <a:pt x="3448" y="5232"/>
                  </a:lnTo>
                  <a:lnTo>
                    <a:pt x="3450" y="5230"/>
                  </a:lnTo>
                  <a:lnTo>
                    <a:pt x="3452" y="5228"/>
                  </a:lnTo>
                  <a:lnTo>
                    <a:pt x="3452" y="5224"/>
                  </a:lnTo>
                  <a:lnTo>
                    <a:pt x="3448" y="5220"/>
                  </a:lnTo>
                  <a:lnTo>
                    <a:pt x="3442" y="5218"/>
                  </a:lnTo>
                  <a:lnTo>
                    <a:pt x="3440" y="5220"/>
                  </a:lnTo>
                  <a:lnTo>
                    <a:pt x="3442" y="5224"/>
                  </a:lnTo>
                  <a:lnTo>
                    <a:pt x="3444" y="5230"/>
                  </a:lnTo>
                  <a:close/>
                  <a:moveTo>
                    <a:pt x="3364" y="4876"/>
                  </a:moveTo>
                  <a:lnTo>
                    <a:pt x="3364" y="4876"/>
                  </a:lnTo>
                  <a:lnTo>
                    <a:pt x="3364" y="4878"/>
                  </a:lnTo>
                  <a:lnTo>
                    <a:pt x="3366" y="4880"/>
                  </a:lnTo>
                  <a:lnTo>
                    <a:pt x="3370" y="4882"/>
                  </a:lnTo>
                  <a:lnTo>
                    <a:pt x="3372" y="4880"/>
                  </a:lnTo>
                  <a:lnTo>
                    <a:pt x="3374" y="4876"/>
                  </a:lnTo>
                  <a:lnTo>
                    <a:pt x="3372" y="4874"/>
                  </a:lnTo>
                  <a:lnTo>
                    <a:pt x="3368" y="4874"/>
                  </a:lnTo>
                  <a:lnTo>
                    <a:pt x="3364" y="4876"/>
                  </a:lnTo>
                  <a:close/>
                  <a:moveTo>
                    <a:pt x="3374" y="5022"/>
                  </a:moveTo>
                  <a:lnTo>
                    <a:pt x="3374" y="5022"/>
                  </a:lnTo>
                  <a:lnTo>
                    <a:pt x="3378" y="5024"/>
                  </a:lnTo>
                  <a:lnTo>
                    <a:pt x="3384" y="5022"/>
                  </a:lnTo>
                  <a:lnTo>
                    <a:pt x="3388" y="5018"/>
                  </a:lnTo>
                  <a:lnTo>
                    <a:pt x="3390" y="5012"/>
                  </a:lnTo>
                  <a:lnTo>
                    <a:pt x="3390" y="5010"/>
                  </a:lnTo>
                  <a:lnTo>
                    <a:pt x="3388" y="5010"/>
                  </a:lnTo>
                  <a:lnTo>
                    <a:pt x="3382" y="5012"/>
                  </a:lnTo>
                  <a:lnTo>
                    <a:pt x="3376" y="5018"/>
                  </a:lnTo>
                  <a:lnTo>
                    <a:pt x="3374" y="5020"/>
                  </a:lnTo>
                  <a:lnTo>
                    <a:pt x="3374" y="5022"/>
                  </a:lnTo>
                  <a:close/>
                  <a:moveTo>
                    <a:pt x="3412" y="3200"/>
                  </a:moveTo>
                  <a:lnTo>
                    <a:pt x="3412" y="3200"/>
                  </a:lnTo>
                  <a:lnTo>
                    <a:pt x="3408" y="3200"/>
                  </a:lnTo>
                  <a:lnTo>
                    <a:pt x="3406" y="3202"/>
                  </a:lnTo>
                  <a:lnTo>
                    <a:pt x="3404" y="3206"/>
                  </a:lnTo>
                  <a:lnTo>
                    <a:pt x="3406" y="3208"/>
                  </a:lnTo>
                  <a:lnTo>
                    <a:pt x="3408" y="3208"/>
                  </a:lnTo>
                  <a:lnTo>
                    <a:pt x="3414" y="3206"/>
                  </a:lnTo>
                  <a:lnTo>
                    <a:pt x="3416" y="3204"/>
                  </a:lnTo>
                  <a:lnTo>
                    <a:pt x="3416" y="3202"/>
                  </a:lnTo>
                  <a:lnTo>
                    <a:pt x="3412" y="3200"/>
                  </a:lnTo>
                  <a:close/>
                  <a:moveTo>
                    <a:pt x="3402" y="3084"/>
                  </a:moveTo>
                  <a:lnTo>
                    <a:pt x="3402" y="3084"/>
                  </a:lnTo>
                  <a:lnTo>
                    <a:pt x="3400" y="3088"/>
                  </a:lnTo>
                  <a:lnTo>
                    <a:pt x="3398" y="3092"/>
                  </a:lnTo>
                  <a:lnTo>
                    <a:pt x="3400" y="3096"/>
                  </a:lnTo>
                  <a:lnTo>
                    <a:pt x="3402" y="3098"/>
                  </a:lnTo>
                  <a:lnTo>
                    <a:pt x="3404" y="3096"/>
                  </a:lnTo>
                  <a:lnTo>
                    <a:pt x="3406" y="3092"/>
                  </a:lnTo>
                  <a:lnTo>
                    <a:pt x="3406" y="3088"/>
                  </a:lnTo>
                  <a:lnTo>
                    <a:pt x="3406" y="3084"/>
                  </a:lnTo>
                  <a:lnTo>
                    <a:pt x="3404" y="3084"/>
                  </a:lnTo>
                  <a:lnTo>
                    <a:pt x="3402" y="3084"/>
                  </a:lnTo>
                  <a:close/>
                  <a:moveTo>
                    <a:pt x="3416" y="3464"/>
                  </a:moveTo>
                  <a:lnTo>
                    <a:pt x="3416" y="3464"/>
                  </a:lnTo>
                  <a:lnTo>
                    <a:pt x="3420" y="3466"/>
                  </a:lnTo>
                  <a:lnTo>
                    <a:pt x="3422" y="3464"/>
                  </a:lnTo>
                  <a:lnTo>
                    <a:pt x="3422" y="3460"/>
                  </a:lnTo>
                  <a:lnTo>
                    <a:pt x="3420" y="3454"/>
                  </a:lnTo>
                  <a:lnTo>
                    <a:pt x="3418" y="3452"/>
                  </a:lnTo>
                  <a:lnTo>
                    <a:pt x="3416" y="3454"/>
                  </a:lnTo>
                  <a:lnTo>
                    <a:pt x="3414" y="3458"/>
                  </a:lnTo>
                  <a:lnTo>
                    <a:pt x="3416" y="3464"/>
                  </a:lnTo>
                  <a:close/>
                  <a:moveTo>
                    <a:pt x="2806" y="3776"/>
                  </a:moveTo>
                  <a:lnTo>
                    <a:pt x="2806" y="3776"/>
                  </a:lnTo>
                  <a:lnTo>
                    <a:pt x="2810" y="3778"/>
                  </a:lnTo>
                  <a:lnTo>
                    <a:pt x="2814" y="3778"/>
                  </a:lnTo>
                  <a:lnTo>
                    <a:pt x="2816" y="3776"/>
                  </a:lnTo>
                  <a:lnTo>
                    <a:pt x="2818" y="3774"/>
                  </a:lnTo>
                  <a:lnTo>
                    <a:pt x="2820" y="3768"/>
                  </a:lnTo>
                  <a:lnTo>
                    <a:pt x="2818" y="3762"/>
                  </a:lnTo>
                  <a:lnTo>
                    <a:pt x="2820" y="3758"/>
                  </a:lnTo>
                  <a:lnTo>
                    <a:pt x="2820" y="3754"/>
                  </a:lnTo>
                  <a:lnTo>
                    <a:pt x="2820" y="3752"/>
                  </a:lnTo>
                  <a:lnTo>
                    <a:pt x="2818" y="3752"/>
                  </a:lnTo>
                  <a:lnTo>
                    <a:pt x="2814" y="3752"/>
                  </a:lnTo>
                  <a:lnTo>
                    <a:pt x="2812" y="3752"/>
                  </a:lnTo>
                  <a:lnTo>
                    <a:pt x="2814" y="3752"/>
                  </a:lnTo>
                  <a:lnTo>
                    <a:pt x="2814" y="3750"/>
                  </a:lnTo>
                  <a:lnTo>
                    <a:pt x="2812" y="3748"/>
                  </a:lnTo>
                  <a:lnTo>
                    <a:pt x="2810" y="3750"/>
                  </a:lnTo>
                  <a:lnTo>
                    <a:pt x="2808" y="3752"/>
                  </a:lnTo>
                  <a:lnTo>
                    <a:pt x="2808" y="3756"/>
                  </a:lnTo>
                  <a:lnTo>
                    <a:pt x="2806" y="3758"/>
                  </a:lnTo>
                  <a:lnTo>
                    <a:pt x="2802" y="3760"/>
                  </a:lnTo>
                  <a:lnTo>
                    <a:pt x="2802" y="3766"/>
                  </a:lnTo>
                  <a:lnTo>
                    <a:pt x="2802" y="3774"/>
                  </a:lnTo>
                  <a:lnTo>
                    <a:pt x="2800" y="3774"/>
                  </a:lnTo>
                  <a:lnTo>
                    <a:pt x="2802" y="3774"/>
                  </a:lnTo>
                  <a:lnTo>
                    <a:pt x="2804" y="3774"/>
                  </a:lnTo>
                  <a:lnTo>
                    <a:pt x="2806" y="3776"/>
                  </a:lnTo>
                  <a:close/>
                  <a:moveTo>
                    <a:pt x="3380" y="3090"/>
                  </a:moveTo>
                  <a:lnTo>
                    <a:pt x="3380" y="3090"/>
                  </a:lnTo>
                  <a:lnTo>
                    <a:pt x="3378" y="3088"/>
                  </a:lnTo>
                  <a:lnTo>
                    <a:pt x="3376" y="3086"/>
                  </a:lnTo>
                  <a:lnTo>
                    <a:pt x="3372" y="3088"/>
                  </a:lnTo>
                  <a:lnTo>
                    <a:pt x="3370" y="3090"/>
                  </a:lnTo>
                  <a:lnTo>
                    <a:pt x="3370" y="3092"/>
                  </a:lnTo>
                  <a:lnTo>
                    <a:pt x="3376" y="3096"/>
                  </a:lnTo>
                  <a:lnTo>
                    <a:pt x="3378" y="3096"/>
                  </a:lnTo>
                  <a:lnTo>
                    <a:pt x="3380" y="3096"/>
                  </a:lnTo>
                  <a:lnTo>
                    <a:pt x="3380" y="3090"/>
                  </a:lnTo>
                  <a:close/>
                  <a:moveTo>
                    <a:pt x="3918" y="2740"/>
                  </a:moveTo>
                  <a:lnTo>
                    <a:pt x="3918" y="2740"/>
                  </a:lnTo>
                  <a:lnTo>
                    <a:pt x="3918" y="2736"/>
                  </a:lnTo>
                  <a:lnTo>
                    <a:pt x="3918" y="2734"/>
                  </a:lnTo>
                  <a:lnTo>
                    <a:pt x="3914" y="2732"/>
                  </a:lnTo>
                  <a:lnTo>
                    <a:pt x="3908" y="2730"/>
                  </a:lnTo>
                  <a:lnTo>
                    <a:pt x="3902" y="2728"/>
                  </a:lnTo>
                  <a:lnTo>
                    <a:pt x="3900" y="2726"/>
                  </a:lnTo>
                  <a:lnTo>
                    <a:pt x="3898" y="2728"/>
                  </a:lnTo>
                  <a:lnTo>
                    <a:pt x="3894" y="2736"/>
                  </a:lnTo>
                  <a:lnTo>
                    <a:pt x="3894" y="2740"/>
                  </a:lnTo>
                  <a:lnTo>
                    <a:pt x="3894" y="2744"/>
                  </a:lnTo>
                  <a:lnTo>
                    <a:pt x="3898" y="2746"/>
                  </a:lnTo>
                  <a:lnTo>
                    <a:pt x="3902" y="2744"/>
                  </a:lnTo>
                  <a:lnTo>
                    <a:pt x="3906" y="2744"/>
                  </a:lnTo>
                  <a:lnTo>
                    <a:pt x="3910" y="2746"/>
                  </a:lnTo>
                  <a:lnTo>
                    <a:pt x="3910" y="2748"/>
                  </a:lnTo>
                  <a:lnTo>
                    <a:pt x="3912" y="2752"/>
                  </a:lnTo>
                  <a:lnTo>
                    <a:pt x="3908" y="2760"/>
                  </a:lnTo>
                  <a:lnTo>
                    <a:pt x="3906" y="2762"/>
                  </a:lnTo>
                  <a:lnTo>
                    <a:pt x="3904" y="2760"/>
                  </a:lnTo>
                  <a:lnTo>
                    <a:pt x="3900" y="2758"/>
                  </a:lnTo>
                  <a:lnTo>
                    <a:pt x="3898" y="2760"/>
                  </a:lnTo>
                  <a:lnTo>
                    <a:pt x="3894" y="2762"/>
                  </a:lnTo>
                  <a:lnTo>
                    <a:pt x="3890" y="2764"/>
                  </a:lnTo>
                  <a:lnTo>
                    <a:pt x="3888" y="2762"/>
                  </a:lnTo>
                  <a:lnTo>
                    <a:pt x="3888" y="2756"/>
                  </a:lnTo>
                  <a:lnTo>
                    <a:pt x="3886" y="2746"/>
                  </a:lnTo>
                  <a:lnTo>
                    <a:pt x="3884" y="2742"/>
                  </a:lnTo>
                  <a:lnTo>
                    <a:pt x="3880" y="2740"/>
                  </a:lnTo>
                  <a:lnTo>
                    <a:pt x="3878" y="2742"/>
                  </a:lnTo>
                  <a:lnTo>
                    <a:pt x="3876" y="2744"/>
                  </a:lnTo>
                  <a:lnTo>
                    <a:pt x="3874" y="2750"/>
                  </a:lnTo>
                  <a:lnTo>
                    <a:pt x="3874" y="2758"/>
                  </a:lnTo>
                  <a:lnTo>
                    <a:pt x="3872" y="2764"/>
                  </a:lnTo>
                  <a:lnTo>
                    <a:pt x="3870" y="2768"/>
                  </a:lnTo>
                  <a:lnTo>
                    <a:pt x="3866" y="2768"/>
                  </a:lnTo>
                  <a:lnTo>
                    <a:pt x="3862" y="2770"/>
                  </a:lnTo>
                  <a:lnTo>
                    <a:pt x="3858" y="2770"/>
                  </a:lnTo>
                  <a:lnTo>
                    <a:pt x="3856" y="2772"/>
                  </a:lnTo>
                  <a:lnTo>
                    <a:pt x="3856" y="2776"/>
                  </a:lnTo>
                  <a:lnTo>
                    <a:pt x="3856" y="2786"/>
                  </a:lnTo>
                  <a:lnTo>
                    <a:pt x="3858" y="2796"/>
                  </a:lnTo>
                  <a:lnTo>
                    <a:pt x="3860" y="2802"/>
                  </a:lnTo>
                  <a:lnTo>
                    <a:pt x="3858" y="2806"/>
                  </a:lnTo>
                  <a:lnTo>
                    <a:pt x="3856" y="2808"/>
                  </a:lnTo>
                  <a:lnTo>
                    <a:pt x="3852" y="2810"/>
                  </a:lnTo>
                  <a:lnTo>
                    <a:pt x="3850" y="2812"/>
                  </a:lnTo>
                  <a:lnTo>
                    <a:pt x="3850" y="2814"/>
                  </a:lnTo>
                  <a:lnTo>
                    <a:pt x="3850" y="2816"/>
                  </a:lnTo>
                  <a:lnTo>
                    <a:pt x="3852" y="2818"/>
                  </a:lnTo>
                  <a:lnTo>
                    <a:pt x="3854" y="2818"/>
                  </a:lnTo>
                  <a:lnTo>
                    <a:pt x="3858" y="2820"/>
                  </a:lnTo>
                  <a:lnTo>
                    <a:pt x="3860" y="2824"/>
                  </a:lnTo>
                  <a:lnTo>
                    <a:pt x="3860" y="2832"/>
                  </a:lnTo>
                  <a:lnTo>
                    <a:pt x="3858" y="2846"/>
                  </a:lnTo>
                  <a:lnTo>
                    <a:pt x="3854" y="2866"/>
                  </a:lnTo>
                  <a:lnTo>
                    <a:pt x="3850" y="2884"/>
                  </a:lnTo>
                  <a:lnTo>
                    <a:pt x="3844" y="2896"/>
                  </a:lnTo>
                  <a:lnTo>
                    <a:pt x="3840" y="2904"/>
                  </a:lnTo>
                  <a:lnTo>
                    <a:pt x="3834" y="2912"/>
                  </a:lnTo>
                  <a:lnTo>
                    <a:pt x="3822" y="2926"/>
                  </a:lnTo>
                  <a:lnTo>
                    <a:pt x="3808" y="2942"/>
                  </a:lnTo>
                  <a:lnTo>
                    <a:pt x="3802" y="2952"/>
                  </a:lnTo>
                  <a:lnTo>
                    <a:pt x="3794" y="2960"/>
                  </a:lnTo>
                  <a:lnTo>
                    <a:pt x="3788" y="2964"/>
                  </a:lnTo>
                  <a:lnTo>
                    <a:pt x="3782" y="2968"/>
                  </a:lnTo>
                  <a:lnTo>
                    <a:pt x="3768" y="2974"/>
                  </a:lnTo>
                  <a:lnTo>
                    <a:pt x="3760" y="2978"/>
                  </a:lnTo>
                  <a:lnTo>
                    <a:pt x="3752" y="2984"/>
                  </a:lnTo>
                  <a:lnTo>
                    <a:pt x="3742" y="2990"/>
                  </a:lnTo>
                  <a:lnTo>
                    <a:pt x="3742" y="2988"/>
                  </a:lnTo>
                  <a:lnTo>
                    <a:pt x="3742" y="2986"/>
                  </a:lnTo>
                  <a:lnTo>
                    <a:pt x="3744" y="2978"/>
                  </a:lnTo>
                  <a:lnTo>
                    <a:pt x="3744" y="2974"/>
                  </a:lnTo>
                  <a:lnTo>
                    <a:pt x="3740" y="2970"/>
                  </a:lnTo>
                  <a:lnTo>
                    <a:pt x="3740" y="2968"/>
                  </a:lnTo>
                  <a:lnTo>
                    <a:pt x="3740" y="2966"/>
                  </a:lnTo>
                  <a:lnTo>
                    <a:pt x="3748" y="2960"/>
                  </a:lnTo>
                  <a:lnTo>
                    <a:pt x="3754" y="2952"/>
                  </a:lnTo>
                  <a:lnTo>
                    <a:pt x="3756" y="2948"/>
                  </a:lnTo>
                  <a:lnTo>
                    <a:pt x="3754" y="2944"/>
                  </a:lnTo>
                  <a:lnTo>
                    <a:pt x="3752" y="2944"/>
                  </a:lnTo>
                  <a:lnTo>
                    <a:pt x="3748" y="2944"/>
                  </a:lnTo>
                  <a:lnTo>
                    <a:pt x="3738" y="2948"/>
                  </a:lnTo>
                  <a:lnTo>
                    <a:pt x="3734" y="2952"/>
                  </a:lnTo>
                  <a:lnTo>
                    <a:pt x="3730" y="2956"/>
                  </a:lnTo>
                  <a:lnTo>
                    <a:pt x="3728" y="2962"/>
                  </a:lnTo>
                  <a:lnTo>
                    <a:pt x="3730" y="2966"/>
                  </a:lnTo>
                  <a:lnTo>
                    <a:pt x="3730" y="2976"/>
                  </a:lnTo>
                  <a:lnTo>
                    <a:pt x="3728" y="2986"/>
                  </a:lnTo>
                  <a:lnTo>
                    <a:pt x="3722" y="2996"/>
                  </a:lnTo>
                  <a:lnTo>
                    <a:pt x="3716" y="3006"/>
                  </a:lnTo>
                  <a:lnTo>
                    <a:pt x="3704" y="3022"/>
                  </a:lnTo>
                  <a:lnTo>
                    <a:pt x="3700" y="3026"/>
                  </a:lnTo>
                  <a:lnTo>
                    <a:pt x="3698" y="3030"/>
                  </a:lnTo>
                  <a:lnTo>
                    <a:pt x="3700" y="3036"/>
                  </a:lnTo>
                  <a:lnTo>
                    <a:pt x="3700" y="3044"/>
                  </a:lnTo>
                  <a:lnTo>
                    <a:pt x="3698" y="3046"/>
                  </a:lnTo>
                  <a:lnTo>
                    <a:pt x="3694" y="3050"/>
                  </a:lnTo>
                  <a:lnTo>
                    <a:pt x="3690" y="3052"/>
                  </a:lnTo>
                  <a:lnTo>
                    <a:pt x="3682" y="3054"/>
                  </a:lnTo>
                  <a:lnTo>
                    <a:pt x="3676" y="3054"/>
                  </a:lnTo>
                  <a:lnTo>
                    <a:pt x="3672" y="3052"/>
                  </a:lnTo>
                  <a:lnTo>
                    <a:pt x="3672" y="3048"/>
                  </a:lnTo>
                  <a:lnTo>
                    <a:pt x="3674" y="3044"/>
                  </a:lnTo>
                  <a:lnTo>
                    <a:pt x="3672" y="3042"/>
                  </a:lnTo>
                  <a:lnTo>
                    <a:pt x="3668" y="3040"/>
                  </a:lnTo>
                  <a:lnTo>
                    <a:pt x="3662" y="3042"/>
                  </a:lnTo>
                  <a:lnTo>
                    <a:pt x="3652" y="3044"/>
                  </a:lnTo>
                  <a:lnTo>
                    <a:pt x="3626" y="3052"/>
                  </a:lnTo>
                  <a:lnTo>
                    <a:pt x="3614" y="3056"/>
                  </a:lnTo>
                  <a:lnTo>
                    <a:pt x="3602" y="3058"/>
                  </a:lnTo>
                  <a:lnTo>
                    <a:pt x="3594" y="3058"/>
                  </a:lnTo>
                  <a:lnTo>
                    <a:pt x="3592" y="3056"/>
                  </a:lnTo>
                  <a:lnTo>
                    <a:pt x="3590" y="3054"/>
                  </a:lnTo>
                  <a:lnTo>
                    <a:pt x="3588" y="3050"/>
                  </a:lnTo>
                  <a:lnTo>
                    <a:pt x="3584" y="3050"/>
                  </a:lnTo>
                  <a:lnTo>
                    <a:pt x="3580" y="3050"/>
                  </a:lnTo>
                  <a:lnTo>
                    <a:pt x="3574" y="3052"/>
                  </a:lnTo>
                  <a:lnTo>
                    <a:pt x="3562" y="3062"/>
                  </a:lnTo>
                  <a:lnTo>
                    <a:pt x="3548" y="3080"/>
                  </a:lnTo>
                  <a:lnTo>
                    <a:pt x="3542" y="3088"/>
                  </a:lnTo>
                  <a:lnTo>
                    <a:pt x="3536" y="3092"/>
                  </a:lnTo>
                  <a:lnTo>
                    <a:pt x="3530" y="3096"/>
                  </a:lnTo>
                  <a:lnTo>
                    <a:pt x="3524" y="3098"/>
                  </a:lnTo>
                  <a:lnTo>
                    <a:pt x="3518" y="3106"/>
                  </a:lnTo>
                  <a:lnTo>
                    <a:pt x="3514" y="3112"/>
                  </a:lnTo>
                  <a:lnTo>
                    <a:pt x="3510" y="3114"/>
                  </a:lnTo>
                  <a:lnTo>
                    <a:pt x="3502" y="3114"/>
                  </a:lnTo>
                  <a:lnTo>
                    <a:pt x="3500" y="3116"/>
                  </a:lnTo>
                  <a:lnTo>
                    <a:pt x="3498" y="3116"/>
                  </a:lnTo>
                  <a:lnTo>
                    <a:pt x="3496" y="3120"/>
                  </a:lnTo>
                  <a:lnTo>
                    <a:pt x="3496" y="3126"/>
                  </a:lnTo>
                  <a:lnTo>
                    <a:pt x="3496" y="3132"/>
                  </a:lnTo>
                  <a:lnTo>
                    <a:pt x="3500" y="3136"/>
                  </a:lnTo>
                  <a:lnTo>
                    <a:pt x="3504" y="3136"/>
                  </a:lnTo>
                  <a:lnTo>
                    <a:pt x="3508" y="3136"/>
                  </a:lnTo>
                  <a:lnTo>
                    <a:pt x="3522" y="3134"/>
                  </a:lnTo>
                  <a:lnTo>
                    <a:pt x="3528" y="3134"/>
                  </a:lnTo>
                  <a:lnTo>
                    <a:pt x="3536" y="3138"/>
                  </a:lnTo>
                  <a:lnTo>
                    <a:pt x="3542" y="3140"/>
                  </a:lnTo>
                  <a:lnTo>
                    <a:pt x="3544" y="3140"/>
                  </a:lnTo>
                  <a:lnTo>
                    <a:pt x="3546" y="3138"/>
                  </a:lnTo>
                  <a:lnTo>
                    <a:pt x="3546" y="3134"/>
                  </a:lnTo>
                  <a:lnTo>
                    <a:pt x="3546" y="3124"/>
                  </a:lnTo>
                  <a:lnTo>
                    <a:pt x="3548" y="3120"/>
                  </a:lnTo>
                  <a:lnTo>
                    <a:pt x="3550" y="3118"/>
                  </a:lnTo>
                  <a:lnTo>
                    <a:pt x="3556" y="3116"/>
                  </a:lnTo>
                  <a:lnTo>
                    <a:pt x="3558" y="3118"/>
                  </a:lnTo>
                  <a:lnTo>
                    <a:pt x="3562" y="3120"/>
                  </a:lnTo>
                  <a:lnTo>
                    <a:pt x="3570" y="3120"/>
                  </a:lnTo>
                  <a:lnTo>
                    <a:pt x="3596" y="3116"/>
                  </a:lnTo>
                  <a:lnTo>
                    <a:pt x="3620" y="3108"/>
                  </a:lnTo>
                  <a:lnTo>
                    <a:pt x="3626" y="3104"/>
                  </a:lnTo>
                  <a:lnTo>
                    <a:pt x="3630" y="3102"/>
                  </a:lnTo>
                  <a:lnTo>
                    <a:pt x="3632" y="3098"/>
                  </a:lnTo>
                  <a:lnTo>
                    <a:pt x="3632" y="3096"/>
                  </a:lnTo>
                  <a:lnTo>
                    <a:pt x="3636" y="3096"/>
                  </a:lnTo>
                  <a:lnTo>
                    <a:pt x="3648" y="3098"/>
                  </a:lnTo>
                  <a:lnTo>
                    <a:pt x="3656" y="3100"/>
                  </a:lnTo>
                  <a:lnTo>
                    <a:pt x="3662" y="3100"/>
                  </a:lnTo>
                  <a:lnTo>
                    <a:pt x="3670" y="3098"/>
                  </a:lnTo>
                  <a:lnTo>
                    <a:pt x="3674" y="3098"/>
                  </a:lnTo>
                  <a:lnTo>
                    <a:pt x="3676" y="3102"/>
                  </a:lnTo>
                  <a:lnTo>
                    <a:pt x="3678" y="3106"/>
                  </a:lnTo>
                  <a:lnTo>
                    <a:pt x="3676" y="3110"/>
                  </a:lnTo>
                  <a:lnTo>
                    <a:pt x="3672" y="3114"/>
                  </a:lnTo>
                  <a:lnTo>
                    <a:pt x="3666" y="3118"/>
                  </a:lnTo>
                  <a:lnTo>
                    <a:pt x="3666" y="3120"/>
                  </a:lnTo>
                  <a:lnTo>
                    <a:pt x="3666" y="3124"/>
                  </a:lnTo>
                  <a:lnTo>
                    <a:pt x="3666" y="3130"/>
                  </a:lnTo>
                  <a:lnTo>
                    <a:pt x="3664" y="3136"/>
                  </a:lnTo>
                  <a:lnTo>
                    <a:pt x="3664" y="3142"/>
                  </a:lnTo>
                  <a:lnTo>
                    <a:pt x="3664" y="3144"/>
                  </a:lnTo>
                  <a:lnTo>
                    <a:pt x="3668" y="3146"/>
                  </a:lnTo>
                  <a:lnTo>
                    <a:pt x="3674" y="3150"/>
                  </a:lnTo>
                  <a:lnTo>
                    <a:pt x="3674" y="3152"/>
                  </a:lnTo>
                  <a:lnTo>
                    <a:pt x="3676" y="3156"/>
                  </a:lnTo>
                  <a:lnTo>
                    <a:pt x="3684" y="3162"/>
                  </a:lnTo>
                  <a:lnTo>
                    <a:pt x="3684" y="3164"/>
                  </a:lnTo>
                  <a:lnTo>
                    <a:pt x="3688" y="3166"/>
                  </a:lnTo>
                  <a:lnTo>
                    <a:pt x="3692" y="3164"/>
                  </a:lnTo>
                  <a:lnTo>
                    <a:pt x="3696" y="3160"/>
                  </a:lnTo>
                  <a:lnTo>
                    <a:pt x="3700" y="3156"/>
                  </a:lnTo>
                  <a:lnTo>
                    <a:pt x="3716" y="3130"/>
                  </a:lnTo>
                  <a:lnTo>
                    <a:pt x="3720" y="3124"/>
                  </a:lnTo>
                  <a:lnTo>
                    <a:pt x="3724" y="3122"/>
                  </a:lnTo>
                  <a:lnTo>
                    <a:pt x="3734" y="3118"/>
                  </a:lnTo>
                  <a:lnTo>
                    <a:pt x="3738" y="3116"/>
                  </a:lnTo>
                  <a:lnTo>
                    <a:pt x="3738" y="3114"/>
                  </a:lnTo>
                  <a:lnTo>
                    <a:pt x="3736" y="3112"/>
                  </a:lnTo>
                  <a:lnTo>
                    <a:pt x="3730" y="3108"/>
                  </a:lnTo>
                  <a:lnTo>
                    <a:pt x="3724" y="3104"/>
                  </a:lnTo>
                  <a:lnTo>
                    <a:pt x="3722" y="3098"/>
                  </a:lnTo>
                  <a:lnTo>
                    <a:pt x="3722" y="3090"/>
                  </a:lnTo>
                  <a:lnTo>
                    <a:pt x="3724" y="3086"/>
                  </a:lnTo>
                  <a:lnTo>
                    <a:pt x="3728" y="3082"/>
                  </a:lnTo>
                  <a:lnTo>
                    <a:pt x="3732" y="3080"/>
                  </a:lnTo>
                  <a:lnTo>
                    <a:pt x="3734" y="3082"/>
                  </a:lnTo>
                  <a:lnTo>
                    <a:pt x="3734" y="3086"/>
                  </a:lnTo>
                  <a:lnTo>
                    <a:pt x="3736" y="3092"/>
                  </a:lnTo>
                  <a:lnTo>
                    <a:pt x="3738" y="3094"/>
                  </a:lnTo>
                  <a:lnTo>
                    <a:pt x="3742" y="3096"/>
                  </a:lnTo>
                  <a:lnTo>
                    <a:pt x="3746" y="3096"/>
                  </a:lnTo>
                  <a:lnTo>
                    <a:pt x="3750" y="3096"/>
                  </a:lnTo>
                  <a:lnTo>
                    <a:pt x="3746" y="3100"/>
                  </a:lnTo>
                  <a:lnTo>
                    <a:pt x="3742" y="3104"/>
                  </a:lnTo>
                  <a:lnTo>
                    <a:pt x="3750" y="3104"/>
                  </a:lnTo>
                  <a:lnTo>
                    <a:pt x="3762" y="3102"/>
                  </a:lnTo>
                  <a:lnTo>
                    <a:pt x="3774" y="3102"/>
                  </a:lnTo>
                  <a:lnTo>
                    <a:pt x="3782" y="3104"/>
                  </a:lnTo>
                  <a:lnTo>
                    <a:pt x="3786" y="3104"/>
                  </a:lnTo>
                  <a:lnTo>
                    <a:pt x="3788" y="3100"/>
                  </a:lnTo>
                  <a:lnTo>
                    <a:pt x="3792" y="3092"/>
                  </a:lnTo>
                  <a:lnTo>
                    <a:pt x="3800" y="3082"/>
                  </a:lnTo>
                  <a:lnTo>
                    <a:pt x="3806" y="3076"/>
                  </a:lnTo>
                  <a:lnTo>
                    <a:pt x="3810" y="3076"/>
                  </a:lnTo>
                  <a:lnTo>
                    <a:pt x="3810" y="3078"/>
                  </a:lnTo>
                  <a:lnTo>
                    <a:pt x="3812" y="3082"/>
                  </a:lnTo>
                  <a:lnTo>
                    <a:pt x="3810" y="3090"/>
                  </a:lnTo>
                  <a:lnTo>
                    <a:pt x="3810" y="3096"/>
                  </a:lnTo>
                  <a:lnTo>
                    <a:pt x="3810" y="3102"/>
                  </a:lnTo>
                  <a:lnTo>
                    <a:pt x="3812" y="3104"/>
                  </a:lnTo>
                  <a:lnTo>
                    <a:pt x="3814" y="3104"/>
                  </a:lnTo>
                  <a:lnTo>
                    <a:pt x="3820" y="3098"/>
                  </a:lnTo>
                  <a:lnTo>
                    <a:pt x="3824" y="3086"/>
                  </a:lnTo>
                  <a:lnTo>
                    <a:pt x="3826" y="3076"/>
                  </a:lnTo>
                  <a:lnTo>
                    <a:pt x="3828" y="3068"/>
                  </a:lnTo>
                  <a:lnTo>
                    <a:pt x="3830" y="3066"/>
                  </a:lnTo>
                  <a:lnTo>
                    <a:pt x="3834" y="3066"/>
                  </a:lnTo>
                  <a:lnTo>
                    <a:pt x="3842" y="3070"/>
                  </a:lnTo>
                  <a:lnTo>
                    <a:pt x="3848" y="3074"/>
                  </a:lnTo>
                  <a:lnTo>
                    <a:pt x="3848" y="3072"/>
                  </a:lnTo>
                  <a:lnTo>
                    <a:pt x="3848" y="3064"/>
                  </a:lnTo>
                  <a:lnTo>
                    <a:pt x="3848" y="3060"/>
                  </a:lnTo>
                  <a:lnTo>
                    <a:pt x="3850" y="3054"/>
                  </a:lnTo>
                  <a:lnTo>
                    <a:pt x="3852" y="3050"/>
                  </a:lnTo>
                  <a:lnTo>
                    <a:pt x="3856" y="3048"/>
                  </a:lnTo>
                  <a:lnTo>
                    <a:pt x="3862" y="3046"/>
                  </a:lnTo>
                  <a:lnTo>
                    <a:pt x="3864" y="3048"/>
                  </a:lnTo>
                  <a:lnTo>
                    <a:pt x="3864" y="3050"/>
                  </a:lnTo>
                  <a:lnTo>
                    <a:pt x="3864" y="3052"/>
                  </a:lnTo>
                  <a:lnTo>
                    <a:pt x="3862" y="3056"/>
                  </a:lnTo>
                  <a:lnTo>
                    <a:pt x="3858" y="3066"/>
                  </a:lnTo>
                  <a:lnTo>
                    <a:pt x="3854" y="3080"/>
                  </a:lnTo>
                  <a:lnTo>
                    <a:pt x="3854" y="3090"/>
                  </a:lnTo>
                  <a:lnTo>
                    <a:pt x="3856" y="3090"/>
                  </a:lnTo>
                  <a:lnTo>
                    <a:pt x="3860" y="3086"/>
                  </a:lnTo>
                  <a:lnTo>
                    <a:pt x="3864" y="3080"/>
                  </a:lnTo>
                  <a:lnTo>
                    <a:pt x="3866" y="3078"/>
                  </a:lnTo>
                  <a:lnTo>
                    <a:pt x="3872" y="3076"/>
                  </a:lnTo>
                  <a:lnTo>
                    <a:pt x="3874" y="3076"/>
                  </a:lnTo>
                  <a:lnTo>
                    <a:pt x="3876" y="3072"/>
                  </a:lnTo>
                  <a:lnTo>
                    <a:pt x="3878" y="3060"/>
                  </a:lnTo>
                  <a:lnTo>
                    <a:pt x="3880" y="3052"/>
                  </a:lnTo>
                  <a:lnTo>
                    <a:pt x="3886" y="3048"/>
                  </a:lnTo>
                  <a:lnTo>
                    <a:pt x="3890" y="3048"/>
                  </a:lnTo>
                  <a:lnTo>
                    <a:pt x="3894" y="3048"/>
                  </a:lnTo>
                  <a:lnTo>
                    <a:pt x="3898" y="3048"/>
                  </a:lnTo>
                  <a:lnTo>
                    <a:pt x="3900" y="3046"/>
                  </a:lnTo>
                  <a:lnTo>
                    <a:pt x="3898" y="3042"/>
                  </a:lnTo>
                  <a:lnTo>
                    <a:pt x="3892" y="3034"/>
                  </a:lnTo>
                  <a:lnTo>
                    <a:pt x="3888" y="3028"/>
                  </a:lnTo>
                  <a:lnTo>
                    <a:pt x="3886" y="3022"/>
                  </a:lnTo>
                  <a:lnTo>
                    <a:pt x="3884" y="3010"/>
                  </a:lnTo>
                  <a:lnTo>
                    <a:pt x="3886" y="3000"/>
                  </a:lnTo>
                  <a:lnTo>
                    <a:pt x="3892" y="2988"/>
                  </a:lnTo>
                  <a:lnTo>
                    <a:pt x="3896" y="2978"/>
                  </a:lnTo>
                  <a:lnTo>
                    <a:pt x="3902" y="2966"/>
                  </a:lnTo>
                  <a:lnTo>
                    <a:pt x="3902" y="2952"/>
                  </a:lnTo>
                  <a:lnTo>
                    <a:pt x="3900" y="2938"/>
                  </a:lnTo>
                  <a:lnTo>
                    <a:pt x="3898" y="2928"/>
                  </a:lnTo>
                  <a:lnTo>
                    <a:pt x="3898" y="2920"/>
                  </a:lnTo>
                  <a:lnTo>
                    <a:pt x="3898" y="2912"/>
                  </a:lnTo>
                  <a:lnTo>
                    <a:pt x="3900" y="2906"/>
                  </a:lnTo>
                  <a:lnTo>
                    <a:pt x="3904" y="2902"/>
                  </a:lnTo>
                  <a:lnTo>
                    <a:pt x="3908" y="2900"/>
                  </a:lnTo>
                  <a:lnTo>
                    <a:pt x="3912" y="2900"/>
                  </a:lnTo>
                  <a:lnTo>
                    <a:pt x="3918" y="2902"/>
                  </a:lnTo>
                  <a:lnTo>
                    <a:pt x="3922" y="2906"/>
                  </a:lnTo>
                  <a:lnTo>
                    <a:pt x="3924" y="2906"/>
                  </a:lnTo>
                  <a:lnTo>
                    <a:pt x="3924" y="2898"/>
                  </a:lnTo>
                  <a:lnTo>
                    <a:pt x="3924" y="2884"/>
                  </a:lnTo>
                  <a:lnTo>
                    <a:pt x="3926" y="2876"/>
                  </a:lnTo>
                  <a:lnTo>
                    <a:pt x="3930" y="2868"/>
                  </a:lnTo>
                  <a:lnTo>
                    <a:pt x="3936" y="2860"/>
                  </a:lnTo>
                  <a:lnTo>
                    <a:pt x="3940" y="2850"/>
                  </a:lnTo>
                  <a:lnTo>
                    <a:pt x="3942" y="2840"/>
                  </a:lnTo>
                  <a:lnTo>
                    <a:pt x="3944" y="2830"/>
                  </a:lnTo>
                  <a:lnTo>
                    <a:pt x="3942" y="2820"/>
                  </a:lnTo>
                  <a:lnTo>
                    <a:pt x="3940" y="2810"/>
                  </a:lnTo>
                  <a:lnTo>
                    <a:pt x="3936" y="2802"/>
                  </a:lnTo>
                  <a:lnTo>
                    <a:pt x="3932" y="2794"/>
                  </a:lnTo>
                  <a:lnTo>
                    <a:pt x="3926" y="2788"/>
                  </a:lnTo>
                  <a:lnTo>
                    <a:pt x="3922" y="2780"/>
                  </a:lnTo>
                  <a:lnTo>
                    <a:pt x="3918" y="2766"/>
                  </a:lnTo>
                  <a:lnTo>
                    <a:pt x="3918" y="2752"/>
                  </a:lnTo>
                  <a:lnTo>
                    <a:pt x="3918" y="2740"/>
                  </a:lnTo>
                  <a:close/>
                  <a:moveTo>
                    <a:pt x="3276" y="3612"/>
                  </a:moveTo>
                  <a:lnTo>
                    <a:pt x="3276" y="3612"/>
                  </a:lnTo>
                  <a:lnTo>
                    <a:pt x="3274" y="3610"/>
                  </a:lnTo>
                  <a:lnTo>
                    <a:pt x="3270" y="3612"/>
                  </a:lnTo>
                  <a:lnTo>
                    <a:pt x="3268" y="3614"/>
                  </a:lnTo>
                  <a:lnTo>
                    <a:pt x="3268" y="3618"/>
                  </a:lnTo>
                  <a:lnTo>
                    <a:pt x="3272" y="3618"/>
                  </a:lnTo>
                  <a:lnTo>
                    <a:pt x="3274" y="3618"/>
                  </a:lnTo>
                  <a:lnTo>
                    <a:pt x="3276" y="3614"/>
                  </a:lnTo>
                  <a:lnTo>
                    <a:pt x="3276" y="3612"/>
                  </a:lnTo>
                  <a:close/>
                  <a:moveTo>
                    <a:pt x="3322" y="3130"/>
                  </a:moveTo>
                  <a:lnTo>
                    <a:pt x="3322" y="3130"/>
                  </a:lnTo>
                  <a:lnTo>
                    <a:pt x="3324" y="3128"/>
                  </a:lnTo>
                  <a:lnTo>
                    <a:pt x="3322" y="3126"/>
                  </a:lnTo>
                  <a:lnTo>
                    <a:pt x="3318" y="3126"/>
                  </a:lnTo>
                  <a:lnTo>
                    <a:pt x="3316" y="3128"/>
                  </a:lnTo>
                  <a:lnTo>
                    <a:pt x="3318" y="3130"/>
                  </a:lnTo>
                  <a:lnTo>
                    <a:pt x="3320" y="3130"/>
                  </a:lnTo>
                  <a:lnTo>
                    <a:pt x="3322" y="3130"/>
                  </a:lnTo>
                  <a:close/>
                  <a:moveTo>
                    <a:pt x="3302" y="3176"/>
                  </a:moveTo>
                  <a:lnTo>
                    <a:pt x="3302" y="3176"/>
                  </a:lnTo>
                  <a:lnTo>
                    <a:pt x="3304" y="3178"/>
                  </a:lnTo>
                  <a:lnTo>
                    <a:pt x="3310" y="3178"/>
                  </a:lnTo>
                  <a:lnTo>
                    <a:pt x="3320" y="3176"/>
                  </a:lnTo>
                  <a:lnTo>
                    <a:pt x="3330" y="3170"/>
                  </a:lnTo>
                  <a:lnTo>
                    <a:pt x="3334" y="3166"/>
                  </a:lnTo>
                  <a:lnTo>
                    <a:pt x="3334" y="3162"/>
                  </a:lnTo>
                  <a:lnTo>
                    <a:pt x="3332" y="3158"/>
                  </a:lnTo>
                  <a:lnTo>
                    <a:pt x="3326" y="3158"/>
                  </a:lnTo>
                  <a:lnTo>
                    <a:pt x="3322" y="3158"/>
                  </a:lnTo>
                  <a:lnTo>
                    <a:pt x="3314" y="3160"/>
                  </a:lnTo>
                  <a:lnTo>
                    <a:pt x="3310" y="3164"/>
                  </a:lnTo>
                  <a:lnTo>
                    <a:pt x="3304" y="3166"/>
                  </a:lnTo>
                  <a:lnTo>
                    <a:pt x="3302" y="3172"/>
                  </a:lnTo>
                  <a:lnTo>
                    <a:pt x="3302" y="3176"/>
                  </a:lnTo>
                  <a:close/>
                  <a:moveTo>
                    <a:pt x="3372" y="3542"/>
                  </a:moveTo>
                  <a:lnTo>
                    <a:pt x="3372" y="3542"/>
                  </a:lnTo>
                  <a:lnTo>
                    <a:pt x="3374" y="3538"/>
                  </a:lnTo>
                  <a:lnTo>
                    <a:pt x="3376" y="3534"/>
                  </a:lnTo>
                  <a:lnTo>
                    <a:pt x="3386" y="3520"/>
                  </a:lnTo>
                  <a:lnTo>
                    <a:pt x="3392" y="3512"/>
                  </a:lnTo>
                  <a:lnTo>
                    <a:pt x="3394" y="3508"/>
                  </a:lnTo>
                  <a:lnTo>
                    <a:pt x="3390" y="3508"/>
                  </a:lnTo>
                  <a:lnTo>
                    <a:pt x="3384" y="3512"/>
                  </a:lnTo>
                  <a:lnTo>
                    <a:pt x="3374" y="3522"/>
                  </a:lnTo>
                  <a:lnTo>
                    <a:pt x="3370" y="3528"/>
                  </a:lnTo>
                  <a:lnTo>
                    <a:pt x="3366" y="3538"/>
                  </a:lnTo>
                  <a:lnTo>
                    <a:pt x="3366" y="3544"/>
                  </a:lnTo>
                  <a:lnTo>
                    <a:pt x="3368" y="3546"/>
                  </a:lnTo>
                  <a:lnTo>
                    <a:pt x="3372" y="3544"/>
                  </a:lnTo>
                  <a:lnTo>
                    <a:pt x="3372" y="3542"/>
                  </a:lnTo>
                  <a:close/>
                  <a:moveTo>
                    <a:pt x="3932" y="2136"/>
                  </a:moveTo>
                  <a:lnTo>
                    <a:pt x="3932" y="2136"/>
                  </a:lnTo>
                  <a:lnTo>
                    <a:pt x="3930" y="2138"/>
                  </a:lnTo>
                  <a:lnTo>
                    <a:pt x="3932" y="2138"/>
                  </a:lnTo>
                  <a:lnTo>
                    <a:pt x="3936" y="2142"/>
                  </a:lnTo>
                  <a:lnTo>
                    <a:pt x="3942" y="2150"/>
                  </a:lnTo>
                  <a:lnTo>
                    <a:pt x="3950" y="2162"/>
                  </a:lnTo>
                  <a:lnTo>
                    <a:pt x="3952" y="2168"/>
                  </a:lnTo>
                  <a:lnTo>
                    <a:pt x="3952" y="2174"/>
                  </a:lnTo>
                  <a:lnTo>
                    <a:pt x="3948" y="2186"/>
                  </a:lnTo>
                  <a:lnTo>
                    <a:pt x="3944" y="2198"/>
                  </a:lnTo>
                  <a:lnTo>
                    <a:pt x="3944" y="2206"/>
                  </a:lnTo>
                  <a:lnTo>
                    <a:pt x="3946" y="2214"/>
                  </a:lnTo>
                  <a:lnTo>
                    <a:pt x="3948" y="2224"/>
                  </a:lnTo>
                  <a:lnTo>
                    <a:pt x="3948" y="2236"/>
                  </a:lnTo>
                  <a:lnTo>
                    <a:pt x="3948" y="2266"/>
                  </a:lnTo>
                  <a:lnTo>
                    <a:pt x="3944" y="2294"/>
                  </a:lnTo>
                  <a:lnTo>
                    <a:pt x="3940" y="2304"/>
                  </a:lnTo>
                  <a:lnTo>
                    <a:pt x="3938" y="2312"/>
                  </a:lnTo>
                  <a:lnTo>
                    <a:pt x="3936" y="2316"/>
                  </a:lnTo>
                  <a:lnTo>
                    <a:pt x="3938" y="2320"/>
                  </a:lnTo>
                  <a:lnTo>
                    <a:pt x="3944" y="2330"/>
                  </a:lnTo>
                  <a:lnTo>
                    <a:pt x="3946" y="2336"/>
                  </a:lnTo>
                  <a:lnTo>
                    <a:pt x="3948" y="2344"/>
                  </a:lnTo>
                  <a:lnTo>
                    <a:pt x="3946" y="2356"/>
                  </a:lnTo>
                  <a:lnTo>
                    <a:pt x="3942" y="2370"/>
                  </a:lnTo>
                  <a:lnTo>
                    <a:pt x="3940" y="2378"/>
                  </a:lnTo>
                  <a:lnTo>
                    <a:pt x="3940" y="2386"/>
                  </a:lnTo>
                  <a:lnTo>
                    <a:pt x="3942" y="2400"/>
                  </a:lnTo>
                  <a:lnTo>
                    <a:pt x="3944" y="2412"/>
                  </a:lnTo>
                  <a:lnTo>
                    <a:pt x="3944" y="2418"/>
                  </a:lnTo>
                  <a:lnTo>
                    <a:pt x="3940" y="2424"/>
                  </a:lnTo>
                  <a:lnTo>
                    <a:pt x="3936" y="2436"/>
                  </a:lnTo>
                  <a:lnTo>
                    <a:pt x="3934" y="2444"/>
                  </a:lnTo>
                  <a:lnTo>
                    <a:pt x="3936" y="2454"/>
                  </a:lnTo>
                  <a:lnTo>
                    <a:pt x="3938" y="2468"/>
                  </a:lnTo>
                  <a:lnTo>
                    <a:pt x="3942" y="2478"/>
                  </a:lnTo>
                  <a:lnTo>
                    <a:pt x="3944" y="2478"/>
                  </a:lnTo>
                  <a:lnTo>
                    <a:pt x="3946" y="2478"/>
                  </a:lnTo>
                  <a:lnTo>
                    <a:pt x="3950" y="2470"/>
                  </a:lnTo>
                  <a:lnTo>
                    <a:pt x="3954" y="2456"/>
                  </a:lnTo>
                  <a:lnTo>
                    <a:pt x="3958" y="2442"/>
                  </a:lnTo>
                  <a:lnTo>
                    <a:pt x="3962" y="2434"/>
                  </a:lnTo>
                  <a:lnTo>
                    <a:pt x="3966" y="2432"/>
                  </a:lnTo>
                  <a:lnTo>
                    <a:pt x="3968" y="2432"/>
                  </a:lnTo>
                  <a:lnTo>
                    <a:pt x="3972" y="2434"/>
                  </a:lnTo>
                  <a:lnTo>
                    <a:pt x="3976" y="2438"/>
                  </a:lnTo>
                  <a:lnTo>
                    <a:pt x="3980" y="2440"/>
                  </a:lnTo>
                  <a:lnTo>
                    <a:pt x="3984" y="2438"/>
                  </a:lnTo>
                  <a:lnTo>
                    <a:pt x="3990" y="2440"/>
                  </a:lnTo>
                  <a:lnTo>
                    <a:pt x="3994" y="2442"/>
                  </a:lnTo>
                  <a:lnTo>
                    <a:pt x="3996" y="2446"/>
                  </a:lnTo>
                  <a:lnTo>
                    <a:pt x="3998" y="2456"/>
                  </a:lnTo>
                  <a:lnTo>
                    <a:pt x="4000" y="2464"/>
                  </a:lnTo>
                  <a:lnTo>
                    <a:pt x="4000" y="2466"/>
                  </a:lnTo>
                  <a:lnTo>
                    <a:pt x="4002" y="2466"/>
                  </a:lnTo>
                  <a:lnTo>
                    <a:pt x="4006" y="2454"/>
                  </a:lnTo>
                  <a:lnTo>
                    <a:pt x="4006" y="2448"/>
                  </a:lnTo>
                  <a:lnTo>
                    <a:pt x="4004" y="2444"/>
                  </a:lnTo>
                  <a:lnTo>
                    <a:pt x="4002" y="2434"/>
                  </a:lnTo>
                  <a:lnTo>
                    <a:pt x="4002" y="2426"/>
                  </a:lnTo>
                  <a:lnTo>
                    <a:pt x="3998" y="2426"/>
                  </a:lnTo>
                  <a:lnTo>
                    <a:pt x="3992" y="2426"/>
                  </a:lnTo>
                  <a:lnTo>
                    <a:pt x="3990" y="2422"/>
                  </a:lnTo>
                  <a:lnTo>
                    <a:pt x="3986" y="2420"/>
                  </a:lnTo>
                  <a:lnTo>
                    <a:pt x="3984" y="2410"/>
                  </a:lnTo>
                  <a:lnTo>
                    <a:pt x="3980" y="2400"/>
                  </a:lnTo>
                  <a:lnTo>
                    <a:pt x="3976" y="2394"/>
                  </a:lnTo>
                  <a:lnTo>
                    <a:pt x="3972" y="2390"/>
                  </a:lnTo>
                  <a:lnTo>
                    <a:pt x="3966" y="2382"/>
                  </a:lnTo>
                  <a:lnTo>
                    <a:pt x="3964" y="2372"/>
                  </a:lnTo>
                  <a:lnTo>
                    <a:pt x="3964" y="2362"/>
                  </a:lnTo>
                  <a:lnTo>
                    <a:pt x="3964" y="2350"/>
                  </a:lnTo>
                  <a:lnTo>
                    <a:pt x="3970" y="2328"/>
                  </a:lnTo>
                  <a:lnTo>
                    <a:pt x="3978" y="2314"/>
                  </a:lnTo>
                  <a:lnTo>
                    <a:pt x="3980" y="2308"/>
                  </a:lnTo>
                  <a:lnTo>
                    <a:pt x="3982" y="2304"/>
                  </a:lnTo>
                  <a:lnTo>
                    <a:pt x="3982" y="2294"/>
                  </a:lnTo>
                  <a:lnTo>
                    <a:pt x="3984" y="2290"/>
                  </a:lnTo>
                  <a:lnTo>
                    <a:pt x="3984" y="2288"/>
                  </a:lnTo>
                  <a:lnTo>
                    <a:pt x="3988" y="2284"/>
                  </a:lnTo>
                  <a:lnTo>
                    <a:pt x="3994" y="2282"/>
                  </a:lnTo>
                  <a:lnTo>
                    <a:pt x="4004" y="2280"/>
                  </a:lnTo>
                  <a:lnTo>
                    <a:pt x="4014" y="2280"/>
                  </a:lnTo>
                  <a:lnTo>
                    <a:pt x="4026" y="2286"/>
                  </a:lnTo>
                  <a:lnTo>
                    <a:pt x="4036" y="2294"/>
                  </a:lnTo>
                  <a:lnTo>
                    <a:pt x="4048" y="2314"/>
                  </a:lnTo>
                  <a:lnTo>
                    <a:pt x="4052" y="2316"/>
                  </a:lnTo>
                  <a:lnTo>
                    <a:pt x="4052" y="2312"/>
                  </a:lnTo>
                  <a:lnTo>
                    <a:pt x="4048" y="2302"/>
                  </a:lnTo>
                  <a:lnTo>
                    <a:pt x="4040" y="2294"/>
                  </a:lnTo>
                  <a:lnTo>
                    <a:pt x="4034" y="2282"/>
                  </a:lnTo>
                  <a:lnTo>
                    <a:pt x="4032" y="2276"/>
                  </a:lnTo>
                  <a:lnTo>
                    <a:pt x="4030" y="2268"/>
                  </a:lnTo>
                  <a:lnTo>
                    <a:pt x="4026" y="2252"/>
                  </a:lnTo>
                  <a:lnTo>
                    <a:pt x="4020" y="2234"/>
                  </a:lnTo>
                  <a:lnTo>
                    <a:pt x="4012" y="2214"/>
                  </a:lnTo>
                  <a:lnTo>
                    <a:pt x="4010" y="2206"/>
                  </a:lnTo>
                  <a:lnTo>
                    <a:pt x="4010" y="2196"/>
                  </a:lnTo>
                  <a:lnTo>
                    <a:pt x="4008" y="2180"/>
                  </a:lnTo>
                  <a:lnTo>
                    <a:pt x="4004" y="2168"/>
                  </a:lnTo>
                  <a:lnTo>
                    <a:pt x="4002" y="2158"/>
                  </a:lnTo>
                  <a:lnTo>
                    <a:pt x="3998" y="2148"/>
                  </a:lnTo>
                  <a:lnTo>
                    <a:pt x="3998" y="2144"/>
                  </a:lnTo>
                  <a:lnTo>
                    <a:pt x="3994" y="2146"/>
                  </a:lnTo>
                  <a:lnTo>
                    <a:pt x="3992" y="2146"/>
                  </a:lnTo>
                  <a:lnTo>
                    <a:pt x="3992" y="2138"/>
                  </a:lnTo>
                  <a:lnTo>
                    <a:pt x="3994" y="2128"/>
                  </a:lnTo>
                  <a:lnTo>
                    <a:pt x="3992" y="2128"/>
                  </a:lnTo>
                  <a:lnTo>
                    <a:pt x="3990" y="2128"/>
                  </a:lnTo>
                  <a:lnTo>
                    <a:pt x="3988" y="2124"/>
                  </a:lnTo>
                  <a:lnTo>
                    <a:pt x="3988" y="2116"/>
                  </a:lnTo>
                  <a:lnTo>
                    <a:pt x="3988" y="2108"/>
                  </a:lnTo>
                  <a:lnTo>
                    <a:pt x="3992" y="2096"/>
                  </a:lnTo>
                  <a:lnTo>
                    <a:pt x="3994" y="2090"/>
                  </a:lnTo>
                  <a:lnTo>
                    <a:pt x="3996" y="2082"/>
                  </a:lnTo>
                  <a:lnTo>
                    <a:pt x="3996" y="2072"/>
                  </a:lnTo>
                  <a:lnTo>
                    <a:pt x="3994" y="2058"/>
                  </a:lnTo>
                  <a:lnTo>
                    <a:pt x="3990" y="2042"/>
                  </a:lnTo>
                  <a:lnTo>
                    <a:pt x="3988" y="2036"/>
                  </a:lnTo>
                  <a:lnTo>
                    <a:pt x="3986" y="2034"/>
                  </a:lnTo>
                  <a:lnTo>
                    <a:pt x="3988" y="2032"/>
                  </a:lnTo>
                  <a:lnTo>
                    <a:pt x="3988" y="2028"/>
                  </a:lnTo>
                  <a:lnTo>
                    <a:pt x="3986" y="2026"/>
                  </a:lnTo>
                  <a:lnTo>
                    <a:pt x="3984" y="2026"/>
                  </a:lnTo>
                  <a:lnTo>
                    <a:pt x="3982" y="2022"/>
                  </a:lnTo>
                  <a:lnTo>
                    <a:pt x="3982" y="2014"/>
                  </a:lnTo>
                  <a:lnTo>
                    <a:pt x="3978" y="2010"/>
                  </a:lnTo>
                  <a:lnTo>
                    <a:pt x="3978" y="2006"/>
                  </a:lnTo>
                  <a:lnTo>
                    <a:pt x="3980" y="2000"/>
                  </a:lnTo>
                  <a:lnTo>
                    <a:pt x="3984" y="1994"/>
                  </a:lnTo>
                  <a:lnTo>
                    <a:pt x="3982" y="1988"/>
                  </a:lnTo>
                  <a:lnTo>
                    <a:pt x="3978" y="1984"/>
                  </a:lnTo>
                  <a:lnTo>
                    <a:pt x="3974" y="1976"/>
                  </a:lnTo>
                  <a:lnTo>
                    <a:pt x="3970" y="1972"/>
                  </a:lnTo>
                  <a:lnTo>
                    <a:pt x="3970" y="1974"/>
                  </a:lnTo>
                  <a:lnTo>
                    <a:pt x="3966" y="1978"/>
                  </a:lnTo>
                  <a:lnTo>
                    <a:pt x="3962" y="1980"/>
                  </a:lnTo>
                  <a:lnTo>
                    <a:pt x="3958" y="1982"/>
                  </a:lnTo>
                  <a:lnTo>
                    <a:pt x="3954" y="1982"/>
                  </a:lnTo>
                  <a:lnTo>
                    <a:pt x="3954" y="1984"/>
                  </a:lnTo>
                  <a:lnTo>
                    <a:pt x="3960" y="1990"/>
                  </a:lnTo>
                  <a:lnTo>
                    <a:pt x="3966" y="1998"/>
                  </a:lnTo>
                  <a:lnTo>
                    <a:pt x="3968" y="2004"/>
                  </a:lnTo>
                  <a:lnTo>
                    <a:pt x="3970" y="2008"/>
                  </a:lnTo>
                  <a:lnTo>
                    <a:pt x="3966" y="2016"/>
                  </a:lnTo>
                  <a:lnTo>
                    <a:pt x="3964" y="2018"/>
                  </a:lnTo>
                  <a:lnTo>
                    <a:pt x="3962" y="2018"/>
                  </a:lnTo>
                  <a:lnTo>
                    <a:pt x="3960" y="2020"/>
                  </a:lnTo>
                  <a:lnTo>
                    <a:pt x="3960" y="2024"/>
                  </a:lnTo>
                  <a:lnTo>
                    <a:pt x="3962" y="2024"/>
                  </a:lnTo>
                  <a:lnTo>
                    <a:pt x="3964" y="2026"/>
                  </a:lnTo>
                  <a:lnTo>
                    <a:pt x="3966" y="2028"/>
                  </a:lnTo>
                  <a:lnTo>
                    <a:pt x="3966" y="2030"/>
                  </a:lnTo>
                  <a:lnTo>
                    <a:pt x="3962" y="2034"/>
                  </a:lnTo>
                  <a:lnTo>
                    <a:pt x="3958" y="2038"/>
                  </a:lnTo>
                  <a:lnTo>
                    <a:pt x="3954" y="2038"/>
                  </a:lnTo>
                  <a:lnTo>
                    <a:pt x="3954" y="2036"/>
                  </a:lnTo>
                  <a:lnTo>
                    <a:pt x="3952" y="2034"/>
                  </a:lnTo>
                  <a:lnTo>
                    <a:pt x="3952" y="2030"/>
                  </a:lnTo>
                  <a:lnTo>
                    <a:pt x="3950" y="2028"/>
                  </a:lnTo>
                  <a:lnTo>
                    <a:pt x="3946" y="2030"/>
                  </a:lnTo>
                  <a:lnTo>
                    <a:pt x="3940" y="2032"/>
                  </a:lnTo>
                  <a:lnTo>
                    <a:pt x="3936" y="2034"/>
                  </a:lnTo>
                  <a:lnTo>
                    <a:pt x="3932" y="2036"/>
                  </a:lnTo>
                  <a:lnTo>
                    <a:pt x="3934" y="2044"/>
                  </a:lnTo>
                  <a:lnTo>
                    <a:pt x="3936" y="2054"/>
                  </a:lnTo>
                  <a:lnTo>
                    <a:pt x="3938" y="2066"/>
                  </a:lnTo>
                  <a:lnTo>
                    <a:pt x="3936" y="2078"/>
                  </a:lnTo>
                  <a:lnTo>
                    <a:pt x="3930" y="2090"/>
                  </a:lnTo>
                  <a:lnTo>
                    <a:pt x="3928" y="2098"/>
                  </a:lnTo>
                  <a:lnTo>
                    <a:pt x="3928" y="2104"/>
                  </a:lnTo>
                  <a:lnTo>
                    <a:pt x="3930" y="2108"/>
                  </a:lnTo>
                  <a:lnTo>
                    <a:pt x="3928" y="2118"/>
                  </a:lnTo>
                  <a:lnTo>
                    <a:pt x="3926" y="2124"/>
                  </a:lnTo>
                  <a:lnTo>
                    <a:pt x="3928" y="2128"/>
                  </a:lnTo>
                  <a:lnTo>
                    <a:pt x="3930" y="2132"/>
                  </a:lnTo>
                  <a:lnTo>
                    <a:pt x="3934" y="2134"/>
                  </a:lnTo>
                  <a:lnTo>
                    <a:pt x="3934" y="2136"/>
                  </a:lnTo>
                  <a:lnTo>
                    <a:pt x="3932" y="2136"/>
                  </a:lnTo>
                  <a:close/>
                  <a:moveTo>
                    <a:pt x="4070" y="2610"/>
                  </a:moveTo>
                  <a:lnTo>
                    <a:pt x="4070" y="2610"/>
                  </a:lnTo>
                  <a:lnTo>
                    <a:pt x="4068" y="2602"/>
                  </a:lnTo>
                  <a:lnTo>
                    <a:pt x="4068" y="2594"/>
                  </a:lnTo>
                  <a:lnTo>
                    <a:pt x="4070" y="2586"/>
                  </a:lnTo>
                  <a:lnTo>
                    <a:pt x="4072" y="2580"/>
                  </a:lnTo>
                  <a:lnTo>
                    <a:pt x="4078" y="2572"/>
                  </a:lnTo>
                  <a:lnTo>
                    <a:pt x="4078" y="2570"/>
                  </a:lnTo>
                  <a:lnTo>
                    <a:pt x="4076" y="2568"/>
                  </a:lnTo>
                  <a:lnTo>
                    <a:pt x="4072" y="2570"/>
                  </a:lnTo>
                  <a:lnTo>
                    <a:pt x="4068" y="2572"/>
                  </a:lnTo>
                  <a:lnTo>
                    <a:pt x="4062" y="2582"/>
                  </a:lnTo>
                  <a:lnTo>
                    <a:pt x="4054" y="2590"/>
                  </a:lnTo>
                  <a:lnTo>
                    <a:pt x="4050" y="2592"/>
                  </a:lnTo>
                  <a:lnTo>
                    <a:pt x="4044" y="2592"/>
                  </a:lnTo>
                  <a:lnTo>
                    <a:pt x="4040" y="2592"/>
                  </a:lnTo>
                  <a:lnTo>
                    <a:pt x="4038" y="2590"/>
                  </a:lnTo>
                  <a:lnTo>
                    <a:pt x="4036" y="2586"/>
                  </a:lnTo>
                  <a:lnTo>
                    <a:pt x="4034" y="2582"/>
                  </a:lnTo>
                  <a:lnTo>
                    <a:pt x="4032" y="2580"/>
                  </a:lnTo>
                  <a:lnTo>
                    <a:pt x="4028" y="2578"/>
                  </a:lnTo>
                  <a:lnTo>
                    <a:pt x="4022" y="2578"/>
                  </a:lnTo>
                  <a:lnTo>
                    <a:pt x="4012" y="2576"/>
                  </a:lnTo>
                  <a:lnTo>
                    <a:pt x="4004" y="2570"/>
                  </a:lnTo>
                  <a:lnTo>
                    <a:pt x="3994" y="2562"/>
                  </a:lnTo>
                  <a:lnTo>
                    <a:pt x="3984" y="2554"/>
                  </a:lnTo>
                  <a:lnTo>
                    <a:pt x="3966" y="2534"/>
                  </a:lnTo>
                  <a:lnTo>
                    <a:pt x="3952" y="2516"/>
                  </a:lnTo>
                  <a:lnTo>
                    <a:pt x="3946" y="2510"/>
                  </a:lnTo>
                  <a:lnTo>
                    <a:pt x="3940" y="2506"/>
                  </a:lnTo>
                  <a:lnTo>
                    <a:pt x="3934" y="2504"/>
                  </a:lnTo>
                  <a:lnTo>
                    <a:pt x="3930" y="2504"/>
                  </a:lnTo>
                  <a:lnTo>
                    <a:pt x="3926" y="2508"/>
                  </a:lnTo>
                  <a:lnTo>
                    <a:pt x="3924" y="2512"/>
                  </a:lnTo>
                  <a:lnTo>
                    <a:pt x="3924" y="2520"/>
                  </a:lnTo>
                  <a:lnTo>
                    <a:pt x="3928" y="2530"/>
                  </a:lnTo>
                  <a:lnTo>
                    <a:pt x="3932" y="2540"/>
                  </a:lnTo>
                  <a:lnTo>
                    <a:pt x="3932" y="2546"/>
                  </a:lnTo>
                  <a:lnTo>
                    <a:pt x="3932" y="2552"/>
                  </a:lnTo>
                  <a:lnTo>
                    <a:pt x="3930" y="2556"/>
                  </a:lnTo>
                  <a:lnTo>
                    <a:pt x="3928" y="2564"/>
                  </a:lnTo>
                  <a:lnTo>
                    <a:pt x="3926" y="2568"/>
                  </a:lnTo>
                  <a:lnTo>
                    <a:pt x="3928" y="2574"/>
                  </a:lnTo>
                  <a:lnTo>
                    <a:pt x="3928" y="2580"/>
                  </a:lnTo>
                  <a:lnTo>
                    <a:pt x="3928" y="2584"/>
                  </a:lnTo>
                  <a:lnTo>
                    <a:pt x="3922" y="2594"/>
                  </a:lnTo>
                  <a:lnTo>
                    <a:pt x="3918" y="2602"/>
                  </a:lnTo>
                  <a:lnTo>
                    <a:pt x="3916" y="2606"/>
                  </a:lnTo>
                  <a:lnTo>
                    <a:pt x="3916" y="2610"/>
                  </a:lnTo>
                  <a:lnTo>
                    <a:pt x="3918" y="2620"/>
                  </a:lnTo>
                  <a:lnTo>
                    <a:pt x="3918" y="2630"/>
                  </a:lnTo>
                  <a:lnTo>
                    <a:pt x="3914" y="2634"/>
                  </a:lnTo>
                  <a:lnTo>
                    <a:pt x="3912" y="2636"/>
                  </a:lnTo>
                  <a:lnTo>
                    <a:pt x="3906" y="2636"/>
                  </a:lnTo>
                  <a:lnTo>
                    <a:pt x="3900" y="2632"/>
                  </a:lnTo>
                  <a:lnTo>
                    <a:pt x="3886" y="2626"/>
                  </a:lnTo>
                  <a:lnTo>
                    <a:pt x="3876" y="2624"/>
                  </a:lnTo>
                  <a:lnTo>
                    <a:pt x="3874" y="2624"/>
                  </a:lnTo>
                  <a:lnTo>
                    <a:pt x="3872" y="2628"/>
                  </a:lnTo>
                  <a:lnTo>
                    <a:pt x="3874" y="2630"/>
                  </a:lnTo>
                  <a:lnTo>
                    <a:pt x="3878" y="2636"/>
                  </a:lnTo>
                  <a:lnTo>
                    <a:pt x="3880" y="2640"/>
                  </a:lnTo>
                  <a:lnTo>
                    <a:pt x="3880" y="2642"/>
                  </a:lnTo>
                  <a:lnTo>
                    <a:pt x="3878" y="2648"/>
                  </a:lnTo>
                  <a:lnTo>
                    <a:pt x="3872" y="2656"/>
                  </a:lnTo>
                  <a:lnTo>
                    <a:pt x="3866" y="2662"/>
                  </a:lnTo>
                  <a:lnTo>
                    <a:pt x="3858" y="2670"/>
                  </a:lnTo>
                  <a:lnTo>
                    <a:pt x="3854" y="2676"/>
                  </a:lnTo>
                  <a:lnTo>
                    <a:pt x="3852" y="2680"/>
                  </a:lnTo>
                  <a:lnTo>
                    <a:pt x="3852" y="2682"/>
                  </a:lnTo>
                  <a:lnTo>
                    <a:pt x="3854" y="2686"/>
                  </a:lnTo>
                  <a:lnTo>
                    <a:pt x="3856" y="2690"/>
                  </a:lnTo>
                  <a:lnTo>
                    <a:pt x="3862" y="2694"/>
                  </a:lnTo>
                  <a:lnTo>
                    <a:pt x="3866" y="2700"/>
                  </a:lnTo>
                  <a:lnTo>
                    <a:pt x="3866" y="2706"/>
                  </a:lnTo>
                  <a:lnTo>
                    <a:pt x="3864" y="2710"/>
                  </a:lnTo>
                  <a:lnTo>
                    <a:pt x="3860" y="2722"/>
                  </a:lnTo>
                  <a:lnTo>
                    <a:pt x="3862" y="2726"/>
                  </a:lnTo>
                  <a:lnTo>
                    <a:pt x="3864" y="2732"/>
                  </a:lnTo>
                  <a:lnTo>
                    <a:pt x="3866" y="2734"/>
                  </a:lnTo>
                  <a:lnTo>
                    <a:pt x="3870" y="2736"/>
                  </a:lnTo>
                  <a:lnTo>
                    <a:pt x="3874" y="2732"/>
                  </a:lnTo>
                  <a:lnTo>
                    <a:pt x="3880" y="2720"/>
                  </a:lnTo>
                  <a:lnTo>
                    <a:pt x="3884" y="2712"/>
                  </a:lnTo>
                  <a:lnTo>
                    <a:pt x="3888" y="2710"/>
                  </a:lnTo>
                  <a:lnTo>
                    <a:pt x="3890" y="2712"/>
                  </a:lnTo>
                  <a:lnTo>
                    <a:pt x="3896" y="2714"/>
                  </a:lnTo>
                  <a:lnTo>
                    <a:pt x="3900" y="2714"/>
                  </a:lnTo>
                  <a:lnTo>
                    <a:pt x="3908" y="2712"/>
                  </a:lnTo>
                  <a:lnTo>
                    <a:pt x="3912" y="2710"/>
                  </a:lnTo>
                  <a:lnTo>
                    <a:pt x="3910" y="2706"/>
                  </a:lnTo>
                  <a:lnTo>
                    <a:pt x="3894" y="2698"/>
                  </a:lnTo>
                  <a:lnTo>
                    <a:pt x="3886" y="2692"/>
                  </a:lnTo>
                  <a:lnTo>
                    <a:pt x="3878" y="2686"/>
                  </a:lnTo>
                  <a:lnTo>
                    <a:pt x="3874" y="2680"/>
                  </a:lnTo>
                  <a:lnTo>
                    <a:pt x="3874" y="2676"/>
                  </a:lnTo>
                  <a:lnTo>
                    <a:pt x="3876" y="2672"/>
                  </a:lnTo>
                  <a:lnTo>
                    <a:pt x="3882" y="2666"/>
                  </a:lnTo>
                  <a:lnTo>
                    <a:pt x="3886" y="2666"/>
                  </a:lnTo>
                  <a:lnTo>
                    <a:pt x="3888" y="2668"/>
                  </a:lnTo>
                  <a:lnTo>
                    <a:pt x="3892" y="2670"/>
                  </a:lnTo>
                  <a:lnTo>
                    <a:pt x="3896" y="2674"/>
                  </a:lnTo>
                  <a:lnTo>
                    <a:pt x="3900" y="2676"/>
                  </a:lnTo>
                  <a:lnTo>
                    <a:pt x="3906" y="2676"/>
                  </a:lnTo>
                  <a:lnTo>
                    <a:pt x="3912" y="2674"/>
                  </a:lnTo>
                  <a:lnTo>
                    <a:pt x="3918" y="2670"/>
                  </a:lnTo>
                  <a:lnTo>
                    <a:pt x="3924" y="2668"/>
                  </a:lnTo>
                  <a:lnTo>
                    <a:pt x="3930" y="2666"/>
                  </a:lnTo>
                  <a:lnTo>
                    <a:pt x="3936" y="2668"/>
                  </a:lnTo>
                  <a:lnTo>
                    <a:pt x="3954" y="2678"/>
                  </a:lnTo>
                  <a:lnTo>
                    <a:pt x="3984" y="2698"/>
                  </a:lnTo>
                  <a:lnTo>
                    <a:pt x="3992" y="2700"/>
                  </a:lnTo>
                  <a:lnTo>
                    <a:pt x="3996" y="2698"/>
                  </a:lnTo>
                  <a:lnTo>
                    <a:pt x="4000" y="2692"/>
                  </a:lnTo>
                  <a:lnTo>
                    <a:pt x="4002" y="2684"/>
                  </a:lnTo>
                  <a:lnTo>
                    <a:pt x="4008" y="2664"/>
                  </a:lnTo>
                  <a:lnTo>
                    <a:pt x="4012" y="2656"/>
                  </a:lnTo>
                  <a:lnTo>
                    <a:pt x="4018" y="2652"/>
                  </a:lnTo>
                  <a:lnTo>
                    <a:pt x="4030" y="2648"/>
                  </a:lnTo>
                  <a:lnTo>
                    <a:pt x="4042" y="2646"/>
                  </a:lnTo>
                  <a:lnTo>
                    <a:pt x="4054" y="2644"/>
                  </a:lnTo>
                  <a:lnTo>
                    <a:pt x="4068" y="2640"/>
                  </a:lnTo>
                  <a:lnTo>
                    <a:pt x="4090" y="2630"/>
                  </a:lnTo>
                  <a:lnTo>
                    <a:pt x="4096" y="2626"/>
                  </a:lnTo>
                  <a:lnTo>
                    <a:pt x="4096" y="2624"/>
                  </a:lnTo>
                  <a:lnTo>
                    <a:pt x="4094" y="2622"/>
                  </a:lnTo>
                  <a:lnTo>
                    <a:pt x="4092" y="2620"/>
                  </a:lnTo>
                  <a:lnTo>
                    <a:pt x="4090" y="2620"/>
                  </a:lnTo>
                  <a:lnTo>
                    <a:pt x="4084" y="2622"/>
                  </a:lnTo>
                  <a:lnTo>
                    <a:pt x="4082" y="2622"/>
                  </a:lnTo>
                  <a:lnTo>
                    <a:pt x="4078" y="2622"/>
                  </a:lnTo>
                  <a:lnTo>
                    <a:pt x="4074" y="2618"/>
                  </a:lnTo>
                  <a:lnTo>
                    <a:pt x="4070" y="2610"/>
                  </a:lnTo>
                  <a:close/>
                  <a:moveTo>
                    <a:pt x="3802" y="2924"/>
                  </a:moveTo>
                  <a:lnTo>
                    <a:pt x="3802" y="2924"/>
                  </a:lnTo>
                  <a:lnTo>
                    <a:pt x="3806" y="2916"/>
                  </a:lnTo>
                  <a:lnTo>
                    <a:pt x="3806" y="2908"/>
                  </a:lnTo>
                  <a:lnTo>
                    <a:pt x="3804" y="2906"/>
                  </a:lnTo>
                  <a:lnTo>
                    <a:pt x="3802" y="2904"/>
                  </a:lnTo>
                  <a:lnTo>
                    <a:pt x="3800" y="2906"/>
                  </a:lnTo>
                  <a:lnTo>
                    <a:pt x="3796" y="2910"/>
                  </a:lnTo>
                  <a:lnTo>
                    <a:pt x="3792" y="2914"/>
                  </a:lnTo>
                  <a:lnTo>
                    <a:pt x="3792" y="2918"/>
                  </a:lnTo>
                  <a:lnTo>
                    <a:pt x="3792" y="2922"/>
                  </a:lnTo>
                  <a:lnTo>
                    <a:pt x="3792" y="2924"/>
                  </a:lnTo>
                  <a:lnTo>
                    <a:pt x="3794" y="2926"/>
                  </a:lnTo>
                  <a:lnTo>
                    <a:pt x="3798" y="2928"/>
                  </a:lnTo>
                  <a:lnTo>
                    <a:pt x="3800" y="2926"/>
                  </a:lnTo>
                  <a:lnTo>
                    <a:pt x="3802" y="2924"/>
                  </a:lnTo>
                  <a:close/>
                  <a:moveTo>
                    <a:pt x="3594" y="3018"/>
                  </a:moveTo>
                  <a:lnTo>
                    <a:pt x="3594" y="3018"/>
                  </a:lnTo>
                  <a:lnTo>
                    <a:pt x="3596" y="3016"/>
                  </a:lnTo>
                  <a:lnTo>
                    <a:pt x="3596" y="3014"/>
                  </a:lnTo>
                  <a:lnTo>
                    <a:pt x="3594" y="3010"/>
                  </a:lnTo>
                  <a:lnTo>
                    <a:pt x="3592" y="3010"/>
                  </a:lnTo>
                  <a:lnTo>
                    <a:pt x="3590" y="3012"/>
                  </a:lnTo>
                  <a:lnTo>
                    <a:pt x="3588" y="3014"/>
                  </a:lnTo>
                  <a:lnTo>
                    <a:pt x="3590" y="3018"/>
                  </a:lnTo>
                  <a:lnTo>
                    <a:pt x="3594" y="3018"/>
                  </a:lnTo>
                  <a:close/>
                  <a:moveTo>
                    <a:pt x="3048" y="4040"/>
                  </a:moveTo>
                  <a:lnTo>
                    <a:pt x="3048" y="4040"/>
                  </a:lnTo>
                  <a:lnTo>
                    <a:pt x="3046" y="4042"/>
                  </a:lnTo>
                  <a:lnTo>
                    <a:pt x="3044" y="4044"/>
                  </a:lnTo>
                  <a:lnTo>
                    <a:pt x="3042" y="4050"/>
                  </a:lnTo>
                  <a:lnTo>
                    <a:pt x="3044" y="4056"/>
                  </a:lnTo>
                  <a:lnTo>
                    <a:pt x="3046" y="4062"/>
                  </a:lnTo>
                  <a:lnTo>
                    <a:pt x="3048" y="4064"/>
                  </a:lnTo>
                  <a:lnTo>
                    <a:pt x="3050" y="4068"/>
                  </a:lnTo>
                  <a:lnTo>
                    <a:pt x="3052" y="4098"/>
                  </a:lnTo>
                  <a:lnTo>
                    <a:pt x="3054" y="4116"/>
                  </a:lnTo>
                  <a:lnTo>
                    <a:pt x="3056" y="4120"/>
                  </a:lnTo>
                  <a:lnTo>
                    <a:pt x="3058" y="4120"/>
                  </a:lnTo>
                  <a:lnTo>
                    <a:pt x="3062" y="4120"/>
                  </a:lnTo>
                  <a:lnTo>
                    <a:pt x="3064" y="4122"/>
                  </a:lnTo>
                  <a:lnTo>
                    <a:pt x="3066" y="4126"/>
                  </a:lnTo>
                  <a:lnTo>
                    <a:pt x="3070" y="4134"/>
                  </a:lnTo>
                  <a:lnTo>
                    <a:pt x="3074" y="4138"/>
                  </a:lnTo>
                  <a:lnTo>
                    <a:pt x="3076" y="4134"/>
                  </a:lnTo>
                  <a:lnTo>
                    <a:pt x="3076" y="4128"/>
                  </a:lnTo>
                  <a:lnTo>
                    <a:pt x="3078" y="4120"/>
                  </a:lnTo>
                  <a:lnTo>
                    <a:pt x="3078" y="4118"/>
                  </a:lnTo>
                  <a:lnTo>
                    <a:pt x="3082" y="4118"/>
                  </a:lnTo>
                  <a:lnTo>
                    <a:pt x="3086" y="4122"/>
                  </a:lnTo>
                  <a:lnTo>
                    <a:pt x="3090" y="4126"/>
                  </a:lnTo>
                  <a:lnTo>
                    <a:pt x="3092" y="4130"/>
                  </a:lnTo>
                  <a:lnTo>
                    <a:pt x="3090" y="4134"/>
                  </a:lnTo>
                  <a:lnTo>
                    <a:pt x="3086" y="4140"/>
                  </a:lnTo>
                  <a:lnTo>
                    <a:pt x="3080" y="4146"/>
                  </a:lnTo>
                  <a:lnTo>
                    <a:pt x="3076" y="4156"/>
                  </a:lnTo>
                  <a:lnTo>
                    <a:pt x="3078" y="4164"/>
                  </a:lnTo>
                  <a:lnTo>
                    <a:pt x="3078" y="4166"/>
                  </a:lnTo>
                  <a:lnTo>
                    <a:pt x="3082" y="4166"/>
                  </a:lnTo>
                  <a:lnTo>
                    <a:pt x="3084" y="4164"/>
                  </a:lnTo>
                  <a:lnTo>
                    <a:pt x="3088" y="4166"/>
                  </a:lnTo>
                  <a:lnTo>
                    <a:pt x="3092" y="4170"/>
                  </a:lnTo>
                  <a:lnTo>
                    <a:pt x="3096" y="4174"/>
                  </a:lnTo>
                  <a:lnTo>
                    <a:pt x="3100" y="4176"/>
                  </a:lnTo>
                  <a:lnTo>
                    <a:pt x="3104" y="4178"/>
                  </a:lnTo>
                  <a:lnTo>
                    <a:pt x="3112" y="4176"/>
                  </a:lnTo>
                  <a:lnTo>
                    <a:pt x="3112" y="4174"/>
                  </a:lnTo>
                  <a:lnTo>
                    <a:pt x="3112" y="4168"/>
                  </a:lnTo>
                  <a:lnTo>
                    <a:pt x="3112" y="4166"/>
                  </a:lnTo>
                  <a:lnTo>
                    <a:pt x="3116" y="4164"/>
                  </a:lnTo>
                  <a:lnTo>
                    <a:pt x="3120" y="4160"/>
                  </a:lnTo>
                  <a:lnTo>
                    <a:pt x="3124" y="4160"/>
                  </a:lnTo>
                  <a:lnTo>
                    <a:pt x="3138" y="4172"/>
                  </a:lnTo>
                  <a:lnTo>
                    <a:pt x="3144" y="4176"/>
                  </a:lnTo>
                  <a:lnTo>
                    <a:pt x="3148" y="4180"/>
                  </a:lnTo>
                  <a:lnTo>
                    <a:pt x="3152" y="4188"/>
                  </a:lnTo>
                  <a:lnTo>
                    <a:pt x="3154" y="4196"/>
                  </a:lnTo>
                  <a:lnTo>
                    <a:pt x="3156" y="4198"/>
                  </a:lnTo>
                  <a:lnTo>
                    <a:pt x="3158" y="4198"/>
                  </a:lnTo>
                  <a:lnTo>
                    <a:pt x="3162" y="4198"/>
                  </a:lnTo>
                  <a:lnTo>
                    <a:pt x="3162" y="4196"/>
                  </a:lnTo>
                  <a:lnTo>
                    <a:pt x="3162" y="4188"/>
                  </a:lnTo>
                  <a:lnTo>
                    <a:pt x="3154" y="4170"/>
                  </a:lnTo>
                  <a:lnTo>
                    <a:pt x="3154" y="4166"/>
                  </a:lnTo>
                  <a:lnTo>
                    <a:pt x="3154" y="4164"/>
                  </a:lnTo>
                  <a:lnTo>
                    <a:pt x="3160" y="4164"/>
                  </a:lnTo>
                  <a:lnTo>
                    <a:pt x="3164" y="4168"/>
                  </a:lnTo>
                  <a:lnTo>
                    <a:pt x="3168" y="4174"/>
                  </a:lnTo>
                  <a:lnTo>
                    <a:pt x="3172" y="4180"/>
                  </a:lnTo>
                  <a:lnTo>
                    <a:pt x="3176" y="4182"/>
                  </a:lnTo>
                  <a:lnTo>
                    <a:pt x="3180" y="4186"/>
                  </a:lnTo>
                  <a:lnTo>
                    <a:pt x="3184" y="4192"/>
                  </a:lnTo>
                  <a:lnTo>
                    <a:pt x="3186" y="4198"/>
                  </a:lnTo>
                  <a:lnTo>
                    <a:pt x="3186" y="4202"/>
                  </a:lnTo>
                  <a:lnTo>
                    <a:pt x="3188" y="4206"/>
                  </a:lnTo>
                  <a:lnTo>
                    <a:pt x="3196" y="4210"/>
                  </a:lnTo>
                  <a:lnTo>
                    <a:pt x="3206" y="4216"/>
                  </a:lnTo>
                  <a:lnTo>
                    <a:pt x="3210" y="4218"/>
                  </a:lnTo>
                  <a:lnTo>
                    <a:pt x="3212" y="4222"/>
                  </a:lnTo>
                  <a:lnTo>
                    <a:pt x="3212" y="4228"/>
                  </a:lnTo>
                  <a:lnTo>
                    <a:pt x="3216" y="4232"/>
                  </a:lnTo>
                  <a:lnTo>
                    <a:pt x="3218" y="4230"/>
                  </a:lnTo>
                  <a:lnTo>
                    <a:pt x="3220" y="4224"/>
                  </a:lnTo>
                  <a:lnTo>
                    <a:pt x="3222" y="4216"/>
                  </a:lnTo>
                  <a:lnTo>
                    <a:pt x="3222" y="4208"/>
                  </a:lnTo>
                  <a:lnTo>
                    <a:pt x="3220" y="4204"/>
                  </a:lnTo>
                  <a:lnTo>
                    <a:pt x="3218" y="4202"/>
                  </a:lnTo>
                  <a:lnTo>
                    <a:pt x="3210" y="4200"/>
                  </a:lnTo>
                  <a:lnTo>
                    <a:pt x="3206" y="4200"/>
                  </a:lnTo>
                  <a:lnTo>
                    <a:pt x="3206" y="4196"/>
                  </a:lnTo>
                  <a:lnTo>
                    <a:pt x="3206" y="4194"/>
                  </a:lnTo>
                  <a:lnTo>
                    <a:pt x="3206" y="4192"/>
                  </a:lnTo>
                  <a:lnTo>
                    <a:pt x="3204" y="4186"/>
                  </a:lnTo>
                  <a:lnTo>
                    <a:pt x="3198" y="4182"/>
                  </a:lnTo>
                  <a:lnTo>
                    <a:pt x="3196" y="4178"/>
                  </a:lnTo>
                  <a:lnTo>
                    <a:pt x="3194" y="4174"/>
                  </a:lnTo>
                  <a:lnTo>
                    <a:pt x="3196" y="4174"/>
                  </a:lnTo>
                  <a:lnTo>
                    <a:pt x="3198" y="4174"/>
                  </a:lnTo>
                  <a:lnTo>
                    <a:pt x="3206" y="4174"/>
                  </a:lnTo>
                  <a:lnTo>
                    <a:pt x="3210" y="4172"/>
                  </a:lnTo>
                  <a:lnTo>
                    <a:pt x="3212" y="4172"/>
                  </a:lnTo>
                  <a:lnTo>
                    <a:pt x="3214" y="4168"/>
                  </a:lnTo>
                  <a:lnTo>
                    <a:pt x="3210" y="4164"/>
                  </a:lnTo>
                  <a:lnTo>
                    <a:pt x="3194" y="4156"/>
                  </a:lnTo>
                  <a:lnTo>
                    <a:pt x="3190" y="4154"/>
                  </a:lnTo>
                  <a:lnTo>
                    <a:pt x="3186" y="4156"/>
                  </a:lnTo>
                  <a:lnTo>
                    <a:pt x="3186" y="4158"/>
                  </a:lnTo>
                  <a:lnTo>
                    <a:pt x="3184" y="4162"/>
                  </a:lnTo>
                  <a:lnTo>
                    <a:pt x="3184" y="4170"/>
                  </a:lnTo>
                  <a:lnTo>
                    <a:pt x="3182" y="4172"/>
                  </a:lnTo>
                  <a:lnTo>
                    <a:pt x="3180" y="4170"/>
                  </a:lnTo>
                  <a:lnTo>
                    <a:pt x="3178" y="4168"/>
                  </a:lnTo>
                  <a:lnTo>
                    <a:pt x="3176" y="4164"/>
                  </a:lnTo>
                  <a:lnTo>
                    <a:pt x="3176" y="4158"/>
                  </a:lnTo>
                  <a:lnTo>
                    <a:pt x="3176" y="4154"/>
                  </a:lnTo>
                  <a:lnTo>
                    <a:pt x="3174" y="4150"/>
                  </a:lnTo>
                  <a:lnTo>
                    <a:pt x="3170" y="4146"/>
                  </a:lnTo>
                  <a:lnTo>
                    <a:pt x="3164" y="4142"/>
                  </a:lnTo>
                  <a:lnTo>
                    <a:pt x="3158" y="4140"/>
                  </a:lnTo>
                  <a:lnTo>
                    <a:pt x="3154" y="4140"/>
                  </a:lnTo>
                  <a:lnTo>
                    <a:pt x="3152" y="4140"/>
                  </a:lnTo>
                  <a:lnTo>
                    <a:pt x="3150" y="4142"/>
                  </a:lnTo>
                  <a:lnTo>
                    <a:pt x="3148" y="4146"/>
                  </a:lnTo>
                  <a:lnTo>
                    <a:pt x="3144" y="4146"/>
                  </a:lnTo>
                  <a:lnTo>
                    <a:pt x="3142" y="4146"/>
                  </a:lnTo>
                  <a:lnTo>
                    <a:pt x="3140" y="4148"/>
                  </a:lnTo>
                  <a:lnTo>
                    <a:pt x="3140" y="4152"/>
                  </a:lnTo>
                  <a:lnTo>
                    <a:pt x="3140" y="4158"/>
                  </a:lnTo>
                  <a:lnTo>
                    <a:pt x="3138" y="4158"/>
                  </a:lnTo>
                  <a:lnTo>
                    <a:pt x="3136" y="4158"/>
                  </a:lnTo>
                  <a:lnTo>
                    <a:pt x="3130" y="4156"/>
                  </a:lnTo>
                  <a:lnTo>
                    <a:pt x="3126" y="4152"/>
                  </a:lnTo>
                  <a:lnTo>
                    <a:pt x="3122" y="4142"/>
                  </a:lnTo>
                  <a:lnTo>
                    <a:pt x="3120" y="4132"/>
                  </a:lnTo>
                  <a:lnTo>
                    <a:pt x="3120" y="4124"/>
                  </a:lnTo>
                  <a:lnTo>
                    <a:pt x="3120" y="4120"/>
                  </a:lnTo>
                  <a:lnTo>
                    <a:pt x="3120" y="4116"/>
                  </a:lnTo>
                  <a:lnTo>
                    <a:pt x="3116" y="4104"/>
                  </a:lnTo>
                  <a:lnTo>
                    <a:pt x="3112" y="4092"/>
                  </a:lnTo>
                  <a:lnTo>
                    <a:pt x="3112" y="4086"/>
                  </a:lnTo>
                  <a:lnTo>
                    <a:pt x="3116" y="4082"/>
                  </a:lnTo>
                  <a:lnTo>
                    <a:pt x="3120" y="4072"/>
                  </a:lnTo>
                  <a:lnTo>
                    <a:pt x="3120" y="4066"/>
                  </a:lnTo>
                  <a:lnTo>
                    <a:pt x="3120" y="4062"/>
                  </a:lnTo>
                  <a:lnTo>
                    <a:pt x="3124" y="4054"/>
                  </a:lnTo>
                  <a:lnTo>
                    <a:pt x="3128" y="4052"/>
                  </a:lnTo>
                  <a:lnTo>
                    <a:pt x="3130" y="4050"/>
                  </a:lnTo>
                  <a:lnTo>
                    <a:pt x="3132" y="4052"/>
                  </a:lnTo>
                  <a:lnTo>
                    <a:pt x="3134" y="4052"/>
                  </a:lnTo>
                  <a:lnTo>
                    <a:pt x="3136" y="4056"/>
                  </a:lnTo>
                  <a:lnTo>
                    <a:pt x="3138" y="4056"/>
                  </a:lnTo>
                  <a:lnTo>
                    <a:pt x="3144" y="4046"/>
                  </a:lnTo>
                  <a:lnTo>
                    <a:pt x="3148" y="4034"/>
                  </a:lnTo>
                  <a:lnTo>
                    <a:pt x="3154" y="4008"/>
                  </a:lnTo>
                  <a:lnTo>
                    <a:pt x="3154" y="4006"/>
                  </a:lnTo>
                  <a:lnTo>
                    <a:pt x="3152" y="4002"/>
                  </a:lnTo>
                  <a:lnTo>
                    <a:pt x="3146" y="3992"/>
                  </a:lnTo>
                  <a:lnTo>
                    <a:pt x="3144" y="3986"/>
                  </a:lnTo>
                  <a:lnTo>
                    <a:pt x="3142" y="3978"/>
                  </a:lnTo>
                  <a:lnTo>
                    <a:pt x="3142" y="3970"/>
                  </a:lnTo>
                  <a:lnTo>
                    <a:pt x="3144" y="3960"/>
                  </a:lnTo>
                  <a:lnTo>
                    <a:pt x="3148" y="3944"/>
                  </a:lnTo>
                  <a:lnTo>
                    <a:pt x="3146" y="3936"/>
                  </a:lnTo>
                  <a:lnTo>
                    <a:pt x="3146" y="3934"/>
                  </a:lnTo>
                  <a:lnTo>
                    <a:pt x="3142" y="3934"/>
                  </a:lnTo>
                  <a:lnTo>
                    <a:pt x="3140" y="3936"/>
                  </a:lnTo>
                  <a:lnTo>
                    <a:pt x="3136" y="3942"/>
                  </a:lnTo>
                  <a:lnTo>
                    <a:pt x="3132" y="3946"/>
                  </a:lnTo>
                  <a:lnTo>
                    <a:pt x="3126" y="3944"/>
                  </a:lnTo>
                  <a:lnTo>
                    <a:pt x="3122" y="3942"/>
                  </a:lnTo>
                  <a:lnTo>
                    <a:pt x="3114" y="3938"/>
                  </a:lnTo>
                  <a:lnTo>
                    <a:pt x="3100" y="3930"/>
                  </a:lnTo>
                  <a:lnTo>
                    <a:pt x="3094" y="3926"/>
                  </a:lnTo>
                  <a:lnTo>
                    <a:pt x="3086" y="3928"/>
                  </a:lnTo>
                  <a:lnTo>
                    <a:pt x="3076" y="3932"/>
                  </a:lnTo>
                  <a:lnTo>
                    <a:pt x="3076" y="3936"/>
                  </a:lnTo>
                  <a:lnTo>
                    <a:pt x="3074" y="3938"/>
                  </a:lnTo>
                  <a:lnTo>
                    <a:pt x="3074" y="3946"/>
                  </a:lnTo>
                  <a:lnTo>
                    <a:pt x="3074" y="3952"/>
                  </a:lnTo>
                  <a:lnTo>
                    <a:pt x="3072" y="3958"/>
                  </a:lnTo>
                  <a:lnTo>
                    <a:pt x="3068" y="3966"/>
                  </a:lnTo>
                  <a:lnTo>
                    <a:pt x="3068" y="3972"/>
                  </a:lnTo>
                  <a:lnTo>
                    <a:pt x="3068" y="3986"/>
                  </a:lnTo>
                  <a:lnTo>
                    <a:pt x="3070" y="4000"/>
                  </a:lnTo>
                  <a:lnTo>
                    <a:pt x="3068" y="4010"/>
                  </a:lnTo>
                  <a:lnTo>
                    <a:pt x="3066" y="4018"/>
                  </a:lnTo>
                  <a:lnTo>
                    <a:pt x="3064" y="4026"/>
                  </a:lnTo>
                  <a:lnTo>
                    <a:pt x="3062" y="4032"/>
                  </a:lnTo>
                  <a:lnTo>
                    <a:pt x="3064" y="4038"/>
                  </a:lnTo>
                  <a:lnTo>
                    <a:pt x="3066" y="4040"/>
                  </a:lnTo>
                  <a:lnTo>
                    <a:pt x="3068" y="4046"/>
                  </a:lnTo>
                  <a:lnTo>
                    <a:pt x="3070" y="4050"/>
                  </a:lnTo>
                  <a:lnTo>
                    <a:pt x="3068" y="4054"/>
                  </a:lnTo>
                  <a:lnTo>
                    <a:pt x="3066" y="4058"/>
                  </a:lnTo>
                  <a:lnTo>
                    <a:pt x="3062" y="4060"/>
                  </a:lnTo>
                  <a:lnTo>
                    <a:pt x="3060" y="4056"/>
                  </a:lnTo>
                  <a:lnTo>
                    <a:pt x="3058" y="4054"/>
                  </a:lnTo>
                  <a:lnTo>
                    <a:pt x="3052" y="4044"/>
                  </a:lnTo>
                  <a:lnTo>
                    <a:pt x="3050" y="4042"/>
                  </a:lnTo>
                  <a:lnTo>
                    <a:pt x="3048" y="4040"/>
                  </a:lnTo>
                  <a:close/>
                  <a:moveTo>
                    <a:pt x="3012" y="4336"/>
                  </a:moveTo>
                  <a:lnTo>
                    <a:pt x="3012" y="4336"/>
                  </a:lnTo>
                  <a:lnTo>
                    <a:pt x="2996" y="4362"/>
                  </a:lnTo>
                  <a:lnTo>
                    <a:pt x="2978" y="4384"/>
                  </a:lnTo>
                  <a:lnTo>
                    <a:pt x="2960" y="4400"/>
                  </a:lnTo>
                  <a:lnTo>
                    <a:pt x="2950" y="4412"/>
                  </a:lnTo>
                  <a:lnTo>
                    <a:pt x="2948" y="4420"/>
                  </a:lnTo>
                  <a:lnTo>
                    <a:pt x="2944" y="4428"/>
                  </a:lnTo>
                  <a:lnTo>
                    <a:pt x="2944" y="4432"/>
                  </a:lnTo>
                  <a:lnTo>
                    <a:pt x="2946" y="4434"/>
                  </a:lnTo>
                  <a:lnTo>
                    <a:pt x="2950" y="4432"/>
                  </a:lnTo>
                  <a:lnTo>
                    <a:pt x="2954" y="4426"/>
                  </a:lnTo>
                  <a:lnTo>
                    <a:pt x="2960" y="4422"/>
                  </a:lnTo>
                  <a:lnTo>
                    <a:pt x="2968" y="4410"/>
                  </a:lnTo>
                  <a:lnTo>
                    <a:pt x="2994" y="4388"/>
                  </a:lnTo>
                  <a:lnTo>
                    <a:pt x="3002" y="4380"/>
                  </a:lnTo>
                  <a:lnTo>
                    <a:pt x="3006" y="4372"/>
                  </a:lnTo>
                  <a:lnTo>
                    <a:pt x="3008" y="4368"/>
                  </a:lnTo>
                  <a:lnTo>
                    <a:pt x="3008" y="4364"/>
                  </a:lnTo>
                  <a:lnTo>
                    <a:pt x="3010" y="4358"/>
                  </a:lnTo>
                  <a:lnTo>
                    <a:pt x="3012" y="4356"/>
                  </a:lnTo>
                  <a:lnTo>
                    <a:pt x="3016" y="4354"/>
                  </a:lnTo>
                  <a:lnTo>
                    <a:pt x="3022" y="4352"/>
                  </a:lnTo>
                  <a:lnTo>
                    <a:pt x="3024" y="4350"/>
                  </a:lnTo>
                  <a:lnTo>
                    <a:pt x="3028" y="4344"/>
                  </a:lnTo>
                  <a:lnTo>
                    <a:pt x="3030" y="4338"/>
                  </a:lnTo>
                  <a:lnTo>
                    <a:pt x="3030" y="4336"/>
                  </a:lnTo>
                  <a:lnTo>
                    <a:pt x="3034" y="4336"/>
                  </a:lnTo>
                  <a:lnTo>
                    <a:pt x="3038" y="4334"/>
                  </a:lnTo>
                  <a:lnTo>
                    <a:pt x="3042" y="4330"/>
                  </a:lnTo>
                  <a:lnTo>
                    <a:pt x="3044" y="4324"/>
                  </a:lnTo>
                  <a:lnTo>
                    <a:pt x="3042" y="4316"/>
                  </a:lnTo>
                  <a:lnTo>
                    <a:pt x="3040" y="4312"/>
                  </a:lnTo>
                  <a:lnTo>
                    <a:pt x="3040" y="4306"/>
                  </a:lnTo>
                  <a:lnTo>
                    <a:pt x="3040" y="4296"/>
                  </a:lnTo>
                  <a:lnTo>
                    <a:pt x="3040" y="4288"/>
                  </a:lnTo>
                  <a:lnTo>
                    <a:pt x="3038" y="4286"/>
                  </a:lnTo>
                  <a:lnTo>
                    <a:pt x="3036" y="4284"/>
                  </a:lnTo>
                  <a:lnTo>
                    <a:pt x="3034" y="4284"/>
                  </a:lnTo>
                  <a:lnTo>
                    <a:pt x="3032" y="4286"/>
                  </a:lnTo>
                  <a:lnTo>
                    <a:pt x="3032" y="4294"/>
                  </a:lnTo>
                  <a:lnTo>
                    <a:pt x="3030" y="4302"/>
                  </a:lnTo>
                  <a:lnTo>
                    <a:pt x="3028" y="4304"/>
                  </a:lnTo>
                  <a:lnTo>
                    <a:pt x="3026" y="4306"/>
                  </a:lnTo>
                  <a:lnTo>
                    <a:pt x="3024" y="4306"/>
                  </a:lnTo>
                  <a:lnTo>
                    <a:pt x="3024" y="4308"/>
                  </a:lnTo>
                  <a:lnTo>
                    <a:pt x="3026" y="4312"/>
                  </a:lnTo>
                  <a:lnTo>
                    <a:pt x="3028" y="4318"/>
                  </a:lnTo>
                  <a:lnTo>
                    <a:pt x="3028" y="4322"/>
                  </a:lnTo>
                  <a:lnTo>
                    <a:pt x="3026" y="4326"/>
                  </a:lnTo>
                  <a:lnTo>
                    <a:pt x="3022" y="4330"/>
                  </a:lnTo>
                  <a:lnTo>
                    <a:pt x="3020" y="4328"/>
                  </a:lnTo>
                  <a:lnTo>
                    <a:pt x="3018" y="4328"/>
                  </a:lnTo>
                  <a:lnTo>
                    <a:pt x="3012" y="4336"/>
                  </a:lnTo>
                  <a:close/>
                  <a:moveTo>
                    <a:pt x="3126" y="3596"/>
                  </a:moveTo>
                  <a:lnTo>
                    <a:pt x="3126" y="3596"/>
                  </a:lnTo>
                  <a:lnTo>
                    <a:pt x="3122" y="3592"/>
                  </a:lnTo>
                  <a:lnTo>
                    <a:pt x="3118" y="3590"/>
                  </a:lnTo>
                  <a:lnTo>
                    <a:pt x="3116" y="3590"/>
                  </a:lnTo>
                  <a:lnTo>
                    <a:pt x="3114" y="3590"/>
                  </a:lnTo>
                  <a:lnTo>
                    <a:pt x="3110" y="3594"/>
                  </a:lnTo>
                  <a:lnTo>
                    <a:pt x="3104" y="3598"/>
                  </a:lnTo>
                  <a:lnTo>
                    <a:pt x="3098" y="3600"/>
                  </a:lnTo>
                  <a:lnTo>
                    <a:pt x="3092" y="3608"/>
                  </a:lnTo>
                  <a:lnTo>
                    <a:pt x="3072" y="3644"/>
                  </a:lnTo>
                  <a:lnTo>
                    <a:pt x="3062" y="3662"/>
                  </a:lnTo>
                  <a:lnTo>
                    <a:pt x="3060" y="3678"/>
                  </a:lnTo>
                  <a:lnTo>
                    <a:pt x="3060" y="3694"/>
                  </a:lnTo>
                  <a:lnTo>
                    <a:pt x="3062" y="3712"/>
                  </a:lnTo>
                  <a:lnTo>
                    <a:pt x="3066" y="3726"/>
                  </a:lnTo>
                  <a:lnTo>
                    <a:pt x="3070" y="3730"/>
                  </a:lnTo>
                  <a:lnTo>
                    <a:pt x="3074" y="3734"/>
                  </a:lnTo>
                  <a:lnTo>
                    <a:pt x="3078" y="3742"/>
                  </a:lnTo>
                  <a:lnTo>
                    <a:pt x="3082" y="3752"/>
                  </a:lnTo>
                  <a:lnTo>
                    <a:pt x="3086" y="3762"/>
                  </a:lnTo>
                  <a:lnTo>
                    <a:pt x="3088" y="3764"/>
                  </a:lnTo>
                  <a:lnTo>
                    <a:pt x="3090" y="3762"/>
                  </a:lnTo>
                  <a:lnTo>
                    <a:pt x="3090" y="3756"/>
                  </a:lnTo>
                  <a:lnTo>
                    <a:pt x="3090" y="3748"/>
                  </a:lnTo>
                  <a:lnTo>
                    <a:pt x="3092" y="3738"/>
                  </a:lnTo>
                  <a:lnTo>
                    <a:pt x="3094" y="3730"/>
                  </a:lnTo>
                  <a:lnTo>
                    <a:pt x="3096" y="3726"/>
                  </a:lnTo>
                  <a:lnTo>
                    <a:pt x="3098" y="3722"/>
                  </a:lnTo>
                  <a:lnTo>
                    <a:pt x="3102" y="3718"/>
                  </a:lnTo>
                  <a:lnTo>
                    <a:pt x="3106" y="3712"/>
                  </a:lnTo>
                  <a:lnTo>
                    <a:pt x="3110" y="3702"/>
                  </a:lnTo>
                  <a:lnTo>
                    <a:pt x="3114" y="3690"/>
                  </a:lnTo>
                  <a:lnTo>
                    <a:pt x="3120" y="3662"/>
                  </a:lnTo>
                  <a:lnTo>
                    <a:pt x="3126" y="3644"/>
                  </a:lnTo>
                  <a:lnTo>
                    <a:pt x="3130" y="3632"/>
                  </a:lnTo>
                  <a:lnTo>
                    <a:pt x="3130" y="3628"/>
                  </a:lnTo>
                  <a:lnTo>
                    <a:pt x="3128" y="3622"/>
                  </a:lnTo>
                  <a:lnTo>
                    <a:pt x="3128" y="3618"/>
                  </a:lnTo>
                  <a:lnTo>
                    <a:pt x="3128" y="3614"/>
                  </a:lnTo>
                  <a:lnTo>
                    <a:pt x="3130" y="3610"/>
                  </a:lnTo>
                  <a:lnTo>
                    <a:pt x="3132" y="3608"/>
                  </a:lnTo>
                  <a:lnTo>
                    <a:pt x="3132" y="3604"/>
                  </a:lnTo>
                  <a:lnTo>
                    <a:pt x="3130" y="3600"/>
                  </a:lnTo>
                  <a:lnTo>
                    <a:pt x="3126" y="3596"/>
                  </a:lnTo>
                  <a:close/>
                  <a:moveTo>
                    <a:pt x="4186" y="2510"/>
                  </a:moveTo>
                  <a:lnTo>
                    <a:pt x="4186" y="2510"/>
                  </a:lnTo>
                  <a:lnTo>
                    <a:pt x="4182" y="2506"/>
                  </a:lnTo>
                  <a:lnTo>
                    <a:pt x="4182" y="2510"/>
                  </a:lnTo>
                  <a:lnTo>
                    <a:pt x="4180" y="2516"/>
                  </a:lnTo>
                  <a:lnTo>
                    <a:pt x="4180" y="2518"/>
                  </a:lnTo>
                  <a:lnTo>
                    <a:pt x="4176" y="2522"/>
                  </a:lnTo>
                  <a:lnTo>
                    <a:pt x="4166" y="2526"/>
                  </a:lnTo>
                  <a:lnTo>
                    <a:pt x="4156" y="2534"/>
                  </a:lnTo>
                  <a:lnTo>
                    <a:pt x="4148" y="2544"/>
                  </a:lnTo>
                  <a:lnTo>
                    <a:pt x="4140" y="2558"/>
                  </a:lnTo>
                  <a:lnTo>
                    <a:pt x="4140" y="2560"/>
                  </a:lnTo>
                  <a:lnTo>
                    <a:pt x="4140" y="2562"/>
                  </a:lnTo>
                  <a:lnTo>
                    <a:pt x="4142" y="2564"/>
                  </a:lnTo>
                  <a:lnTo>
                    <a:pt x="4144" y="2562"/>
                  </a:lnTo>
                  <a:lnTo>
                    <a:pt x="4152" y="2556"/>
                  </a:lnTo>
                  <a:lnTo>
                    <a:pt x="4162" y="2546"/>
                  </a:lnTo>
                  <a:lnTo>
                    <a:pt x="4170" y="2536"/>
                  </a:lnTo>
                  <a:lnTo>
                    <a:pt x="4176" y="2532"/>
                  </a:lnTo>
                  <a:lnTo>
                    <a:pt x="4182" y="2528"/>
                  </a:lnTo>
                  <a:lnTo>
                    <a:pt x="4192" y="2522"/>
                  </a:lnTo>
                  <a:lnTo>
                    <a:pt x="4196" y="2518"/>
                  </a:lnTo>
                  <a:lnTo>
                    <a:pt x="4202" y="2516"/>
                  </a:lnTo>
                  <a:lnTo>
                    <a:pt x="4212" y="2512"/>
                  </a:lnTo>
                  <a:lnTo>
                    <a:pt x="4216" y="2510"/>
                  </a:lnTo>
                  <a:lnTo>
                    <a:pt x="4218" y="2508"/>
                  </a:lnTo>
                  <a:lnTo>
                    <a:pt x="4218" y="2506"/>
                  </a:lnTo>
                  <a:lnTo>
                    <a:pt x="4216" y="2502"/>
                  </a:lnTo>
                  <a:lnTo>
                    <a:pt x="4214" y="2500"/>
                  </a:lnTo>
                  <a:lnTo>
                    <a:pt x="4210" y="2500"/>
                  </a:lnTo>
                  <a:lnTo>
                    <a:pt x="4204" y="2504"/>
                  </a:lnTo>
                  <a:lnTo>
                    <a:pt x="4194" y="2510"/>
                  </a:lnTo>
                  <a:lnTo>
                    <a:pt x="4190" y="2510"/>
                  </a:lnTo>
                  <a:lnTo>
                    <a:pt x="4186" y="2510"/>
                  </a:lnTo>
                  <a:close/>
                  <a:moveTo>
                    <a:pt x="3264" y="4226"/>
                  </a:moveTo>
                  <a:lnTo>
                    <a:pt x="3264" y="4226"/>
                  </a:lnTo>
                  <a:lnTo>
                    <a:pt x="3258" y="4226"/>
                  </a:lnTo>
                  <a:lnTo>
                    <a:pt x="3250" y="4226"/>
                  </a:lnTo>
                  <a:lnTo>
                    <a:pt x="3242" y="4228"/>
                  </a:lnTo>
                  <a:lnTo>
                    <a:pt x="3234" y="4226"/>
                  </a:lnTo>
                  <a:lnTo>
                    <a:pt x="3230" y="4226"/>
                  </a:lnTo>
                  <a:lnTo>
                    <a:pt x="3228" y="4228"/>
                  </a:lnTo>
                  <a:lnTo>
                    <a:pt x="3228" y="4234"/>
                  </a:lnTo>
                  <a:lnTo>
                    <a:pt x="3234" y="4244"/>
                  </a:lnTo>
                  <a:lnTo>
                    <a:pt x="3242" y="4252"/>
                  </a:lnTo>
                  <a:lnTo>
                    <a:pt x="3246" y="4258"/>
                  </a:lnTo>
                  <a:lnTo>
                    <a:pt x="3248" y="4260"/>
                  </a:lnTo>
                  <a:lnTo>
                    <a:pt x="3250" y="4262"/>
                  </a:lnTo>
                  <a:lnTo>
                    <a:pt x="3254" y="4264"/>
                  </a:lnTo>
                  <a:lnTo>
                    <a:pt x="3258" y="4266"/>
                  </a:lnTo>
                  <a:lnTo>
                    <a:pt x="3258" y="4268"/>
                  </a:lnTo>
                  <a:lnTo>
                    <a:pt x="3256" y="4272"/>
                  </a:lnTo>
                  <a:lnTo>
                    <a:pt x="3254" y="4276"/>
                  </a:lnTo>
                  <a:lnTo>
                    <a:pt x="3252" y="4276"/>
                  </a:lnTo>
                  <a:lnTo>
                    <a:pt x="3252" y="4278"/>
                  </a:lnTo>
                  <a:lnTo>
                    <a:pt x="3256" y="4282"/>
                  </a:lnTo>
                  <a:lnTo>
                    <a:pt x="3260" y="4288"/>
                  </a:lnTo>
                  <a:lnTo>
                    <a:pt x="3264" y="4296"/>
                  </a:lnTo>
                  <a:lnTo>
                    <a:pt x="3266" y="4298"/>
                  </a:lnTo>
                  <a:lnTo>
                    <a:pt x="3268" y="4300"/>
                  </a:lnTo>
                  <a:lnTo>
                    <a:pt x="3272" y="4298"/>
                  </a:lnTo>
                  <a:lnTo>
                    <a:pt x="3276" y="4298"/>
                  </a:lnTo>
                  <a:lnTo>
                    <a:pt x="3280" y="4298"/>
                  </a:lnTo>
                  <a:lnTo>
                    <a:pt x="3282" y="4300"/>
                  </a:lnTo>
                  <a:lnTo>
                    <a:pt x="3286" y="4302"/>
                  </a:lnTo>
                  <a:lnTo>
                    <a:pt x="3288" y="4300"/>
                  </a:lnTo>
                  <a:lnTo>
                    <a:pt x="3286" y="4296"/>
                  </a:lnTo>
                  <a:lnTo>
                    <a:pt x="3282" y="4292"/>
                  </a:lnTo>
                  <a:lnTo>
                    <a:pt x="3282" y="4290"/>
                  </a:lnTo>
                  <a:lnTo>
                    <a:pt x="3282" y="4288"/>
                  </a:lnTo>
                  <a:lnTo>
                    <a:pt x="3282" y="4284"/>
                  </a:lnTo>
                  <a:lnTo>
                    <a:pt x="3278" y="4280"/>
                  </a:lnTo>
                  <a:lnTo>
                    <a:pt x="3276" y="4276"/>
                  </a:lnTo>
                  <a:lnTo>
                    <a:pt x="3276" y="4272"/>
                  </a:lnTo>
                  <a:lnTo>
                    <a:pt x="3276" y="4260"/>
                  </a:lnTo>
                  <a:lnTo>
                    <a:pt x="3276" y="4248"/>
                  </a:lnTo>
                  <a:lnTo>
                    <a:pt x="3276" y="4242"/>
                  </a:lnTo>
                  <a:lnTo>
                    <a:pt x="3274" y="4240"/>
                  </a:lnTo>
                  <a:lnTo>
                    <a:pt x="3270" y="4236"/>
                  </a:lnTo>
                  <a:lnTo>
                    <a:pt x="3270" y="4234"/>
                  </a:lnTo>
                  <a:lnTo>
                    <a:pt x="3268" y="4230"/>
                  </a:lnTo>
                  <a:lnTo>
                    <a:pt x="3264" y="4226"/>
                  </a:lnTo>
                  <a:close/>
                  <a:moveTo>
                    <a:pt x="2906" y="4970"/>
                  </a:moveTo>
                  <a:lnTo>
                    <a:pt x="2906" y="4970"/>
                  </a:lnTo>
                  <a:lnTo>
                    <a:pt x="2908" y="4964"/>
                  </a:lnTo>
                  <a:lnTo>
                    <a:pt x="2910" y="4962"/>
                  </a:lnTo>
                  <a:lnTo>
                    <a:pt x="2914" y="4960"/>
                  </a:lnTo>
                  <a:lnTo>
                    <a:pt x="2918" y="4958"/>
                  </a:lnTo>
                  <a:lnTo>
                    <a:pt x="2918" y="4956"/>
                  </a:lnTo>
                  <a:lnTo>
                    <a:pt x="2918" y="4950"/>
                  </a:lnTo>
                  <a:lnTo>
                    <a:pt x="2916" y="4942"/>
                  </a:lnTo>
                  <a:lnTo>
                    <a:pt x="2914" y="4932"/>
                  </a:lnTo>
                  <a:lnTo>
                    <a:pt x="2914" y="4924"/>
                  </a:lnTo>
                  <a:lnTo>
                    <a:pt x="2916" y="4918"/>
                  </a:lnTo>
                  <a:lnTo>
                    <a:pt x="2920" y="4912"/>
                  </a:lnTo>
                  <a:lnTo>
                    <a:pt x="2930" y="4902"/>
                  </a:lnTo>
                  <a:lnTo>
                    <a:pt x="2934" y="4898"/>
                  </a:lnTo>
                  <a:lnTo>
                    <a:pt x="2938" y="4892"/>
                  </a:lnTo>
                  <a:lnTo>
                    <a:pt x="2940" y="4888"/>
                  </a:lnTo>
                  <a:lnTo>
                    <a:pt x="2944" y="4886"/>
                  </a:lnTo>
                  <a:lnTo>
                    <a:pt x="2952" y="4882"/>
                  </a:lnTo>
                  <a:lnTo>
                    <a:pt x="2954" y="4882"/>
                  </a:lnTo>
                  <a:lnTo>
                    <a:pt x="2958" y="4878"/>
                  </a:lnTo>
                  <a:lnTo>
                    <a:pt x="2958" y="4872"/>
                  </a:lnTo>
                  <a:lnTo>
                    <a:pt x="2958" y="4862"/>
                  </a:lnTo>
                  <a:lnTo>
                    <a:pt x="2956" y="4840"/>
                  </a:lnTo>
                  <a:lnTo>
                    <a:pt x="2958" y="4822"/>
                  </a:lnTo>
                  <a:lnTo>
                    <a:pt x="2962" y="4808"/>
                  </a:lnTo>
                  <a:lnTo>
                    <a:pt x="2964" y="4804"/>
                  </a:lnTo>
                  <a:lnTo>
                    <a:pt x="2968" y="4800"/>
                  </a:lnTo>
                  <a:lnTo>
                    <a:pt x="2972" y="4796"/>
                  </a:lnTo>
                  <a:lnTo>
                    <a:pt x="2974" y="4792"/>
                  </a:lnTo>
                  <a:lnTo>
                    <a:pt x="2978" y="4792"/>
                  </a:lnTo>
                  <a:lnTo>
                    <a:pt x="2982" y="4796"/>
                  </a:lnTo>
                  <a:lnTo>
                    <a:pt x="2988" y="4800"/>
                  </a:lnTo>
                  <a:lnTo>
                    <a:pt x="2992" y="4802"/>
                  </a:lnTo>
                  <a:lnTo>
                    <a:pt x="3002" y="4802"/>
                  </a:lnTo>
                  <a:lnTo>
                    <a:pt x="3010" y="4800"/>
                  </a:lnTo>
                  <a:lnTo>
                    <a:pt x="3012" y="4798"/>
                  </a:lnTo>
                  <a:lnTo>
                    <a:pt x="3014" y="4796"/>
                  </a:lnTo>
                  <a:lnTo>
                    <a:pt x="3012" y="4792"/>
                  </a:lnTo>
                  <a:lnTo>
                    <a:pt x="3006" y="4786"/>
                  </a:lnTo>
                  <a:lnTo>
                    <a:pt x="2988" y="4770"/>
                  </a:lnTo>
                  <a:lnTo>
                    <a:pt x="2980" y="4760"/>
                  </a:lnTo>
                  <a:lnTo>
                    <a:pt x="2972" y="4752"/>
                  </a:lnTo>
                  <a:lnTo>
                    <a:pt x="2970" y="4744"/>
                  </a:lnTo>
                  <a:lnTo>
                    <a:pt x="2970" y="4742"/>
                  </a:lnTo>
                  <a:lnTo>
                    <a:pt x="2970" y="4738"/>
                  </a:lnTo>
                  <a:lnTo>
                    <a:pt x="2974" y="4734"/>
                  </a:lnTo>
                  <a:lnTo>
                    <a:pt x="2976" y="4730"/>
                  </a:lnTo>
                  <a:lnTo>
                    <a:pt x="2974" y="4726"/>
                  </a:lnTo>
                  <a:lnTo>
                    <a:pt x="2972" y="4722"/>
                  </a:lnTo>
                  <a:lnTo>
                    <a:pt x="2966" y="4714"/>
                  </a:lnTo>
                  <a:lnTo>
                    <a:pt x="2964" y="4708"/>
                  </a:lnTo>
                  <a:lnTo>
                    <a:pt x="2962" y="4702"/>
                  </a:lnTo>
                  <a:lnTo>
                    <a:pt x="2960" y="4696"/>
                  </a:lnTo>
                  <a:lnTo>
                    <a:pt x="2958" y="4692"/>
                  </a:lnTo>
                  <a:lnTo>
                    <a:pt x="2954" y="4690"/>
                  </a:lnTo>
                  <a:lnTo>
                    <a:pt x="2950" y="4686"/>
                  </a:lnTo>
                  <a:lnTo>
                    <a:pt x="2948" y="4684"/>
                  </a:lnTo>
                  <a:lnTo>
                    <a:pt x="2950" y="4678"/>
                  </a:lnTo>
                  <a:lnTo>
                    <a:pt x="2950" y="4672"/>
                  </a:lnTo>
                  <a:lnTo>
                    <a:pt x="2952" y="4668"/>
                  </a:lnTo>
                  <a:lnTo>
                    <a:pt x="2956" y="4666"/>
                  </a:lnTo>
                  <a:lnTo>
                    <a:pt x="2958" y="4666"/>
                  </a:lnTo>
                  <a:lnTo>
                    <a:pt x="2964" y="4666"/>
                  </a:lnTo>
                  <a:lnTo>
                    <a:pt x="2966" y="4666"/>
                  </a:lnTo>
                  <a:lnTo>
                    <a:pt x="2966" y="4662"/>
                  </a:lnTo>
                  <a:lnTo>
                    <a:pt x="2964" y="4658"/>
                  </a:lnTo>
                  <a:lnTo>
                    <a:pt x="2956" y="4648"/>
                  </a:lnTo>
                  <a:lnTo>
                    <a:pt x="2954" y="4644"/>
                  </a:lnTo>
                  <a:lnTo>
                    <a:pt x="2954" y="4642"/>
                  </a:lnTo>
                  <a:lnTo>
                    <a:pt x="2954" y="4640"/>
                  </a:lnTo>
                  <a:lnTo>
                    <a:pt x="2956" y="4638"/>
                  </a:lnTo>
                  <a:lnTo>
                    <a:pt x="2958" y="4638"/>
                  </a:lnTo>
                  <a:lnTo>
                    <a:pt x="2960" y="4636"/>
                  </a:lnTo>
                  <a:lnTo>
                    <a:pt x="2958" y="4630"/>
                  </a:lnTo>
                  <a:lnTo>
                    <a:pt x="2958" y="4628"/>
                  </a:lnTo>
                  <a:lnTo>
                    <a:pt x="2966" y="4632"/>
                  </a:lnTo>
                  <a:lnTo>
                    <a:pt x="2972" y="4636"/>
                  </a:lnTo>
                  <a:lnTo>
                    <a:pt x="2976" y="4636"/>
                  </a:lnTo>
                  <a:lnTo>
                    <a:pt x="2980" y="4632"/>
                  </a:lnTo>
                  <a:lnTo>
                    <a:pt x="2986" y="4632"/>
                  </a:lnTo>
                  <a:lnTo>
                    <a:pt x="2992" y="4630"/>
                  </a:lnTo>
                  <a:lnTo>
                    <a:pt x="2998" y="4628"/>
                  </a:lnTo>
                  <a:lnTo>
                    <a:pt x="2998" y="4626"/>
                  </a:lnTo>
                  <a:lnTo>
                    <a:pt x="2998" y="4624"/>
                  </a:lnTo>
                  <a:lnTo>
                    <a:pt x="2990" y="4618"/>
                  </a:lnTo>
                  <a:lnTo>
                    <a:pt x="2982" y="4610"/>
                  </a:lnTo>
                  <a:lnTo>
                    <a:pt x="2980" y="4606"/>
                  </a:lnTo>
                  <a:lnTo>
                    <a:pt x="2982" y="4602"/>
                  </a:lnTo>
                  <a:lnTo>
                    <a:pt x="2986" y="4598"/>
                  </a:lnTo>
                  <a:lnTo>
                    <a:pt x="2988" y="4598"/>
                  </a:lnTo>
                  <a:lnTo>
                    <a:pt x="2990" y="4598"/>
                  </a:lnTo>
                  <a:lnTo>
                    <a:pt x="2994" y="4600"/>
                  </a:lnTo>
                  <a:lnTo>
                    <a:pt x="3002" y="4600"/>
                  </a:lnTo>
                  <a:lnTo>
                    <a:pt x="3014" y="4596"/>
                  </a:lnTo>
                  <a:lnTo>
                    <a:pt x="3020" y="4592"/>
                  </a:lnTo>
                  <a:lnTo>
                    <a:pt x="3024" y="4586"/>
                  </a:lnTo>
                  <a:lnTo>
                    <a:pt x="3024" y="4580"/>
                  </a:lnTo>
                  <a:lnTo>
                    <a:pt x="3022" y="4578"/>
                  </a:lnTo>
                  <a:lnTo>
                    <a:pt x="3022" y="4576"/>
                  </a:lnTo>
                  <a:lnTo>
                    <a:pt x="3018" y="4576"/>
                  </a:lnTo>
                  <a:lnTo>
                    <a:pt x="3014" y="4578"/>
                  </a:lnTo>
                  <a:lnTo>
                    <a:pt x="3012" y="4578"/>
                  </a:lnTo>
                  <a:lnTo>
                    <a:pt x="3010" y="4576"/>
                  </a:lnTo>
                  <a:lnTo>
                    <a:pt x="3006" y="4572"/>
                  </a:lnTo>
                  <a:lnTo>
                    <a:pt x="3004" y="4572"/>
                  </a:lnTo>
                  <a:lnTo>
                    <a:pt x="3000" y="4570"/>
                  </a:lnTo>
                  <a:lnTo>
                    <a:pt x="2998" y="4566"/>
                  </a:lnTo>
                  <a:lnTo>
                    <a:pt x="2994" y="4562"/>
                  </a:lnTo>
                  <a:lnTo>
                    <a:pt x="2988" y="4560"/>
                  </a:lnTo>
                  <a:lnTo>
                    <a:pt x="2984" y="4560"/>
                  </a:lnTo>
                  <a:lnTo>
                    <a:pt x="2982" y="4560"/>
                  </a:lnTo>
                  <a:lnTo>
                    <a:pt x="2976" y="4564"/>
                  </a:lnTo>
                  <a:lnTo>
                    <a:pt x="2974" y="4564"/>
                  </a:lnTo>
                  <a:lnTo>
                    <a:pt x="2972" y="4562"/>
                  </a:lnTo>
                  <a:lnTo>
                    <a:pt x="2972" y="4560"/>
                  </a:lnTo>
                  <a:lnTo>
                    <a:pt x="2974" y="4558"/>
                  </a:lnTo>
                  <a:lnTo>
                    <a:pt x="2976" y="4556"/>
                  </a:lnTo>
                  <a:lnTo>
                    <a:pt x="2976" y="4550"/>
                  </a:lnTo>
                  <a:lnTo>
                    <a:pt x="2974" y="4548"/>
                  </a:lnTo>
                  <a:lnTo>
                    <a:pt x="2972" y="4548"/>
                  </a:lnTo>
                  <a:lnTo>
                    <a:pt x="2968" y="4548"/>
                  </a:lnTo>
                  <a:lnTo>
                    <a:pt x="2964" y="4550"/>
                  </a:lnTo>
                  <a:lnTo>
                    <a:pt x="2962" y="4550"/>
                  </a:lnTo>
                  <a:lnTo>
                    <a:pt x="2960" y="4548"/>
                  </a:lnTo>
                  <a:lnTo>
                    <a:pt x="2960" y="4542"/>
                  </a:lnTo>
                  <a:lnTo>
                    <a:pt x="2960" y="4536"/>
                  </a:lnTo>
                  <a:lnTo>
                    <a:pt x="2962" y="4530"/>
                  </a:lnTo>
                  <a:lnTo>
                    <a:pt x="2958" y="4522"/>
                  </a:lnTo>
                  <a:lnTo>
                    <a:pt x="2954" y="4518"/>
                  </a:lnTo>
                  <a:lnTo>
                    <a:pt x="2952" y="4520"/>
                  </a:lnTo>
                  <a:lnTo>
                    <a:pt x="2948" y="4520"/>
                  </a:lnTo>
                  <a:lnTo>
                    <a:pt x="2946" y="4518"/>
                  </a:lnTo>
                  <a:lnTo>
                    <a:pt x="2944" y="4510"/>
                  </a:lnTo>
                  <a:lnTo>
                    <a:pt x="2942" y="4504"/>
                  </a:lnTo>
                  <a:lnTo>
                    <a:pt x="2940" y="4502"/>
                  </a:lnTo>
                  <a:lnTo>
                    <a:pt x="2938" y="4502"/>
                  </a:lnTo>
                  <a:lnTo>
                    <a:pt x="2936" y="4504"/>
                  </a:lnTo>
                  <a:lnTo>
                    <a:pt x="2934" y="4508"/>
                  </a:lnTo>
                  <a:lnTo>
                    <a:pt x="2932" y="4514"/>
                  </a:lnTo>
                  <a:lnTo>
                    <a:pt x="2928" y="4520"/>
                  </a:lnTo>
                  <a:lnTo>
                    <a:pt x="2926" y="4522"/>
                  </a:lnTo>
                  <a:lnTo>
                    <a:pt x="2924" y="4520"/>
                  </a:lnTo>
                  <a:lnTo>
                    <a:pt x="2926" y="4512"/>
                  </a:lnTo>
                  <a:lnTo>
                    <a:pt x="2928" y="4504"/>
                  </a:lnTo>
                  <a:lnTo>
                    <a:pt x="2926" y="4500"/>
                  </a:lnTo>
                  <a:lnTo>
                    <a:pt x="2924" y="4500"/>
                  </a:lnTo>
                  <a:lnTo>
                    <a:pt x="2920" y="4502"/>
                  </a:lnTo>
                  <a:lnTo>
                    <a:pt x="2918" y="4506"/>
                  </a:lnTo>
                  <a:lnTo>
                    <a:pt x="2916" y="4514"/>
                  </a:lnTo>
                  <a:lnTo>
                    <a:pt x="2910" y="4528"/>
                  </a:lnTo>
                  <a:lnTo>
                    <a:pt x="2904" y="4538"/>
                  </a:lnTo>
                  <a:lnTo>
                    <a:pt x="2900" y="4542"/>
                  </a:lnTo>
                  <a:lnTo>
                    <a:pt x="2896" y="4544"/>
                  </a:lnTo>
                  <a:lnTo>
                    <a:pt x="2896" y="4548"/>
                  </a:lnTo>
                  <a:lnTo>
                    <a:pt x="2894" y="4556"/>
                  </a:lnTo>
                  <a:lnTo>
                    <a:pt x="2892" y="4558"/>
                  </a:lnTo>
                  <a:lnTo>
                    <a:pt x="2890" y="4560"/>
                  </a:lnTo>
                  <a:lnTo>
                    <a:pt x="2890" y="4562"/>
                  </a:lnTo>
                  <a:lnTo>
                    <a:pt x="2888" y="4570"/>
                  </a:lnTo>
                  <a:lnTo>
                    <a:pt x="2884" y="4572"/>
                  </a:lnTo>
                  <a:lnTo>
                    <a:pt x="2882" y="4574"/>
                  </a:lnTo>
                  <a:lnTo>
                    <a:pt x="2880" y="4572"/>
                  </a:lnTo>
                  <a:lnTo>
                    <a:pt x="2876" y="4570"/>
                  </a:lnTo>
                  <a:lnTo>
                    <a:pt x="2874" y="4572"/>
                  </a:lnTo>
                  <a:lnTo>
                    <a:pt x="2868" y="4580"/>
                  </a:lnTo>
                  <a:lnTo>
                    <a:pt x="2868" y="4582"/>
                  </a:lnTo>
                  <a:lnTo>
                    <a:pt x="2868" y="4584"/>
                  </a:lnTo>
                  <a:lnTo>
                    <a:pt x="2872" y="4586"/>
                  </a:lnTo>
                  <a:lnTo>
                    <a:pt x="2876" y="4592"/>
                  </a:lnTo>
                  <a:lnTo>
                    <a:pt x="2874" y="4594"/>
                  </a:lnTo>
                  <a:lnTo>
                    <a:pt x="2872" y="4598"/>
                  </a:lnTo>
                  <a:lnTo>
                    <a:pt x="2868" y="4602"/>
                  </a:lnTo>
                  <a:lnTo>
                    <a:pt x="2864" y="4600"/>
                  </a:lnTo>
                  <a:lnTo>
                    <a:pt x="2862" y="4600"/>
                  </a:lnTo>
                  <a:lnTo>
                    <a:pt x="2858" y="4604"/>
                  </a:lnTo>
                  <a:lnTo>
                    <a:pt x="2854" y="4608"/>
                  </a:lnTo>
                  <a:lnTo>
                    <a:pt x="2854" y="4604"/>
                  </a:lnTo>
                  <a:lnTo>
                    <a:pt x="2856" y="4598"/>
                  </a:lnTo>
                  <a:lnTo>
                    <a:pt x="2856" y="4596"/>
                  </a:lnTo>
                  <a:lnTo>
                    <a:pt x="2854" y="4596"/>
                  </a:lnTo>
                  <a:lnTo>
                    <a:pt x="2850" y="4598"/>
                  </a:lnTo>
                  <a:lnTo>
                    <a:pt x="2844" y="4602"/>
                  </a:lnTo>
                  <a:lnTo>
                    <a:pt x="2836" y="4610"/>
                  </a:lnTo>
                  <a:lnTo>
                    <a:pt x="2828" y="4616"/>
                  </a:lnTo>
                  <a:lnTo>
                    <a:pt x="2822" y="4618"/>
                  </a:lnTo>
                  <a:lnTo>
                    <a:pt x="2816" y="4618"/>
                  </a:lnTo>
                  <a:lnTo>
                    <a:pt x="2814" y="4618"/>
                  </a:lnTo>
                  <a:lnTo>
                    <a:pt x="2812" y="4618"/>
                  </a:lnTo>
                  <a:lnTo>
                    <a:pt x="2812" y="4630"/>
                  </a:lnTo>
                  <a:lnTo>
                    <a:pt x="2810" y="4634"/>
                  </a:lnTo>
                  <a:lnTo>
                    <a:pt x="2806" y="4640"/>
                  </a:lnTo>
                  <a:lnTo>
                    <a:pt x="2798" y="4652"/>
                  </a:lnTo>
                  <a:lnTo>
                    <a:pt x="2786" y="4666"/>
                  </a:lnTo>
                  <a:lnTo>
                    <a:pt x="2780" y="4674"/>
                  </a:lnTo>
                  <a:lnTo>
                    <a:pt x="2778" y="4684"/>
                  </a:lnTo>
                  <a:lnTo>
                    <a:pt x="2774" y="4688"/>
                  </a:lnTo>
                  <a:lnTo>
                    <a:pt x="2766" y="4692"/>
                  </a:lnTo>
                  <a:lnTo>
                    <a:pt x="2746" y="4696"/>
                  </a:lnTo>
                  <a:lnTo>
                    <a:pt x="2724" y="4700"/>
                  </a:lnTo>
                  <a:lnTo>
                    <a:pt x="2716" y="4704"/>
                  </a:lnTo>
                  <a:lnTo>
                    <a:pt x="2712" y="4706"/>
                  </a:lnTo>
                  <a:lnTo>
                    <a:pt x="2710" y="4710"/>
                  </a:lnTo>
                  <a:lnTo>
                    <a:pt x="2708" y="4716"/>
                  </a:lnTo>
                  <a:lnTo>
                    <a:pt x="2710" y="4724"/>
                  </a:lnTo>
                  <a:lnTo>
                    <a:pt x="2708" y="4728"/>
                  </a:lnTo>
                  <a:lnTo>
                    <a:pt x="2704" y="4726"/>
                  </a:lnTo>
                  <a:lnTo>
                    <a:pt x="2702" y="4724"/>
                  </a:lnTo>
                  <a:lnTo>
                    <a:pt x="2700" y="4724"/>
                  </a:lnTo>
                  <a:lnTo>
                    <a:pt x="2698" y="4728"/>
                  </a:lnTo>
                  <a:lnTo>
                    <a:pt x="2698" y="4734"/>
                  </a:lnTo>
                  <a:lnTo>
                    <a:pt x="2700" y="4738"/>
                  </a:lnTo>
                  <a:lnTo>
                    <a:pt x="2702" y="4738"/>
                  </a:lnTo>
                  <a:lnTo>
                    <a:pt x="2702" y="4740"/>
                  </a:lnTo>
                  <a:lnTo>
                    <a:pt x="2700" y="4742"/>
                  </a:lnTo>
                  <a:lnTo>
                    <a:pt x="2698" y="4750"/>
                  </a:lnTo>
                  <a:lnTo>
                    <a:pt x="2696" y="4756"/>
                  </a:lnTo>
                  <a:lnTo>
                    <a:pt x="2692" y="4760"/>
                  </a:lnTo>
                  <a:lnTo>
                    <a:pt x="2692" y="4764"/>
                  </a:lnTo>
                  <a:lnTo>
                    <a:pt x="2696" y="4768"/>
                  </a:lnTo>
                  <a:lnTo>
                    <a:pt x="2698" y="4772"/>
                  </a:lnTo>
                  <a:lnTo>
                    <a:pt x="2698" y="4774"/>
                  </a:lnTo>
                  <a:lnTo>
                    <a:pt x="2690" y="4768"/>
                  </a:lnTo>
                  <a:lnTo>
                    <a:pt x="2684" y="4766"/>
                  </a:lnTo>
                  <a:lnTo>
                    <a:pt x="2678" y="4766"/>
                  </a:lnTo>
                  <a:lnTo>
                    <a:pt x="2672" y="4764"/>
                  </a:lnTo>
                  <a:lnTo>
                    <a:pt x="2672" y="4762"/>
                  </a:lnTo>
                  <a:lnTo>
                    <a:pt x="2672" y="4760"/>
                  </a:lnTo>
                  <a:lnTo>
                    <a:pt x="2674" y="4756"/>
                  </a:lnTo>
                  <a:lnTo>
                    <a:pt x="2672" y="4756"/>
                  </a:lnTo>
                  <a:lnTo>
                    <a:pt x="2670" y="4756"/>
                  </a:lnTo>
                  <a:lnTo>
                    <a:pt x="2666" y="4754"/>
                  </a:lnTo>
                  <a:lnTo>
                    <a:pt x="2664" y="4752"/>
                  </a:lnTo>
                  <a:lnTo>
                    <a:pt x="2664" y="4754"/>
                  </a:lnTo>
                  <a:lnTo>
                    <a:pt x="2662" y="4756"/>
                  </a:lnTo>
                  <a:lnTo>
                    <a:pt x="2656" y="4758"/>
                  </a:lnTo>
                  <a:lnTo>
                    <a:pt x="2650" y="4758"/>
                  </a:lnTo>
                  <a:lnTo>
                    <a:pt x="2644" y="4756"/>
                  </a:lnTo>
                  <a:lnTo>
                    <a:pt x="2640" y="4750"/>
                  </a:lnTo>
                  <a:lnTo>
                    <a:pt x="2638" y="4742"/>
                  </a:lnTo>
                  <a:lnTo>
                    <a:pt x="2632" y="4744"/>
                  </a:lnTo>
                  <a:lnTo>
                    <a:pt x="2628" y="4746"/>
                  </a:lnTo>
                  <a:lnTo>
                    <a:pt x="2622" y="4750"/>
                  </a:lnTo>
                  <a:lnTo>
                    <a:pt x="2620" y="4758"/>
                  </a:lnTo>
                  <a:lnTo>
                    <a:pt x="2618" y="4764"/>
                  </a:lnTo>
                  <a:lnTo>
                    <a:pt x="2614" y="4772"/>
                  </a:lnTo>
                  <a:lnTo>
                    <a:pt x="2610" y="4780"/>
                  </a:lnTo>
                  <a:lnTo>
                    <a:pt x="2606" y="4802"/>
                  </a:lnTo>
                  <a:lnTo>
                    <a:pt x="2606" y="4812"/>
                  </a:lnTo>
                  <a:lnTo>
                    <a:pt x="2608" y="4820"/>
                  </a:lnTo>
                  <a:lnTo>
                    <a:pt x="2610" y="4826"/>
                  </a:lnTo>
                  <a:lnTo>
                    <a:pt x="2616" y="4830"/>
                  </a:lnTo>
                  <a:lnTo>
                    <a:pt x="2620" y="4834"/>
                  </a:lnTo>
                  <a:lnTo>
                    <a:pt x="2620" y="4836"/>
                  </a:lnTo>
                  <a:lnTo>
                    <a:pt x="2616" y="4844"/>
                  </a:lnTo>
                  <a:lnTo>
                    <a:pt x="2614" y="4848"/>
                  </a:lnTo>
                  <a:lnTo>
                    <a:pt x="2614" y="4854"/>
                  </a:lnTo>
                  <a:lnTo>
                    <a:pt x="2614" y="4858"/>
                  </a:lnTo>
                  <a:lnTo>
                    <a:pt x="2618" y="4864"/>
                  </a:lnTo>
                  <a:lnTo>
                    <a:pt x="2622" y="4870"/>
                  </a:lnTo>
                  <a:lnTo>
                    <a:pt x="2624" y="4874"/>
                  </a:lnTo>
                  <a:lnTo>
                    <a:pt x="2624" y="4876"/>
                  </a:lnTo>
                  <a:lnTo>
                    <a:pt x="2622" y="4878"/>
                  </a:lnTo>
                  <a:lnTo>
                    <a:pt x="2620" y="4880"/>
                  </a:lnTo>
                  <a:lnTo>
                    <a:pt x="2626" y="4882"/>
                  </a:lnTo>
                  <a:lnTo>
                    <a:pt x="2630" y="4886"/>
                  </a:lnTo>
                  <a:lnTo>
                    <a:pt x="2632" y="4888"/>
                  </a:lnTo>
                  <a:lnTo>
                    <a:pt x="2632" y="4890"/>
                  </a:lnTo>
                  <a:lnTo>
                    <a:pt x="2630" y="4892"/>
                  </a:lnTo>
                  <a:lnTo>
                    <a:pt x="2628" y="4898"/>
                  </a:lnTo>
                  <a:lnTo>
                    <a:pt x="2626" y="4900"/>
                  </a:lnTo>
                  <a:lnTo>
                    <a:pt x="2628" y="4902"/>
                  </a:lnTo>
                  <a:lnTo>
                    <a:pt x="2632" y="4904"/>
                  </a:lnTo>
                  <a:lnTo>
                    <a:pt x="2634" y="4904"/>
                  </a:lnTo>
                  <a:lnTo>
                    <a:pt x="2640" y="4900"/>
                  </a:lnTo>
                  <a:lnTo>
                    <a:pt x="2646" y="4898"/>
                  </a:lnTo>
                  <a:lnTo>
                    <a:pt x="2650" y="4898"/>
                  </a:lnTo>
                  <a:lnTo>
                    <a:pt x="2652" y="4902"/>
                  </a:lnTo>
                  <a:lnTo>
                    <a:pt x="2652" y="4908"/>
                  </a:lnTo>
                  <a:lnTo>
                    <a:pt x="2652" y="4910"/>
                  </a:lnTo>
                  <a:lnTo>
                    <a:pt x="2650" y="4918"/>
                  </a:lnTo>
                  <a:lnTo>
                    <a:pt x="2648" y="4926"/>
                  </a:lnTo>
                  <a:lnTo>
                    <a:pt x="2648" y="4934"/>
                  </a:lnTo>
                  <a:lnTo>
                    <a:pt x="2652" y="4942"/>
                  </a:lnTo>
                  <a:lnTo>
                    <a:pt x="2658" y="4960"/>
                  </a:lnTo>
                  <a:lnTo>
                    <a:pt x="2660" y="4972"/>
                  </a:lnTo>
                  <a:lnTo>
                    <a:pt x="2660" y="4980"/>
                  </a:lnTo>
                  <a:lnTo>
                    <a:pt x="2660" y="4984"/>
                  </a:lnTo>
                  <a:lnTo>
                    <a:pt x="2660" y="4986"/>
                  </a:lnTo>
                  <a:lnTo>
                    <a:pt x="2666" y="4986"/>
                  </a:lnTo>
                  <a:lnTo>
                    <a:pt x="2678" y="4988"/>
                  </a:lnTo>
                  <a:lnTo>
                    <a:pt x="2684" y="4992"/>
                  </a:lnTo>
                  <a:lnTo>
                    <a:pt x="2692" y="4992"/>
                  </a:lnTo>
                  <a:lnTo>
                    <a:pt x="2698" y="4986"/>
                  </a:lnTo>
                  <a:lnTo>
                    <a:pt x="2702" y="4982"/>
                  </a:lnTo>
                  <a:lnTo>
                    <a:pt x="2706" y="4982"/>
                  </a:lnTo>
                  <a:lnTo>
                    <a:pt x="2712" y="4982"/>
                  </a:lnTo>
                  <a:lnTo>
                    <a:pt x="2716" y="4984"/>
                  </a:lnTo>
                  <a:lnTo>
                    <a:pt x="2720" y="4986"/>
                  </a:lnTo>
                  <a:lnTo>
                    <a:pt x="2722" y="4992"/>
                  </a:lnTo>
                  <a:lnTo>
                    <a:pt x="2724" y="4996"/>
                  </a:lnTo>
                  <a:lnTo>
                    <a:pt x="2724" y="5002"/>
                  </a:lnTo>
                  <a:lnTo>
                    <a:pt x="2724" y="5010"/>
                  </a:lnTo>
                  <a:lnTo>
                    <a:pt x="2726" y="5012"/>
                  </a:lnTo>
                  <a:lnTo>
                    <a:pt x="2728" y="5012"/>
                  </a:lnTo>
                  <a:lnTo>
                    <a:pt x="2734" y="5010"/>
                  </a:lnTo>
                  <a:lnTo>
                    <a:pt x="2740" y="5004"/>
                  </a:lnTo>
                  <a:lnTo>
                    <a:pt x="2742" y="5002"/>
                  </a:lnTo>
                  <a:lnTo>
                    <a:pt x="2746" y="5002"/>
                  </a:lnTo>
                  <a:lnTo>
                    <a:pt x="2754" y="5004"/>
                  </a:lnTo>
                  <a:lnTo>
                    <a:pt x="2756" y="5004"/>
                  </a:lnTo>
                  <a:lnTo>
                    <a:pt x="2760" y="5004"/>
                  </a:lnTo>
                  <a:lnTo>
                    <a:pt x="2764" y="5002"/>
                  </a:lnTo>
                  <a:lnTo>
                    <a:pt x="2768" y="4998"/>
                  </a:lnTo>
                  <a:lnTo>
                    <a:pt x="2770" y="4992"/>
                  </a:lnTo>
                  <a:lnTo>
                    <a:pt x="2774" y="4990"/>
                  </a:lnTo>
                  <a:lnTo>
                    <a:pt x="2776" y="4990"/>
                  </a:lnTo>
                  <a:lnTo>
                    <a:pt x="2778" y="4992"/>
                  </a:lnTo>
                  <a:lnTo>
                    <a:pt x="2784" y="4996"/>
                  </a:lnTo>
                  <a:lnTo>
                    <a:pt x="2788" y="4998"/>
                  </a:lnTo>
                  <a:lnTo>
                    <a:pt x="2792" y="4998"/>
                  </a:lnTo>
                  <a:lnTo>
                    <a:pt x="2794" y="4998"/>
                  </a:lnTo>
                  <a:lnTo>
                    <a:pt x="2796" y="5000"/>
                  </a:lnTo>
                  <a:lnTo>
                    <a:pt x="2796" y="5004"/>
                  </a:lnTo>
                  <a:lnTo>
                    <a:pt x="2796" y="5006"/>
                  </a:lnTo>
                  <a:lnTo>
                    <a:pt x="2798" y="5008"/>
                  </a:lnTo>
                  <a:lnTo>
                    <a:pt x="2800" y="5008"/>
                  </a:lnTo>
                  <a:lnTo>
                    <a:pt x="2806" y="5006"/>
                  </a:lnTo>
                  <a:lnTo>
                    <a:pt x="2814" y="5004"/>
                  </a:lnTo>
                  <a:lnTo>
                    <a:pt x="2820" y="5004"/>
                  </a:lnTo>
                  <a:lnTo>
                    <a:pt x="2826" y="5008"/>
                  </a:lnTo>
                  <a:lnTo>
                    <a:pt x="2830" y="5012"/>
                  </a:lnTo>
                  <a:lnTo>
                    <a:pt x="2834" y="5016"/>
                  </a:lnTo>
                  <a:lnTo>
                    <a:pt x="2836" y="5022"/>
                  </a:lnTo>
                  <a:lnTo>
                    <a:pt x="2836" y="5030"/>
                  </a:lnTo>
                  <a:lnTo>
                    <a:pt x="2836" y="5036"/>
                  </a:lnTo>
                  <a:lnTo>
                    <a:pt x="2836" y="5040"/>
                  </a:lnTo>
                  <a:lnTo>
                    <a:pt x="2840" y="5042"/>
                  </a:lnTo>
                  <a:lnTo>
                    <a:pt x="2846" y="5040"/>
                  </a:lnTo>
                  <a:lnTo>
                    <a:pt x="2852" y="5036"/>
                  </a:lnTo>
                  <a:lnTo>
                    <a:pt x="2868" y="5026"/>
                  </a:lnTo>
                  <a:lnTo>
                    <a:pt x="2876" y="5024"/>
                  </a:lnTo>
                  <a:lnTo>
                    <a:pt x="2882" y="5022"/>
                  </a:lnTo>
                  <a:lnTo>
                    <a:pt x="2886" y="5020"/>
                  </a:lnTo>
                  <a:lnTo>
                    <a:pt x="2890" y="5018"/>
                  </a:lnTo>
                  <a:lnTo>
                    <a:pt x="2894" y="5008"/>
                  </a:lnTo>
                  <a:lnTo>
                    <a:pt x="2896" y="4996"/>
                  </a:lnTo>
                  <a:lnTo>
                    <a:pt x="2898" y="4986"/>
                  </a:lnTo>
                  <a:lnTo>
                    <a:pt x="2898" y="4982"/>
                  </a:lnTo>
                  <a:lnTo>
                    <a:pt x="2902" y="4980"/>
                  </a:lnTo>
                  <a:lnTo>
                    <a:pt x="2904" y="4978"/>
                  </a:lnTo>
                  <a:lnTo>
                    <a:pt x="2906" y="4970"/>
                  </a:lnTo>
                  <a:close/>
                  <a:moveTo>
                    <a:pt x="2606" y="3938"/>
                  </a:moveTo>
                  <a:lnTo>
                    <a:pt x="2606" y="3938"/>
                  </a:lnTo>
                  <a:lnTo>
                    <a:pt x="2616" y="3942"/>
                  </a:lnTo>
                  <a:lnTo>
                    <a:pt x="2622" y="3944"/>
                  </a:lnTo>
                  <a:lnTo>
                    <a:pt x="2624" y="3944"/>
                  </a:lnTo>
                  <a:lnTo>
                    <a:pt x="2626" y="3944"/>
                  </a:lnTo>
                  <a:lnTo>
                    <a:pt x="2630" y="3948"/>
                  </a:lnTo>
                  <a:lnTo>
                    <a:pt x="2634" y="3950"/>
                  </a:lnTo>
                  <a:lnTo>
                    <a:pt x="2638" y="3948"/>
                  </a:lnTo>
                  <a:lnTo>
                    <a:pt x="2640" y="3942"/>
                  </a:lnTo>
                  <a:lnTo>
                    <a:pt x="2640" y="3940"/>
                  </a:lnTo>
                  <a:lnTo>
                    <a:pt x="2642" y="3940"/>
                  </a:lnTo>
                  <a:lnTo>
                    <a:pt x="2646" y="3940"/>
                  </a:lnTo>
                  <a:lnTo>
                    <a:pt x="2652" y="3938"/>
                  </a:lnTo>
                  <a:lnTo>
                    <a:pt x="2654" y="3938"/>
                  </a:lnTo>
                  <a:lnTo>
                    <a:pt x="2654" y="3934"/>
                  </a:lnTo>
                  <a:lnTo>
                    <a:pt x="2656" y="3930"/>
                  </a:lnTo>
                  <a:lnTo>
                    <a:pt x="2658" y="3928"/>
                  </a:lnTo>
                  <a:lnTo>
                    <a:pt x="2664" y="3926"/>
                  </a:lnTo>
                  <a:lnTo>
                    <a:pt x="2666" y="3924"/>
                  </a:lnTo>
                  <a:lnTo>
                    <a:pt x="2670" y="3922"/>
                  </a:lnTo>
                  <a:lnTo>
                    <a:pt x="2670" y="3918"/>
                  </a:lnTo>
                  <a:lnTo>
                    <a:pt x="2672" y="3912"/>
                  </a:lnTo>
                  <a:lnTo>
                    <a:pt x="2674" y="3902"/>
                  </a:lnTo>
                  <a:lnTo>
                    <a:pt x="2678" y="3892"/>
                  </a:lnTo>
                  <a:lnTo>
                    <a:pt x="2684" y="3884"/>
                  </a:lnTo>
                  <a:lnTo>
                    <a:pt x="2690" y="3878"/>
                  </a:lnTo>
                  <a:lnTo>
                    <a:pt x="2692" y="3874"/>
                  </a:lnTo>
                  <a:lnTo>
                    <a:pt x="2692" y="3868"/>
                  </a:lnTo>
                  <a:lnTo>
                    <a:pt x="2690" y="3862"/>
                  </a:lnTo>
                  <a:lnTo>
                    <a:pt x="2686" y="3858"/>
                  </a:lnTo>
                  <a:lnTo>
                    <a:pt x="2682" y="3856"/>
                  </a:lnTo>
                  <a:lnTo>
                    <a:pt x="2680" y="3854"/>
                  </a:lnTo>
                  <a:lnTo>
                    <a:pt x="2676" y="3852"/>
                  </a:lnTo>
                  <a:lnTo>
                    <a:pt x="2674" y="3854"/>
                  </a:lnTo>
                  <a:lnTo>
                    <a:pt x="2670" y="3856"/>
                  </a:lnTo>
                  <a:lnTo>
                    <a:pt x="2666" y="3856"/>
                  </a:lnTo>
                  <a:lnTo>
                    <a:pt x="2660" y="3856"/>
                  </a:lnTo>
                  <a:lnTo>
                    <a:pt x="2654" y="3858"/>
                  </a:lnTo>
                  <a:lnTo>
                    <a:pt x="2652" y="3860"/>
                  </a:lnTo>
                  <a:lnTo>
                    <a:pt x="2648" y="3860"/>
                  </a:lnTo>
                  <a:lnTo>
                    <a:pt x="2642" y="3858"/>
                  </a:lnTo>
                  <a:lnTo>
                    <a:pt x="2636" y="3858"/>
                  </a:lnTo>
                  <a:lnTo>
                    <a:pt x="2634" y="3858"/>
                  </a:lnTo>
                  <a:lnTo>
                    <a:pt x="2632" y="3862"/>
                  </a:lnTo>
                  <a:lnTo>
                    <a:pt x="2630" y="3864"/>
                  </a:lnTo>
                  <a:lnTo>
                    <a:pt x="2626" y="3864"/>
                  </a:lnTo>
                  <a:lnTo>
                    <a:pt x="2622" y="3862"/>
                  </a:lnTo>
                  <a:lnTo>
                    <a:pt x="2620" y="3864"/>
                  </a:lnTo>
                  <a:lnTo>
                    <a:pt x="2618" y="3866"/>
                  </a:lnTo>
                  <a:lnTo>
                    <a:pt x="2616" y="3870"/>
                  </a:lnTo>
                  <a:lnTo>
                    <a:pt x="2616" y="3872"/>
                  </a:lnTo>
                  <a:lnTo>
                    <a:pt x="2614" y="3874"/>
                  </a:lnTo>
                  <a:lnTo>
                    <a:pt x="2608" y="3882"/>
                  </a:lnTo>
                  <a:lnTo>
                    <a:pt x="2604" y="3886"/>
                  </a:lnTo>
                  <a:lnTo>
                    <a:pt x="2598" y="3890"/>
                  </a:lnTo>
                  <a:lnTo>
                    <a:pt x="2596" y="3896"/>
                  </a:lnTo>
                  <a:lnTo>
                    <a:pt x="2596" y="3908"/>
                  </a:lnTo>
                  <a:lnTo>
                    <a:pt x="2596" y="3920"/>
                  </a:lnTo>
                  <a:lnTo>
                    <a:pt x="2596" y="3926"/>
                  </a:lnTo>
                  <a:lnTo>
                    <a:pt x="2600" y="3932"/>
                  </a:lnTo>
                  <a:lnTo>
                    <a:pt x="2606" y="3938"/>
                  </a:lnTo>
                  <a:close/>
                  <a:moveTo>
                    <a:pt x="3234" y="3626"/>
                  </a:moveTo>
                  <a:lnTo>
                    <a:pt x="3234" y="3626"/>
                  </a:lnTo>
                  <a:lnTo>
                    <a:pt x="3234" y="3624"/>
                  </a:lnTo>
                  <a:lnTo>
                    <a:pt x="3232" y="3624"/>
                  </a:lnTo>
                  <a:lnTo>
                    <a:pt x="3226" y="3626"/>
                  </a:lnTo>
                  <a:lnTo>
                    <a:pt x="3222" y="3632"/>
                  </a:lnTo>
                  <a:lnTo>
                    <a:pt x="3222" y="3634"/>
                  </a:lnTo>
                  <a:lnTo>
                    <a:pt x="3224" y="3636"/>
                  </a:lnTo>
                  <a:lnTo>
                    <a:pt x="3226" y="3636"/>
                  </a:lnTo>
                  <a:lnTo>
                    <a:pt x="3230" y="3634"/>
                  </a:lnTo>
                  <a:lnTo>
                    <a:pt x="3234" y="3626"/>
                  </a:lnTo>
                  <a:close/>
                  <a:moveTo>
                    <a:pt x="3140" y="4236"/>
                  </a:moveTo>
                  <a:lnTo>
                    <a:pt x="3140" y="4236"/>
                  </a:lnTo>
                  <a:lnTo>
                    <a:pt x="3142" y="4224"/>
                  </a:lnTo>
                  <a:lnTo>
                    <a:pt x="3142" y="4222"/>
                  </a:lnTo>
                  <a:lnTo>
                    <a:pt x="3138" y="4224"/>
                  </a:lnTo>
                  <a:lnTo>
                    <a:pt x="3136" y="4226"/>
                  </a:lnTo>
                  <a:lnTo>
                    <a:pt x="3136" y="4230"/>
                  </a:lnTo>
                  <a:lnTo>
                    <a:pt x="3134" y="4236"/>
                  </a:lnTo>
                  <a:lnTo>
                    <a:pt x="3134" y="4240"/>
                  </a:lnTo>
                  <a:lnTo>
                    <a:pt x="3136" y="4242"/>
                  </a:lnTo>
                  <a:lnTo>
                    <a:pt x="3138" y="4242"/>
                  </a:lnTo>
                  <a:lnTo>
                    <a:pt x="3140" y="4236"/>
                  </a:lnTo>
                  <a:close/>
                  <a:moveTo>
                    <a:pt x="3216" y="3638"/>
                  </a:moveTo>
                  <a:lnTo>
                    <a:pt x="3216" y="3638"/>
                  </a:lnTo>
                  <a:lnTo>
                    <a:pt x="3216" y="3634"/>
                  </a:lnTo>
                  <a:lnTo>
                    <a:pt x="3212" y="3632"/>
                  </a:lnTo>
                  <a:lnTo>
                    <a:pt x="3208" y="3632"/>
                  </a:lnTo>
                  <a:lnTo>
                    <a:pt x="3206" y="3636"/>
                  </a:lnTo>
                  <a:lnTo>
                    <a:pt x="3208" y="3638"/>
                  </a:lnTo>
                  <a:lnTo>
                    <a:pt x="3210" y="3640"/>
                  </a:lnTo>
                  <a:lnTo>
                    <a:pt x="3214" y="3640"/>
                  </a:lnTo>
                  <a:lnTo>
                    <a:pt x="3216" y="3638"/>
                  </a:lnTo>
                  <a:close/>
                  <a:moveTo>
                    <a:pt x="3130" y="4102"/>
                  </a:moveTo>
                  <a:lnTo>
                    <a:pt x="3130" y="4102"/>
                  </a:lnTo>
                  <a:lnTo>
                    <a:pt x="3128" y="4106"/>
                  </a:lnTo>
                  <a:lnTo>
                    <a:pt x="3128" y="4108"/>
                  </a:lnTo>
                  <a:lnTo>
                    <a:pt x="3132" y="4120"/>
                  </a:lnTo>
                  <a:lnTo>
                    <a:pt x="3134" y="4124"/>
                  </a:lnTo>
                  <a:lnTo>
                    <a:pt x="3136" y="4124"/>
                  </a:lnTo>
                  <a:lnTo>
                    <a:pt x="3136" y="4120"/>
                  </a:lnTo>
                  <a:lnTo>
                    <a:pt x="3136" y="4116"/>
                  </a:lnTo>
                  <a:lnTo>
                    <a:pt x="3134" y="4104"/>
                  </a:lnTo>
                  <a:lnTo>
                    <a:pt x="3132" y="4102"/>
                  </a:lnTo>
                  <a:lnTo>
                    <a:pt x="3130" y="4102"/>
                  </a:lnTo>
                  <a:close/>
                  <a:moveTo>
                    <a:pt x="3462" y="5402"/>
                  </a:moveTo>
                  <a:lnTo>
                    <a:pt x="3462" y="5402"/>
                  </a:lnTo>
                  <a:lnTo>
                    <a:pt x="3462" y="5410"/>
                  </a:lnTo>
                  <a:lnTo>
                    <a:pt x="3462" y="5414"/>
                  </a:lnTo>
                  <a:lnTo>
                    <a:pt x="3466" y="5416"/>
                  </a:lnTo>
                  <a:lnTo>
                    <a:pt x="3472" y="5418"/>
                  </a:lnTo>
                  <a:lnTo>
                    <a:pt x="3476" y="5418"/>
                  </a:lnTo>
                  <a:lnTo>
                    <a:pt x="3478" y="5416"/>
                  </a:lnTo>
                  <a:lnTo>
                    <a:pt x="3478" y="5412"/>
                  </a:lnTo>
                  <a:lnTo>
                    <a:pt x="3474" y="5404"/>
                  </a:lnTo>
                  <a:lnTo>
                    <a:pt x="3468" y="5398"/>
                  </a:lnTo>
                  <a:lnTo>
                    <a:pt x="3464" y="5394"/>
                  </a:lnTo>
                  <a:lnTo>
                    <a:pt x="3462" y="5396"/>
                  </a:lnTo>
                  <a:lnTo>
                    <a:pt x="3462" y="5402"/>
                  </a:lnTo>
                  <a:close/>
                  <a:moveTo>
                    <a:pt x="4244" y="2492"/>
                  </a:moveTo>
                  <a:lnTo>
                    <a:pt x="4244" y="2492"/>
                  </a:lnTo>
                  <a:lnTo>
                    <a:pt x="4244" y="2496"/>
                  </a:lnTo>
                  <a:lnTo>
                    <a:pt x="4248" y="2496"/>
                  </a:lnTo>
                  <a:lnTo>
                    <a:pt x="4256" y="2492"/>
                  </a:lnTo>
                  <a:lnTo>
                    <a:pt x="4264" y="2486"/>
                  </a:lnTo>
                  <a:lnTo>
                    <a:pt x="4280" y="2470"/>
                  </a:lnTo>
                  <a:lnTo>
                    <a:pt x="4284" y="2464"/>
                  </a:lnTo>
                  <a:lnTo>
                    <a:pt x="4284" y="2460"/>
                  </a:lnTo>
                  <a:lnTo>
                    <a:pt x="4282" y="2460"/>
                  </a:lnTo>
                  <a:lnTo>
                    <a:pt x="4276" y="2460"/>
                  </a:lnTo>
                  <a:lnTo>
                    <a:pt x="4266" y="2466"/>
                  </a:lnTo>
                  <a:lnTo>
                    <a:pt x="4254" y="2476"/>
                  </a:lnTo>
                  <a:lnTo>
                    <a:pt x="4248" y="2484"/>
                  </a:lnTo>
                  <a:lnTo>
                    <a:pt x="4244" y="2492"/>
                  </a:lnTo>
                  <a:close/>
                  <a:moveTo>
                    <a:pt x="4364" y="2396"/>
                  </a:moveTo>
                  <a:lnTo>
                    <a:pt x="4364" y="2396"/>
                  </a:lnTo>
                  <a:lnTo>
                    <a:pt x="4368" y="2398"/>
                  </a:lnTo>
                  <a:lnTo>
                    <a:pt x="4370" y="2396"/>
                  </a:lnTo>
                  <a:lnTo>
                    <a:pt x="4370" y="2394"/>
                  </a:lnTo>
                  <a:lnTo>
                    <a:pt x="4368" y="2392"/>
                  </a:lnTo>
                  <a:lnTo>
                    <a:pt x="4366" y="2390"/>
                  </a:lnTo>
                  <a:lnTo>
                    <a:pt x="4364" y="2392"/>
                  </a:lnTo>
                  <a:lnTo>
                    <a:pt x="4364" y="2394"/>
                  </a:lnTo>
                  <a:lnTo>
                    <a:pt x="4364" y="2396"/>
                  </a:lnTo>
                  <a:close/>
                  <a:moveTo>
                    <a:pt x="4388" y="2374"/>
                  </a:moveTo>
                  <a:lnTo>
                    <a:pt x="4388" y="2374"/>
                  </a:lnTo>
                  <a:lnTo>
                    <a:pt x="4392" y="2376"/>
                  </a:lnTo>
                  <a:lnTo>
                    <a:pt x="4392" y="2374"/>
                  </a:lnTo>
                  <a:lnTo>
                    <a:pt x="4394" y="2370"/>
                  </a:lnTo>
                  <a:lnTo>
                    <a:pt x="4392" y="2368"/>
                  </a:lnTo>
                  <a:lnTo>
                    <a:pt x="4390" y="2366"/>
                  </a:lnTo>
                  <a:lnTo>
                    <a:pt x="4388" y="2368"/>
                  </a:lnTo>
                  <a:lnTo>
                    <a:pt x="4388" y="2372"/>
                  </a:lnTo>
                  <a:lnTo>
                    <a:pt x="4388" y="2374"/>
                  </a:lnTo>
                  <a:close/>
                  <a:moveTo>
                    <a:pt x="264" y="3518"/>
                  </a:moveTo>
                  <a:lnTo>
                    <a:pt x="264" y="3518"/>
                  </a:lnTo>
                  <a:lnTo>
                    <a:pt x="266" y="3518"/>
                  </a:lnTo>
                  <a:lnTo>
                    <a:pt x="264" y="3518"/>
                  </a:lnTo>
                  <a:close/>
                  <a:moveTo>
                    <a:pt x="5798" y="1166"/>
                  </a:moveTo>
                  <a:lnTo>
                    <a:pt x="5798" y="1166"/>
                  </a:lnTo>
                  <a:lnTo>
                    <a:pt x="5790" y="1156"/>
                  </a:lnTo>
                  <a:lnTo>
                    <a:pt x="5782" y="1148"/>
                  </a:lnTo>
                  <a:lnTo>
                    <a:pt x="5772" y="1144"/>
                  </a:lnTo>
                  <a:lnTo>
                    <a:pt x="5760" y="1140"/>
                  </a:lnTo>
                  <a:lnTo>
                    <a:pt x="5732" y="1138"/>
                  </a:lnTo>
                  <a:lnTo>
                    <a:pt x="5698" y="1136"/>
                  </a:lnTo>
                  <a:lnTo>
                    <a:pt x="5692" y="1138"/>
                  </a:lnTo>
                  <a:lnTo>
                    <a:pt x="5688" y="1140"/>
                  </a:lnTo>
                  <a:lnTo>
                    <a:pt x="5686" y="1144"/>
                  </a:lnTo>
                  <a:lnTo>
                    <a:pt x="5686" y="1148"/>
                  </a:lnTo>
                  <a:lnTo>
                    <a:pt x="5690" y="1160"/>
                  </a:lnTo>
                  <a:lnTo>
                    <a:pt x="5696" y="1172"/>
                  </a:lnTo>
                  <a:lnTo>
                    <a:pt x="5702" y="1184"/>
                  </a:lnTo>
                  <a:lnTo>
                    <a:pt x="5704" y="1190"/>
                  </a:lnTo>
                  <a:lnTo>
                    <a:pt x="5704" y="1192"/>
                  </a:lnTo>
                  <a:lnTo>
                    <a:pt x="5700" y="1192"/>
                  </a:lnTo>
                  <a:lnTo>
                    <a:pt x="5684" y="1186"/>
                  </a:lnTo>
                  <a:lnTo>
                    <a:pt x="5676" y="1180"/>
                  </a:lnTo>
                  <a:lnTo>
                    <a:pt x="5670" y="1174"/>
                  </a:lnTo>
                  <a:lnTo>
                    <a:pt x="5666" y="1168"/>
                  </a:lnTo>
                  <a:lnTo>
                    <a:pt x="5664" y="1162"/>
                  </a:lnTo>
                  <a:lnTo>
                    <a:pt x="5664" y="1150"/>
                  </a:lnTo>
                  <a:lnTo>
                    <a:pt x="5666" y="1138"/>
                  </a:lnTo>
                  <a:lnTo>
                    <a:pt x="5666" y="1126"/>
                  </a:lnTo>
                  <a:lnTo>
                    <a:pt x="5664" y="1120"/>
                  </a:lnTo>
                  <a:lnTo>
                    <a:pt x="5660" y="1114"/>
                  </a:lnTo>
                  <a:lnTo>
                    <a:pt x="5654" y="1106"/>
                  </a:lnTo>
                  <a:lnTo>
                    <a:pt x="5646" y="1100"/>
                  </a:lnTo>
                  <a:lnTo>
                    <a:pt x="5634" y="1092"/>
                  </a:lnTo>
                  <a:lnTo>
                    <a:pt x="5618" y="1084"/>
                  </a:lnTo>
                  <a:lnTo>
                    <a:pt x="5580" y="1068"/>
                  </a:lnTo>
                  <a:lnTo>
                    <a:pt x="5546" y="1050"/>
                  </a:lnTo>
                  <a:lnTo>
                    <a:pt x="5478" y="1014"/>
                  </a:lnTo>
                  <a:lnTo>
                    <a:pt x="5478" y="1008"/>
                  </a:lnTo>
                  <a:lnTo>
                    <a:pt x="5448" y="994"/>
                  </a:lnTo>
                  <a:lnTo>
                    <a:pt x="5418" y="982"/>
                  </a:lnTo>
                  <a:lnTo>
                    <a:pt x="5386" y="970"/>
                  </a:lnTo>
                  <a:lnTo>
                    <a:pt x="5356" y="962"/>
                  </a:lnTo>
                  <a:lnTo>
                    <a:pt x="5310" y="952"/>
                  </a:lnTo>
                  <a:lnTo>
                    <a:pt x="5294" y="946"/>
                  </a:lnTo>
                  <a:lnTo>
                    <a:pt x="5270" y="944"/>
                  </a:lnTo>
                  <a:lnTo>
                    <a:pt x="5210" y="940"/>
                  </a:lnTo>
                  <a:lnTo>
                    <a:pt x="5170" y="936"/>
                  </a:lnTo>
                  <a:lnTo>
                    <a:pt x="5144" y="930"/>
                  </a:lnTo>
                  <a:lnTo>
                    <a:pt x="5126" y="924"/>
                  </a:lnTo>
                  <a:lnTo>
                    <a:pt x="5116" y="918"/>
                  </a:lnTo>
                  <a:lnTo>
                    <a:pt x="5108" y="916"/>
                  </a:lnTo>
                  <a:lnTo>
                    <a:pt x="5102" y="918"/>
                  </a:lnTo>
                  <a:lnTo>
                    <a:pt x="5096" y="926"/>
                  </a:lnTo>
                  <a:lnTo>
                    <a:pt x="5086" y="942"/>
                  </a:lnTo>
                  <a:lnTo>
                    <a:pt x="5080" y="950"/>
                  </a:lnTo>
                  <a:lnTo>
                    <a:pt x="5078" y="958"/>
                  </a:lnTo>
                  <a:lnTo>
                    <a:pt x="5078" y="964"/>
                  </a:lnTo>
                  <a:lnTo>
                    <a:pt x="5080" y="968"/>
                  </a:lnTo>
                  <a:lnTo>
                    <a:pt x="5084" y="972"/>
                  </a:lnTo>
                  <a:lnTo>
                    <a:pt x="5088" y="974"/>
                  </a:lnTo>
                  <a:lnTo>
                    <a:pt x="5100" y="978"/>
                  </a:lnTo>
                  <a:lnTo>
                    <a:pt x="5110" y="982"/>
                  </a:lnTo>
                  <a:lnTo>
                    <a:pt x="5114" y="986"/>
                  </a:lnTo>
                  <a:lnTo>
                    <a:pt x="5116" y="988"/>
                  </a:lnTo>
                  <a:lnTo>
                    <a:pt x="5116" y="992"/>
                  </a:lnTo>
                  <a:lnTo>
                    <a:pt x="5114" y="998"/>
                  </a:lnTo>
                  <a:lnTo>
                    <a:pt x="5108" y="1004"/>
                  </a:lnTo>
                  <a:lnTo>
                    <a:pt x="5100" y="1012"/>
                  </a:lnTo>
                  <a:lnTo>
                    <a:pt x="5084" y="1024"/>
                  </a:lnTo>
                  <a:lnTo>
                    <a:pt x="5076" y="1028"/>
                  </a:lnTo>
                  <a:lnTo>
                    <a:pt x="5072" y="1030"/>
                  </a:lnTo>
                  <a:lnTo>
                    <a:pt x="5068" y="1028"/>
                  </a:lnTo>
                  <a:lnTo>
                    <a:pt x="5064" y="1026"/>
                  </a:lnTo>
                  <a:lnTo>
                    <a:pt x="5058" y="1020"/>
                  </a:lnTo>
                  <a:lnTo>
                    <a:pt x="5052" y="1012"/>
                  </a:lnTo>
                  <a:lnTo>
                    <a:pt x="5044" y="1004"/>
                  </a:lnTo>
                  <a:lnTo>
                    <a:pt x="5040" y="1000"/>
                  </a:lnTo>
                  <a:lnTo>
                    <a:pt x="5034" y="996"/>
                  </a:lnTo>
                  <a:lnTo>
                    <a:pt x="5028" y="996"/>
                  </a:lnTo>
                  <a:lnTo>
                    <a:pt x="5020" y="994"/>
                  </a:lnTo>
                  <a:lnTo>
                    <a:pt x="5012" y="994"/>
                  </a:lnTo>
                  <a:lnTo>
                    <a:pt x="5006" y="992"/>
                  </a:lnTo>
                  <a:lnTo>
                    <a:pt x="5004" y="990"/>
                  </a:lnTo>
                  <a:lnTo>
                    <a:pt x="5002" y="988"/>
                  </a:lnTo>
                  <a:lnTo>
                    <a:pt x="5000" y="978"/>
                  </a:lnTo>
                  <a:lnTo>
                    <a:pt x="5000" y="970"/>
                  </a:lnTo>
                  <a:lnTo>
                    <a:pt x="5000" y="962"/>
                  </a:lnTo>
                  <a:lnTo>
                    <a:pt x="4998" y="960"/>
                  </a:lnTo>
                  <a:lnTo>
                    <a:pt x="4994" y="958"/>
                  </a:lnTo>
                  <a:lnTo>
                    <a:pt x="4988" y="956"/>
                  </a:lnTo>
                  <a:lnTo>
                    <a:pt x="4980" y="958"/>
                  </a:lnTo>
                  <a:lnTo>
                    <a:pt x="4958" y="964"/>
                  </a:lnTo>
                  <a:lnTo>
                    <a:pt x="4944" y="968"/>
                  </a:lnTo>
                  <a:lnTo>
                    <a:pt x="4930" y="970"/>
                  </a:lnTo>
                  <a:lnTo>
                    <a:pt x="4920" y="972"/>
                  </a:lnTo>
                  <a:lnTo>
                    <a:pt x="4908" y="972"/>
                  </a:lnTo>
                  <a:lnTo>
                    <a:pt x="4890" y="968"/>
                  </a:lnTo>
                  <a:lnTo>
                    <a:pt x="4870" y="964"/>
                  </a:lnTo>
                  <a:lnTo>
                    <a:pt x="4850" y="958"/>
                  </a:lnTo>
                  <a:lnTo>
                    <a:pt x="4828" y="954"/>
                  </a:lnTo>
                  <a:lnTo>
                    <a:pt x="4814" y="954"/>
                  </a:lnTo>
                  <a:lnTo>
                    <a:pt x="4800" y="954"/>
                  </a:lnTo>
                  <a:lnTo>
                    <a:pt x="4784" y="956"/>
                  </a:lnTo>
                  <a:lnTo>
                    <a:pt x="4766" y="958"/>
                  </a:lnTo>
                  <a:lnTo>
                    <a:pt x="4732" y="966"/>
                  </a:lnTo>
                  <a:lnTo>
                    <a:pt x="4706" y="966"/>
                  </a:lnTo>
                  <a:lnTo>
                    <a:pt x="4686" y="964"/>
                  </a:lnTo>
                  <a:lnTo>
                    <a:pt x="4674" y="960"/>
                  </a:lnTo>
                  <a:lnTo>
                    <a:pt x="4668" y="956"/>
                  </a:lnTo>
                  <a:lnTo>
                    <a:pt x="4666" y="952"/>
                  </a:lnTo>
                  <a:lnTo>
                    <a:pt x="4662" y="944"/>
                  </a:lnTo>
                  <a:lnTo>
                    <a:pt x="4664" y="934"/>
                  </a:lnTo>
                  <a:lnTo>
                    <a:pt x="4668" y="924"/>
                  </a:lnTo>
                  <a:lnTo>
                    <a:pt x="4670" y="918"/>
                  </a:lnTo>
                  <a:lnTo>
                    <a:pt x="4670" y="912"/>
                  </a:lnTo>
                  <a:lnTo>
                    <a:pt x="4668" y="906"/>
                  </a:lnTo>
                  <a:lnTo>
                    <a:pt x="4662" y="898"/>
                  </a:lnTo>
                  <a:lnTo>
                    <a:pt x="4656" y="892"/>
                  </a:lnTo>
                  <a:lnTo>
                    <a:pt x="4648" y="884"/>
                  </a:lnTo>
                  <a:lnTo>
                    <a:pt x="4636" y="878"/>
                  </a:lnTo>
                  <a:lnTo>
                    <a:pt x="4624" y="872"/>
                  </a:lnTo>
                  <a:lnTo>
                    <a:pt x="4608" y="868"/>
                  </a:lnTo>
                  <a:lnTo>
                    <a:pt x="4592" y="862"/>
                  </a:lnTo>
                  <a:lnTo>
                    <a:pt x="4572" y="860"/>
                  </a:lnTo>
                  <a:lnTo>
                    <a:pt x="4552" y="856"/>
                  </a:lnTo>
                  <a:lnTo>
                    <a:pt x="4528" y="856"/>
                  </a:lnTo>
                  <a:lnTo>
                    <a:pt x="4504" y="856"/>
                  </a:lnTo>
                  <a:lnTo>
                    <a:pt x="4476" y="860"/>
                  </a:lnTo>
                  <a:lnTo>
                    <a:pt x="4448" y="864"/>
                  </a:lnTo>
                  <a:lnTo>
                    <a:pt x="4420" y="868"/>
                  </a:lnTo>
                  <a:lnTo>
                    <a:pt x="4396" y="870"/>
                  </a:lnTo>
                  <a:lnTo>
                    <a:pt x="4374" y="868"/>
                  </a:lnTo>
                  <a:lnTo>
                    <a:pt x="4358" y="866"/>
                  </a:lnTo>
                  <a:lnTo>
                    <a:pt x="4342" y="860"/>
                  </a:lnTo>
                  <a:lnTo>
                    <a:pt x="4328" y="854"/>
                  </a:lnTo>
                  <a:lnTo>
                    <a:pt x="4318" y="848"/>
                  </a:lnTo>
                  <a:lnTo>
                    <a:pt x="4308" y="840"/>
                  </a:lnTo>
                  <a:lnTo>
                    <a:pt x="4292" y="822"/>
                  </a:lnTo>
                  <a:lnTo>
                    <a:pt x="4278" y="804"/>
                  </a:lnTo>
                  <a:lnTo>
                    <a:pt x="4264" y="788"/>
                  </a:lnTo>
                  <a:lnTo>
                    <a:pt x="4256" y="782"/>
                  </a:lnTo>
                  <a:lnTo>
                    <a:pt x="4246" y="778"/>
                  </a:lnTo>
                  <a:lnTo>
                    <a:pt x="4228" y="772"/>
                  </a:lnTo>
                  <a:lnTo>
                    <a:pt x="4214" y="768"/>
                  </a:lnTo>
                  <a:lnTo>
                    <a:pt x="4186" y="768"/>
                  </a:lnTo>
                  <a:lnTo>
                    <a:pt x="4154" y="764"/>
                  </a:lnTo>
                  <a:lnTo>
                    <a:pt x="4130" y="762"/>
                  </a:lnTo>
                  <a:lnTo>
                    <a:pt x="4100" y="754"/>
                  </a:lnTo>
                  <a:lnTo>
                    <a:pt x="4068" y="748"/>
                  </a:lnTo>
                  <a:lnTo>
                    <a:pt x="4044" y="744"/>
                  </a:lnTo>
                  <a:lnTo>
                    <a:pt x="4002" y="740"/>
                  </a:lnTo>
                  <a:lnTo>
                    <a:pt x="3964" y="738"/>
                  </a:lnTo>
                  <a:lnTo>
                    <a:pt x="3944" y="734"/>
                  </a:lnTo>
                  <a:lnTo>
                    <a:pt x="3922" y="730"/>
                  </a:lnTo>
                  <a:lnTo>
                    <a:pt x="3902" y="724"/>
                  </a:lnTo>
                  <a:lnTo>
                    <a:pt x="3892" y="724"/>
                  </a:lnTo>
                  <a:lnTo>
                    <a:pt x="3892" y="726"/>
                  </a:lnTo>
                  <a:lnTo>
                    <a:pt x="3890" y="728"/>
                  </a:lnTo>
                  <a:lnTo>
                    <a:pt x="3890" y="734"/>
                  </a:lnTo>
                  <a:lnTo>
                    <a:pt x="3892" y="740"/>
                  </a:lnTo>
                  <a:lnTo>
                    <a:pt x="3890" y="744"/>
                  </a:lnTo>
                  <a:lnTo>
                    <a:pt x="3888" y="746"/>
                  </a:lnTo>
                  <a:lnTo>
                    <a:pt x="3882" y="750"/>
                  </a:lnTo>
                  <a:lnTo>
                    <a:pt x="3876" y="752"/>
                  </a:lnTo>
                  <a:lnTo>
                    <a:pt x="3854" y="754"/>
                  </a:lnTo>
                  <a:lnTo>
                    <a:pt x="3842" y="756"/>
                  </a:lnTo>
                  <a:lnTo>
                    <a:pt x="3834" y="758"/>
                  </a:lnTo>
                  <a:lnTo>
                    <a:pt x="3830" y="764"/>
                  </a:lnTo>
                  <a:lnTo>
                    <a:pt x="3830" y="768"/>
                  </a:lnTo>
                  <a:lnTo>
                    <a:pt x="3832" y="776"/>
                  </a:lnTo>
                  <a:lnTo>
                    <a:pt x="3836" y="782"/>
                  </a:lnTo>
                  <a:lnTo>
                    <a:pt x="3846" y="798"/>
                  </a:lnTo>
                  <a:lnTo>
                    <a:pt x="3856" y="812"/>
                  </a:lnTo>
                  <a:lnTo>
                    <a:pt x="3860" y="818"/>
                  </a:lnTo>
                  <a:lnTo>
                    <a:pt x="3862" y="822"/>
                  </a:lnTo>
                  <a:lnTo>
                    <a:pt x="3860" y="826"/>
                  </a:lnTo>
                  <a:lnTo>
                    <a:pt x="3856" y="828"/>
                  </a:lnTo>
                  <a:lnTo>
                    <a:pt x="3848" y="826"/>
                  </a:lnTo>
                  <a:lnTo>
                    <a:pt x="3836" y="824"/>
                  </a:lnTo>
                  <a:lnTo>
                    <a:pt x="3810" y="818"/>
                  </a:lnTo>
                  <a:lnTo>
                    <a:pt x="3792" y="818"/>
                  </a:lnTo>
                  <a:lnTo>
                    <a:pt x="3778" y="818"/>
                  </a:lnTo>
                  <a:lnTo>
                    <a:pt x="3770" y="820"/>
                  </a:lnTo>
                  <a:lnTo>
                    <a:pt x="3760" y="824"/>
                  </a:lnTo>
                  <a:lnTo>
                    <a:pt x="3750" y="824"/>
                  </a:lnTo>
                  <a:lnTo>
                    <a:pt x="3736" y="824"/>
                  </a:lnTo>
                  <a:lnTo>
                    <a:pt x="3716" y="820"/>
                  </a:lnTo>
                  <a:lnTo>
                    <a:pt x="3704" y="818"/>
                  </a:lnTo>
                  <a:lnTo>
                    <a:pt x="3694" y="818"/>
                  </a:lnTo>
                  <a:lnTo>
                    <a:pt x="3686" y="818"/>
                  </a:lnTo>
                  <a:lnTo>
                    <a:pt x="3676" y="820"/>
                  </a:lnTo>
                  <a:lnTo>
                    <a:pt x="3662" y="826"/>
                  </a:lnTo>
                  <a:lnTo>
                    <a:pt x="3650" y="832"/>
                  </a:lnTo>
                  <a:lnTo>
                    <a:pt x="3638" y="836"/>
                  </a:lnTo>
                  <a:lnTo>
                    <a:pt x="3632" y="838"/>
                  </a:lnTo>
                  <a:lnTo>
                    <a:pt x="3624" y="836"/>
                  </a:lnTo>
                  <a:lnTo>
                    <a:pt x="3616" y="836"/>
                  </a:lnTo>
                  <a:lnTo>
                    <a:pt x="3608" y="832"/>
                  </a:lnTo>
                  <a:lnTo>
                    <a:pt x="3598" y="826"/>
                  </a:lnTo>
                  <a:lnTo>
                    <a:pt x="3586" y="818"/>
                  </a:lnTo>
                  <a:lnTo>
                    <a:pt x="3576" y="812"/>
                  </a:lnTo>
                  <a:lnTo>
                    <a:pt x="3566" y="810"/>
                  </a:lnTo>
                  <a:lnTo>
                    <a:pt x="3558" y="810"/>
                  </a:lnTo>
                  <a:lnTo>
                    <a:pt x="3552" y="814"/>
                  </a:lnTo>
                  <a:lnTo>
                    <a:pt x="3546" y="820"/>
                  </a:lnTo>
                  <a:lnTo>
                    <a:pt x="3540" y="828"/>
                  </a:lnTo>
                  <a:lnTo>
                    <a:pt x="3530" y="848"/>
                  </a:lnTo>
                  <a:lnTo>
                    <a:pt x="3520" y="864"/>
                  </a:lnTo>
                  <a:lnTo>
                    <a:pt x="3514" y="872"/>
                  </a:lnTo>
                  <a:lnTo>
                    <a:pt x="3508" y="876"/>
                  </a:lnTo>
                  <a:lnTo>
                    <a:pt x="3500" y="878"/>
                  </a:lnTo>
                  <a:lnTo>
                    <a:pt x="3492" y="878"/>
                  </a:lnTo>
                  <a:lnTo>
                    <a:pt x="3482" y="872"/>
                  </a:lnTo>
                  <a:lnTo>
                    <a:pt x="3470" y="864"/>
                  </a:lnTo>
                  <a:lnTo>
                    <a:pt x="3428" y="824"/>
                  </a:lnTo>
                  <a:lnTo>
                    <a:pt x="3402" y="796"/>
                  </a:lnTo>
                  <a:lnTo>
                    <a:pt x="3390" y="784"/>
                  </a:lnTo>
                  <a:lnTo>
                    <a:pt x="3380" y="776"/>
                  </a:lnTo>
                  <a:lnTo>
                    <a:pt x="3368" y="768"/>
                  </a:lnTo>
                  <a:lnTo>
                    <a:pt x="3352" y="762"/>
                  </a:lnTo>
                  <a:lnTo>
                    <a:pt x="3346" y="760"/>
                  </a:lnTo>
                  <a:lnTo>
                    <a:pt x="3342" y="760"/>
                  </a:lnTo>
                  <a:lnTo>
                    <a:pt x="3338" y="762"/>
                  </a:lnTo>
                  <a:lnTo>
                    <a:pt x="3338" y="764"/>
                  </a:lnTo>
                  <a:lnTo>
                    <a:pt x="3340" y="772"/>
                  </a:lnTo>
                  <a:lnTo>
                    <a:pt x="3344" y="782"/>
                  </a:lnTo>
                  <a:lnTo>
                    <a:pt x="3348" y="792"/>
                  </a:lnTo>
                  <a:lnTo>
                    <a:pt x="3350" y="798"/>
                  </a:lnTo>
                  <a:lnTo>
                    <a:pt x="3348" y="798"/>
                  </a:lnTo>
                  <a:lnTo>
                    <a:pt x="3346" y="798"/>
                  </a:lnTo>
                  <a:lnTo>
                    <a:pt x="3336" y="790"/>
                  </a:lnTo>
                  <a:lnTo>
                    <a:pt x="3318" y="778"/>
                  </a:lnTo>
                  <a:lnTo>
                    <a:pt x="3296" y="766"/>
                  </a:lnTo>
                  <a:lnTo>
                    <a:pt x="3270" y="754"/>
                  </a:lnTo>
                  <a:lnTo>
                    <a:pt x="3242" y="744"/>
                  </a:lnTo>
                  <a:lnTo>
                    <a:pt x="3208" y="734"/>
                  </a:lnTo>
                  <a:lnTo>
                    <a:pt x="3170" y="728"/>
                  </a:lnTo>
                  <a:lnTo>
                    <a:pt x="3128" y="722"/>
                  </a:lnTo>
                  <a:lnTo>
                    <a:pt x="3082" y="716"/>
                  </a:lnTo>
                  <a:lnTo>
                    <a:pt x="3030" y="712"/>
                  </a:lnTo>
                  <a:lnTo>
                    <a:pt x="3012" y="708"/>
                  </a:lnTo>
                  <a:lnTo>
                    <a:pt x="3000" y="704"/>
                  </a:lnTo>
                  <a:lnTo>
                    <a:pt x="2994" y="702"/>
                  </a:lnTo>
                  <a:lnTo>
                    <a:pt x="2992" y="698"/>
                  </a:lnTo>
                  <a:lnTo>
                    <a:pt x="2992" y="694"/>
                  </a:lnTo>
                  <a:lnTo>
                    <a:pt x="2994" y="690"/>
                  </a:lnTo>
                  <a:lnTo>
                    <a:pt x="3002" y="684"/>
                  </a:lnTo>
                  <a:lnTo>
                    <a:pt x="3008" y="678"/>
                  </a:lnTo>
                  <a:lnTo>
                    <a:pt x="3008" y="676"/>
                  </a:lnTo>
                  <a:lnTo>
                    <a:pt x="3006" y="674"/>
                  </a:lnTo>
                  <a:lnTo>
                    <a:pt x="3002" y="672"/>
                  </a:lnTo>
                  <a:lnTo>
                    <a:pt x="2992" y="670"/>
                  </a:lnTo>
                  <a:lnTo>
                    <a:pt x="2946" y="666"/>
                  </a:lnTo>
                  <a:lnTo>
                    <a:pt x="2904" y="664"/>
                  </a:lnTo>
                  <a:lnTo>
                    <a:pt x="2864" y="664"/>
                  </a:lnTo>
                  <a:lnTo>
                    <a:pt x="2844" y="666"/>
                  </a:lnTo>
                  <a:lnTo>
                    <a:pt x="2822" y="670"/>
                  </a:lnTo>
                  <a:lnTo>
                    <a:pt x="2814" y="670"/>
                  </a:lnTo>
                  <a:lnTo>
                    <a:pt x="2806" y="670"/>
                  </a:lnTo>
                  <a:lnTo>
                    <a:pt x="2800" y="670"/>
                  </a:lnTo>
                  <a:lnTo>
                    <a:pt x="2794" y="668"/>
                  </a:lnTo>
                  <a:lnTo>
                    <a:pt x="2790" y="662"/>
                  </a:lnTo>
                  <a:lnTo>
                    <a:pt x="2786" y="654"/>
                  </a:lnTo>
                  <a:lnTo>
                    <a:pt x="2784" y="648"/>
                  </a:lnTo>
                  <a:lnTo>
                    <a:pt x="2780" y="644"/>
                  </a:lnTo>
                  <a:lnTo>
                    <a:pt x="2778" y="642"/>
                  </a:lnTo>
                  <a:lnTo>
                    <a:pt x="2774" y="642"/>
                  </a:lnTo>
                  <a:lnTo>
                    <a:pt x="2762" y="648"/>
                  </a:lnTo>
                  <a:lnTo>
                    <a:pt x="2748" y="654"/>
                  </a:lnTo>
                  <a:lnTo>
                    <a:pt x="2738" y="654"/>
                  </a:lnTo>
                  <a:lnTo>
                    <a:pt x="2730" y="652"/>
                  </a:lnTo>
                  <a:lnTo>
                    <a:pt x="2722" y="648"/>
                  </a:lnTo>
                  <a:lnTo>
                    <a:pt x="2714" y="644"/>
                  </a:lnTo>
                  <a:lnTo>
                    <a:pt x="2704" y="640"/>
                  </a:lnTo>
                  <a:lnTo>
                    <a:pt x="2692" y="638"/>
                  </a:lnTo>
                  <a:lnTo>
                    <a:pt x="2676" y="640"/>
                  </a:lnTo>
                  <a:lnTo>
                    <a:pt x="2660" y="644"/>
                  </a:lnTo>
                  <a:lnTo>
                    <a:pt x="2652" y="650"/>
                  </a:lnTo>
                  <a:lnTo>
                    <a:pt x="2650" y="658"/>
                  </a:lnTo>
                  <a:lnTo>
                    <a:pt x="2648" y="664"/>
                  </a:lnTo>
                  <a:lnTo>
                    <a:pt x="2642" y="672"/>
                  </a:lnTo>
                  <a:lnTo>
                    <a:pt x="2634" y="680"/>
                  </a:lnTo>
                  <a:lnTo>
                    <a:pt x="2614" y="686"/>
                  </a:lnTo>
                  <a:lnTo>
                    <a:pt x="2586" y="692"/>
                  </a:lnTo>
                  <a:lnTo>
                    <a:pt x="2554" y="696"/>
                  </a:lnTo>
                  <a:lnTo>
                    <a:pt x="2530" y="698"/>
                  </a:lnTo>
                  <a:lnTo>
                    <a:pt x="2516" y="696"/>
                  </a:lnTo>
                  <a:lnTo>
                    <a:pt x="2512" y="694"/>
                  </a:lnTo>
                  <a:lnTo>
                    <a:pt x="2512" y="692"/>
                  </a:lnTo>
                  <a:lnTo>
                    <a:pt x="2512" y="690"/>
                  </a:lnTo>
                  <a:lnTo>
                    <a:pt x="2516" y="686"/>
                  </a:lnTo>
                  <a:lnTo>
                    <a:pt x="2528" y="676"/>
                  </a:lnTo>
                  <a:lnTo>
                    <a:pt x="2550" y="666"/>
                  </a:lnTo>
                  <a:lnTo>
                    <a:pt x="2580" y="652"/>
                  </a:lnTo>
                  <a:lnTo>
                    <a:pt x="2610" y="640"/>
                  </a:lnTo>
                  <a:lnTo>
                    <a:pt x="2632" y="628"/>
                  </a:lnTo>
                  <a:lnTo>
                    <a:pt x="2660" y="610"/>
                  </a:lnTo>
                  <a:lnTo>
                    <a:pt x="2672" y="602"/>
                  </a:lnTo>
                  <a:lnTo>
                    <a:pt x="2688" y="594"/>
                  </a:lnTo>
                  <a:lnTo>
                    <a:pt x="2706" y="586"/>
                  </a:lnTo>
                  <a:lnTo>
                    <a:pt x="2734" y="576"/>
                  </a:lnTo>
                  <a:lnTo>
                    <a:pt x="2762" y="566"/>
                  </a:lnTo>
                  <a:lnTo>
                    <a:pt x="2782" y="554"/>
                  </a:lnTo>
                  <a:lnTo>
                    <a:pt x="2788" y="548"/>
                  </a:lnTo>
                  <a:lnTo>
                    <a:pt x="2794" y="542"/>
                  </a:lnTo>
                  <a:lnTo>
                    <a:pt x="2802" y="528"/>
                  </a:lnTo>
                  <a:lnTo>
                    <a:pt x="2806" y="514"/>
                  </a:lnTo>
                  <a:lnTo>
                    <a:pt x="2806" y="502"/>
                  </a:lnTo>
                  <a:lnTo>
                    <a:pt x="2802" y="490"/>
                  </a:lnTo>
                  <a:lnTo>
                    <a:pt x="2798" y="478"/>
                  </a:lnTo>
                  <a:lnTo>
                    <a:pt x="2792" y="470"/>
                  </a:lnTo>
                  <a:lnTo>
                    <a:pt x="2784" y="464"/>
                  </a:lnTo>
                  <a:lnTo>
                    <a:pt x="2776" y="462"/>
                  </a:lnTo>
                  <a:lnTo>
                    <a:pt x="2768" y="460"/>
                  </a:lnTo>
                  <a:lnTo>
                    <a:pt x="2748" y="454"/>
                  </a:lnTo>
                  <a:lnTo>
                    <a:pt x="2738" y="448"/>
                  </a:lnTo>
                  <a:lnTo>
                    <a:pt x="2724" y="438"/>
                  </a:lnTo>
                  <a:lnTo>
                    <a:pt x="2712" y="430"/>
                  </a:lnTo>
                  <a:lnTo>
                    <a:pt x="2700" y="426"/>
                  </a:lnTo>
                  <a:lnTo>
                    <a:pt x="2686" y="424"/>
                  </a:lnTo>
                  <a:lnTo>
                    <a:pt x="2672" y="424"/>
                  </a:lnTo>
                  <a:lnTo>
                    <a:pt x="2644" y="428"/>
                  </a:lnTo>
                  <a:lnTo>
                    <a:pt x="2628" y="428"/>
                  </a:lnTo>
                  <a:lnTo>
                    <a:pt x="2612" y="426"/>
                  </a:lnTo>
                  <a:lnTo>
                    <a:pt x="2598" y="424"/>
                  </a:lnTo>
                  <a:lnTo>
                    <a:pt x="2590" y="424"/>
                  </a:lnTo>
                  <a:lnTo>
                    <a:pt x="2582" y="426"/>
                  </a:lnTo>
                  <a:lnTo>
                    <a:pt x="2578" y="428"/>
                  </a:lnTo>
                  <a:lnTo>
                    <a:pt x="2574" y="432"/>
                  </a:lnTo>
                  <a:lnTo>
                    <a:pt x="2566" y="436"/>
                  </a:lnTo>
                  <a:lnTo>
                    <a:pt x="2554" y="440"/>
                  </a:lnTo>
                  <a:lnTo>
                    <a:pt x="2538" y="444"/>
                  </a:lnTo>
                  <a:lnTo>
                    <a:pt x="2516" y="444"/>
                  </a:lnTo>
                  <a:lnTo>
                    <a:pt x="2512" y="444"/>
                  </a:lnTo>
                  <a:lnTo>
                    <a:pt x="2512" y="442"/>
                  </a:lnTo>
                  <a:lnTo>
                    <a:pt x="2516" y="436"/>
                  </a:lnTo>
                  <a:lnTo>
                    <a:pt x="2528" y="428"/>
                  </a:lnTo>
                  <a:lnTo>
                    <a:pt x="2538" y="420"/>
                  </a:lnTo>
                  <a:lnTo>
                    <a:pt x="2540" y="416"/>
                  </a:lnTo>
                  <a:lnTo>
                    <a:pt x="2542" y="412"/>
                  </a:lnTo>
                  <a:lnTo>
                    <a:pt x="2540" y="410"/>
                  </a:lnTo>
                  <a:lnTo>
                    <a:pt x="2534" y="406"/>
                  </a:lnTo>
                  <a:lnTo>
                    <a:pt x="2524" y="404"/>
                  </a:lnTo>
                  <a:lnTo>
                    <a:pt x="2508" y="402"/>
                  </a:lnTo>
                  <a:lnTo>
                    <a:pt x="2478" y="400"/>
                  </a:lnTo>
                  <a:lnTo>
                    <a:pt x="2458" y="398"/>
                  </a:lnTo>
                  <a:lnTo>
                    <a:pt x="2448" y="394"/>
                  </a:lnTo>
                  <a:lnTo>
                    <a:pt x="2446" y="394"/>
                  </a:lnTo>
                  <a:lnTo>
                    <a:pt x="2446" y="392"/>
                  </a:lnTo>
                  <a:lnTo>
                    <a:pt x="2450" y="388"/>
                  </a:lnTo>
                  <a:lnTo>
                    <a:pt x="2458" y="386"/>
                  </a:lnTo>
                  <a:lnTo>
                    <a:pt x="2486" y="378"/>
                  </a:lnTo>
                  <a:lnTo>
                    <a:pt x="2492" y="376"/>
                  </a:lnTo>
                  <a:lnTo>
                    <a:pt x="2496" y="374"/>
                  </a:lnTo>
                  <a:lnTo>
                    <a:pt x="2496" y="370"/>
                  </a:lnTo>
                  <a:lnTo>
                    <a:pt x="2496" y="366"/>
                  </a:lnTo>
                  <a:lnTo>
                    <a:pt x="2492" y="364"/>
                  </a:lnTo>
                  <a:lnTo>
                    <a:pt x="2486" y="360"/>
                  </a:lnTo>
                  <a:lnTo>
                    <a:pt x="2470" y="352"/>
                  </a:lnTo>
                  <a:lnTo>
                    <a:pt x="2448" y="348"/>
                  </a:lnTo>
                  <a:lnTo>
                    <a:pt x="2422" y="348"/>
                  </a:lnTo>
                  <a:lnTo>
                    <a:pt x="2408" y="348"/>
                  </a:lnTo>
                  <a:lnTo>
                    <a:pt x="2392" y="352"/>
                  </a:lnTo>
                  <a:lnTo>
                    <a:pt x="2378" y="356"/>
                  </a:lnTo>
                  <a:lnTo>
                    <a:pt x="2362" y="362"/>
                  </a:lnTo>
                  <a:lnTo>
                    <a:pt x="2342" y="370"/>
                  </a:lnTo>
                  <a:lnTo>
                    <a:pt x="2326" y="380"/>
                  </a:lnTo>
                  <a:lnTo>
                    <a:pt x="2314" y="388"/>
                  </a:lnTo>
                  <a:lnTo>
                    <a:pt x="2304" y="396"/>
                  </a:lnTo>
                  <a:lnTo>
                    <a:pt x="2296" y="402"/>
                  </a:lnTo>
                  <a:lnTo>
                    <a:pt x="2292" y="408"/>
                  </a:lnTo>
                  <a:lnTo>
                    <a:pt x="2286" y="420"/>
                  </a:lnTo>
                  <a:lnTo>
                    <a:pt x="2284" y="428"/>
                  </a:lnTo>
                  <a:lnTo>
                    <a:pt x="2280" y="434"/>
                  </a:lnTo>
                  <a:lnTo>
                    <a:pt x="2276" y="436"/>
                  </a:lnTo>
                  <a:lnTo>
                    <a:pt x="2272" y="438"/>
                  </a:lnTo>
                  <a:lnTo>
                    <a:pt x="2256" y="440"/>
                  </a:lnTo>
                  <a:lnTo>
                    <a:pt x="2224" y="442"/>
                  </a:lnTo>
                  <a:lnTo>
                    <a:pt x="2208" y="444"/>
                  </a:lnTo>
                  <a:lnTo>
                    <a:pt x="2206" y="444"/>
                  </a:lnTo>
                  <a:lnTo>
                    <a:pt x="2206" y="446"/>
                  </a:lnTo>
                  <a:lnTo>
                    <a:pt x="2206" y="448"/>
                  </a:lnTo>
                  <a:lnTo>
                    <a:pt x="2210" y="452"/>
                  </a:lnTo>
                  <a:lnTo>
                    <a:pt x="2208" y="456"/>
                  </a:lnTo>
                  <a:lnTo>
                    <a:pt x="2206" y="458"/>
                  </a:lnTo>
                  <a:lnTo>
                    <a:pt x="2192" y="464"/>
                  </a:lnTo>
                  <a:lnTo>
                    <a:pt x="2162" y="472"/>
                  </a:lnTo>
                  <a:lnTo>
                    <a:pt x="2132" y="478"/>
                  </a:lnTo>
                  <a:lnTo>
                    <a:pt x="2118" y="478"/>
                  </a:lnTo>
                  <a:lnTo>
                    <a:pt x="2114" y="476"/>
                  </a:lnTo>
                  <a:lnTo>
                    <a:pt x="2112" y="474"/>
                  </a:lnTo>
                  <a:lnTo>
                    <a:pt x="2112" y="470"/>
                  </a:lnTo>
                  <a:lnTo>
                    <a:pt x="2110" y="468"/>
                  </a:lnTo>
                  <a:lnTo>
                    <a:pt x="2108" y="464"/>
                  </a:lnTo>
                  <a:lnTo>
                    <a:pt x="2106" y="462"/>
                  </a:lnTo>
                  <a:lnTo>
                    <a:pt x="2098" y="462"/>
                  </a:lnTo>
                  <a:lnTo>
                    <a:pt x="2076" y="460"/>
                  </a:lnTo>
                  <a:lnTo>
                    <a:pt x="2034" y="464"/>
                  </a:lnTo>
                  <a:lnTo>
                    <a:pt x="1994" y="472"/>
                  </a:lnTo>
                  <a:lnTo>
                    <a:pt x="1982" y="474"/>
                  </a:lnTo>
                  <a:lnTo>
                    <a:pt x="1974" y="478"/>
                  </a:lnTo>
                  <a:lnTo>
                    <a:pt x="1970" y="482"/>
                  </a:lnTo>
                  <a:lnTo>
                    <a:pt x="1968" y="484"/>
                  </a:lnTo>
                  <a:lnTo>
                    <a:pt x="1970" y="490"/>
                  </a:lnTo>
                  <a:lnTo>
                    <a:pt x="1970" y="494"/>
                  </a:lnTo>
                  <a:lnTo>
                    <a:pt x="1970" y="496"/>
                  </a:lnTo>
                  <a:lnTo>
                    <a:pt x="1968" y="500"/>
                  </a:lnTo>
                  <a:lnTo>
                    <a:pt x="1964" y="502"/>
                  </a:lnTo>
                  <a:lnTo>
                    <a:pt x="1954" y="504"/>
                  </a:lnTo>
                  <a:lnTo>
                    <a:pt x="1942" y="506"/>
                  </a:lnTo>
                  <a:lnTo>
                    <a:pt x="1898" y="512"/>
                  </a:lnTo>
                  <a:lnTo>
                    <a:pt x="1850" y="516"/>
                  </a:lnTo>
                  <a:lnTo>
                    <a:pt x="1818" y="522"/>
                  </a:lnTo>
                  <a:lnTo>
                    <a:pt x="1800" y="526"/>
                  </a:lnTo>
                  <a:lnTo>
                    <a:pt x="1790" y="532"/>
                  </a:lnTo>
                  <a:lnTo>
                    <a:pt x="1784" y="538"/>
                  </a:lnTo>
                  <a:lnTo>
                    <a:pt x="1776" y="542"/>
                  </a:lnTo>
                  <a:lnTo>
                    <a:pt x="1764" y="546"/>
                  </a:lnTo>
                  <a:lnTo>
                    <a:pt x="1742" y="550"/>
                  </a:lnTo>
                  <a:lnTo>
                    <a:pt x="1728" y="550"/>
                  </a:lnTo>
                  <a:lnTo>
                    <a:pt x="1718" y="554"/>
                  </a:lnTo>
                  <a:lnTo>
                    <a:pt x="1708" y="558"/>
                  </a:lnTo>
                  <a:lnTo>
                    <a:pt x="1698" y="562"/>
                  </a:lnTo>
                  <a:lnTo>
                    <a:pt x="1692" y="566"/>
                  </a:lnTo>
                  <a:lnTo>
                    <a:pt x="1686" y="572"/>
                  </a:lnTo>
                  <a:lnTo>
                    <a:pt x="1682" y="578"/>
                  </a:lnTo>
                  <a:lnTo>
                    <a:pt x="1680" y="584"/>
                  </a:lnTo>
                  <a:lnTo>
                    <a:pt x="1678" y="590"/>
                  </a:lnTo>
                  <a:lnTo>
                    <a:pt x="1678" y="596"/>
                  </a:lnTo>
                  <a:lnTo>
                    <a:pt x="1680" y="602"/>
                  </a:lnTo>
                  <a:lnTo>
                    <a:pt x="1682" y="608"/>
                  </a:lnTo>
                  <a:lnTo>
                    <a:pt x="1686" y="612"/>
                  </a:lnTo>
                  <a:lnTo>
                    <a:pt x="1690" y="616"/>
                  </a:lnTo>
                  <a:lnTo>
                    <a:pt x="1696" y="618"/>
                  </a:lnTo>
                  <a:lnTo>
                    <a:pt x="1704" y="620"/>
                  </a:lnTo>
                  <a:lnTo>
                    <a:pt x="1716" y="622"/>
                  </a:lnTo>
                  <a:lnTo>
                    <a:pt x="1724" y="624"/>
                  </a:lnTo>
                  <a:lnTo>
                    <a:pt x="1726" y="628"/>
                  </a:lnTo>
                  <a:lnTo>
                    <a:pt x="1724" y="634"/>
                  </a:lnTo>
                  <a:lnTo>
                    <a:pt x="1716" y="638"/>
                  </a:lnTo>
                  <a:lnTo>
                    <a:pt x="1704" y="644"/>
                  </a:lnTo>
                  <a:lnTo>
                    <a:pt x="1690" y="648"/>
                  </a:lnTo>
                  <a:lnTo>
                    <a:pt x="1672" y="652"/>
                  </a:lnTo>
                  <a:lnTo>
                    <a:pt x="1638" y="658"/>
                  </a:lnTo>
                  <a:lnTo>
                    <a:pt x="1604" y="662"/>
                  </a:lnTo>
                  <a:lnTo>
                    <a:pt x="1542" y="662"/>
                  </a:lnTo>
                  <a:lnTo>
                    <a:pt x="1514" y="662"/>
                  </a:lnTo>
                  <a:lnTo>
                    <a:pt x="1490" y="666"/>
                  </a:lnTo>
                  <a:lnTo>
                    <a:pt x="1480" y="668"/>
                  </a:lnTo>
                  <a:lnTo>
                    <a:pt x="1470" y="672"/>
                  </a:lnTo>
                  <a:lnTo>
                    <a:pt x="1462" y="676"/>
                  </a:lnTo>
                  <a:lnTo>
                    <a:pt x="1458" y="682"/>
                  </a:lnTo>
                  <a:lnTo>
                    <a:pt x="1450" y="692"/>
                  </a:lnTo>
                  <a:lnTo>
                    <a:pt x="1450" y="696"/>
                  </a:lnTo>
                  <a:lnTo>
                    <a:pt x="1452" y="698"/>
                  </a:lnTo>
                  <a:lnTo>
                    <a:pt x="1456" y="702"/>
                  </a:lnTo>
                  <a:lnTo>
                    <a:pt x="1462" y="704"/>
                  </a:lnTo>
                  <a:lnTo>
                    <a:pt x="1470" y="706"/>
                  </a:lnTo>
                  <a:lnTo>
                    <a:pt x="1476" y="710"/>
                  </a:lnTo>
                  <a:lnTo>
                    <a:pt x="1476" y="714"/>
                  </a:lnTo>
                  <a:lnTo>
                    <a:pt x="1476" y="718"/>
                  </a:lnTo>
                  <a:lnTo>
                    <a:pt x="1476" y="724"/>
                  </a:lnTo>
                  <a:lnTo>
                    <a:pt x="1472" y="732"/>
                  </a:lnTo>
                  <a:lnTo>
                    <a:pt x="1468" y="738"/>
                  </a:lnTo>
                  <a:lnTo>
                    <a:pt x="1468" y="744"/>
                  </a:lnTo>
                  <a:lnTo>
                    <a:pt x="1468" y="748"/>
                  </a:lnTo>
                  <a:lnTo>
                    <a:pt x="1472" y="752"/>
                  </a:lnTo>
                  <a:lnTo>
                    <a:pt x="1480" y="756"/>
                  </a:lnTo>
                  <a:lnTo>
                    <a:pt x="1492" y="758"/>
                  </a:lnTo>
                  <a:lnTo>
                    <a:pt x="1506" y="760"/>
                  </a:lnTo>
                  <a:lnTo>
                    <a:pt x="1520" y="764"/>
                  </a:lnTo>
                  <a:lnTo>
                    <a:pt x="1524" y="766"/>
                  </a:lnTo>
                  <a:lnTo>
                    <a:pt x="1528" y="770"/>
                  </a:lnTo>
                  <a:lnTo>
                    <a:pt x="1532" y="774"/>
                  </a:lnTo>
                  <a:lnTo>
                    <a:pt x="1532" y="780"/>
                  </a:lnTo>
                  <a:lnTo>
                    <a:pt x="1534" y="786"/>
                  </a:lnTo>
                  <a:lnTo>
                    <a:pt x="1536" y="790"/>
                  </a:lnTo>
                  <a:lnTo>
                    <a:pt x="1540" y="792"/>
                  </a:lnTo>
                  <a:lnTo>
                    <a:pt x="1546" y="794"/>
                  </a:lnTo>
                  <a:lnTo>
                    <a:pt x="1556" y="796"/>
                  </a:lnTo>
                  <a:lnTo>
                    <a:pt x="1568" y="796"/>
                  </a:lnTo>
                  <a:lnTo>
                    <a:pt x="1580" y="798"/>
                  </a:lnTo>
                  <a:lnTo>
                    <a:pt x="1584" y="800"/>
                  </a:lnTo>
                  <a:lnTo>
                    <a:pt x="1586" y="804"/>
                  </a:lnTo>
                  <a:lnTo>
                    <a:pt x="1588" y="806"/>
                  </a:lnTo>
                  <a:lnTo>
                    <a:pt x="1588" y="812"/>
                  </a:lnTo>
                  <a:lnTo>
                    <a:pt x="1586" y="818"/>
                  </a:lnTo>
                  <a:lnTo>
                    <a:pt x="1582" y="828"/>
                  </a:lnTo>
                  <a:lnTo>
                    <a:pt x="1578" y="836"/>
                  </a:lnTo>
                  <a:lnTo>
                    <a:pt x="1576" y="844"/>
                  </a:lnTo>
                  <a:lnTo>
                    <a:pt x="1576" y="852"/>
                  </a:lnTo>
                  <a:lnTo>
                    <a:pt x="1578" y="858"/>
                  </a:lnTo>
                  <a:lnTo>
                    <a:pt x="1582" y="868"/>
                  </a:lnTo>
                  <a:lnTo>
                    <a:pt x="1590" y="876"/>
                  </a:lnTo>
                  <a:lnTo>
                    <a:pt x="1596" y="882"/>
                  </a:lnTo>
                  <a:lnTo>
                    <a:pt x="1598" y="886"/>
                  </a:lnTo>
                  <a:lnTo>
                    <a:pt x="1598" y="890"/>
                  </a:lnTo>
                  <a:lnTo>
                    <a:pt x="1598" y="896"/>
                  </a:lnTo>
                  <a:lnTo>
                    <a:pt x="1596" y="900"/>
                  </a:lnTo>
                  <a:lnTo>
                    <a:pt x="1590" y="906"/>
                  </a:lnTo>
                  <a:lnTo>
                    <a:pt x="1584" y="912"/>
                  </a:lnTo>
                  <a:lnTo>
                    <a:pt x="1570" y="922"/>
                  </a:lnTo>
                  <a:lnTo>
                    <a:pt x="1566" y="924"/>
                  </a:lnTo>
                  <a:lnTo>
                    <a:pt x="1564" y="922"/>
                  </a:lnTo>
                  <a:lnTo>
                    <a:pt x="1566" y="912"/>
                  </a:lnTo>
                  <a:lnTo>
                    <a:pt x="1568" y="898"/>
                  </a:lnTo>
                  <a:lnTo>
                    <a:pt x="1572" y="884"/>
                  </a:lnTo>
                  <a:lnTo>
                    <a:pt x="1572" y="878"/>
                  </a:lnTo>
                  <a:lnTo>
                    <a:pt x="1572" y="872"/>
                  </a:lnTo>
                  <a:lnTo>
                    <a:pt x="1570" y="866"/>
                  </a:lnTo>
                  <a:lnTo>
                    <a:pt x="1566" y="864"/>
                  </a:lnTo>
                  <a:lnTo>
                    <a:pt x="1560" y="864"/>
                  </a:lnTo>
                  <a:lnTo>
                    <a:pt x="1552" y="866"/>
                  </a:lnTo>
                  <a:lnTo>
                    <a:pt x="1542" y="868"/>
                  </a:lnTo>
                  <a:lnTo>
                    <a:pt x="1538" y="868"/>
                  </a:lnTo>
                  <a:lnTo>
                    <a:pt x="1536" y="866"/>
                  </a:lnTo>
                  <a:lnTo>
                    <a:pt x="1536" y="864"/>
                  </a:lnTo>
                  <a:lnTo>
                    <a:pt x="1542" y="856"/>
                  </a:lnTo>
                  <a:lnTo>
                    <a:pt x="1550" y="844"/>
                  </a:lnTo>
                  <a:lnTo>
                    <a:pt x="1560" y="832"/>
                  </a:lnTo>
                  <a:lnTo>
                    <a:pt x="1562" y="826"/>
                  </a:lnTo>
                  <a:lnTo>
                    <a:pt x="1564" y="820"/>
                  </a:lnTo>
                  <a:lnTo>
                    <a:pt x="1562" y="816"/>
                  </a:lnTo>
                  <a:lnTo>
                    <a:pt x="1558" y="812"/>
                  </a:lnTo>
                  <a:lnTo>
                    <a:pt x="1552" y="810"/>
                  </a:lnTo>
                  <a:lnTo>
                    <a:pt x="1540" y="810"/>
                  </a:lnTo>
                  <a:lnTo>
                    <a:pt x="1518" y="810"/>
                  </a:lnTo>
                  <a:lnTo>
                    <a:pt x="1504" y="806"/>
                  </a:lnTo>
                  <a:lnTo>
                    <a:pt x="1492" y="798"/>
                  </a:lnTo>
                  <a:lnTo>
                    <a:pt x="1482" y="792"/>
                  </a:lnTo>
                  <a:lnTo>
                    <a:pt x="1472" y="782"/>
                  </a:lnTo>
                  <a:lnTo>
                    <a:pt x="1460" y="774"/>
                  </a:lnTo>
                  <a:lnTo>
                    <a:pt x="1442" y="768"/>
                  </a:lnTo>
                  <a:lnTo>
                    <a:pt x="1416" y="762"/>
                  </a:lnTo>
                  <a:lnTo>
                    <a:pt x="1400" y="760"/>
                  </a:lnTo>
                  <a:lnTo>
                    <a:pt x="1386" y="760"/>
                  </a:lnTo>
                  <a:lnTo>
                    <a:pt x="1374" y="760"/>
                  </a:lnTo>
                  <a:lnTo>
                    <a:pt x="1364" y="762"/>
                  </a:lnTo>
                  <a:lnTo>
                    <a:pt x="1358" y="764"/>
                  </a:lnTo>
                  <a:lnTo>
                    <a:pt x="1352" y="768"/>
                  </a:lnTo>
                  <a:lnTo>
                    <a:pt x="1346" y="776"/>
                  </a:lnTo>
                  <a:lnTo>
                    <a:pt x="1342" y="784"/>
                  </a:lnTo>
                  <a:lnTo>
                    <a:pt x="1340" y="790"/>
                  </a:lnTo>
                  <a:lnTo>
                    <a:pt x="1336" y="794"/>
                  </a:lnTo>
                  <a:lnTo>
                    <a:pt x="1334" y="794"/>
                  </a:lnTo>
                  <a:lnTo>
                    <a:pt x="1330" y="792"/>
                  </a:lnTo>
                  <a:lnTo>
                    <a:pt x="1316" y="788"/>
                  </a:lnTo>
                  <a:lnTo>
                    <a:pt x="1302" y="788"/>
                  </a:lnTo>
                  <a:lnTo>
                    <a:pt x="1292" y="792"/>
                  </a:lnTo>
                  <a:lnTo>
                    <a:pt x="1284" y="796"/>
                  </a:lnTo>
                  <a:lnTo>
                    <a:pt x="1282" y="800"/>
                  </a:lnTo>
                  <a:lnTo>
                    <a:pt x="1282" y="804"/>
                  </a:lnTo>
                  <a:lnTo>
                    <a:pt x="1282" y="808"/>
                  </a:lnTo>
                  <a:lnTo>
                    <a:pt x="1284" y="812"/>
                  </a:lnTo>
                  <a:lnTo>
                    <a:pt x="1288" y="816"/>
                  </a:lnTo>
                  <a:lnTo>
                    <a:pt x="1294" y="820"/>
                  </a:lnTo>
                  <a:lnTo>
                    <a:pt x="1314" y="828"/>
                  </a:lnTo>
                  <a:lnTo>
                    <a:pt x="1332" y="834"/>
                  </a:lnTo>
                  <a:lnTo>
                    <a:pt x="1342" y="840"/>
                  </a:lnTo>
                  <a:lnTo>
                    <a:pt x="1344" y="842"/>
                  </a:lnTo>
                  <a:lnTo>
                    <a:pt x="1344" y="844"/>
                  </a:lnTo>
                  <a:lnTo>
                    <a:pt x="1340" y="846"/>
                  </a:lnTo>
                  <a:lnTo>
                    <a:pt x="1332" y="848"/>
                  </a:lnTo>
                  <a:lnTo>
                    <a:pt x="1318" y="848"/>
                  </a:lnTo>
                  <a:lnTo>
                    <a:pt x="1280" y="844"/>
                  </a:lnTo>
                  <a:lnTo>
                    <a:pt x="1270" y="842"/>
                  </a:lnTo>
                  <a:lnTo>
                    <a:pt x="1264" y="840"/>
                  </a:lnTo>
                  <a:lnTo>
                    <a:pt x="1260" y="836"/>
                  </a:lnTo>
                  <a:lnTo>
                    <a:pt x="1256" y="830"/>
                  </a:lnTo>
                  <a:lnTo>
                    <a:pt x="1256" y="824"/>
                  </a:lnTo>
                  <a:lnTo>
                    <a:pt x="1256" y="818"/>
                  </a:lnTo>
                  <a:lnTo>
                    <a:pt x="1260" y="804"/>
                  </a:lnTo>
                  <a:lnTo>
                    <a:pt x="1264" y="788"/>
                  </a:lnTo>
                  <a:lnTo>
                    <a:pt x="1268" y="772"/>
                  </a:lnTo>
                  <a:lnTo>
                    <a:pt x="1270" y="758"/>
                  </a:lnTo>
                  <a:lnTo>
                    <a:pt x="1268" y="750"/>
                  </a:lnTo>
                  <a:lnTo>
                    <a:pt x="1266" y="744"/>
                  </a:lnTo>
                  <a:lnTo>
                    <a:pt x="1258" y="734"/>
                  </a:lnTo>
                  <a:lnTo>
                    <a:pt x="1250" y="726"/>
                  </a:lnTo>
                  <a:lnTo>
                    <a:pt x="1244" y="722"/>
                  </a:lnTo>
                  <a:lnTo>
                    <a:pt x="1240" y="722"/>
                  </a:lnTo>
                  <a:lnTo>
                    <a:pt x="1236" y="724"/>
                  </a:lnTo>
                  <a:lnTo>
                    <a:pt x="1234" y="730"/>
                  </a:lnTo>
                  <a:lnTo>
                    <a:pt x="1234" y="738"/>
                  </a:lnTo>
                  <a:lnTo>
                    <a:pt x="1238" y="752"/>
                  </a:lnTo>
                  <a:lnTo>
                    <a:pt x="1240" y="762"/>
                  </a:lnTo>
                  <a:lnTo>
                    <a:pt x="1238" y="772"/>
                  </a:lnTo>
                  <a:lnTo>
                    <a:pt x="1236" y="778"/>
                  </a:lnTo>
                  <a:lnTo>
                    <a:pt x="1230" y="784"/>
                  </a:lnTo>
                  <a:lnTo>
                    <a:pt x="1224" y="788"/>
                  </a:lnTo>
                  <a:lnTo>
                    <a:pt x="1216" y="792"/>
                  </a:lnTo>
                  <a:lnTo>
                    <a:pt x="1198" y="798"/>
                  </a:lnTo>
                  <a:lnTo>
                    <a:pt x="1182" y="804"/>
                  </a:lnTo>
                  <a:lnTo>
                    <a:pt x="1176" y="808"/>
                  </a:lnTo>
                  <a:lnTo>
                    <a:pt x="1170" y="812"/>
                  </a:lnTo>
                  <a:lnTo>
                    <a:pt x="1168" y="818"/>
                  </a:lnTo>
                  <a:lnTo>
                    <a:pt x="1168" y="824"/>
                  </a:lnTo>
                  <a:lnTo>
                    <a:pt x="1172" y="832"/>
                  </a:lnTo>
                  <a:lnTo>
                    <a:pt x="1178" y="842"/>
                  </a:lnTo>
                  <a:lnTo>
                    <a:pt x="1200" y="870"/>
                  </a:lnTo>
                  <a:lnTo>
                    <a:pt x="1208" y="878"/>
                  </a:lnTo>
                  <a:lnTo>
                    <a:pt x="1212" y="886"/>
                  </a:lnTo>
                  <a:lnTo>
                    <a:pt x="1212" y="894"/>
                  </a:lnTo>
                  <a:lnTo>
                    <a:pt x="1210" y="902"/>
                  </a:lnTo>
                  <a:lnTo>
                    <a:pt x="1204" y="912"/>
                  </a:lnTo>
                  <a:lnTo>
                    <a:pt x="1194" y="926"/>
                  </a:lnTo>
                  <a:lnTo>
                    <a:pt x="1184" y="940"/>
                  </a:lnTo>
                  <a:lnTo>
                    <a:pt x="1180" y="950"/>
                  </a:lnTo>
                  <a:lnTo>
                    <a:pt x="1180" y="956"/>
                  </a:lnTo>
                  <a:lnTo>
                    <a:pt x="1182" y="962"/>
                  </a:lnTo>
                  <a:lnTo>
                    <a:pt x="1190" y="974"/>
                  </a:lnTo>
                  <a:lnTo>
                    <a:pt x="1192" y="982"/>
                  </a:lnTo>
                  <a:lnTo>
                    <a:pt x="1194" y="992"/>
                  </a:lnTo>
                  <a:lnTo>
                    <a:pt x="1194" y="996"/>
                  </a:lnTo>
                  <a:lnTo>
                    <a:pt x="1196" y="1000"/>
                  </a:lnTo>
                  <a:lnTo>
                    <a:pt x="1200" y="1002"/>
                  </a:lnTo>
                  <a:lnTo>
                    <a:pt x="1204" y="1002"/>
                  </a:lnTo>
                  <a:lnTo>
                    <a:pt x="1218" y="1000"/>
                  </a:lnTo>
                  <a:lnTo>
                    <a:pt x="1234" y="996"/>
                  </a:lnTo>
                  <a:lnTo>
                    <a:pt x="1254" y="992"/>
                  </a:lnTo>
                  <a:lnTo>
                    <a:pt x="1276" y="992"/>
                  </a:lnTo>
                  <a:lnTo>
                    <a:pt x="1288" y="992"/>
                  </a:lnTo>
                  <a:lnTo>
                    <a:pt x="1298" y="994"/>
                  </a:lnTo>
                  <a:lnTo>
                    <a:pt x="1310" y="998"/>
                  </a:lnTo>
                  <a:lnTo>
                    <a:pt x="1322" y="1004"/>
                  </a:lnTo>
                  <a:lnTo>
                    <a:pt x="1340" y="1016"/>
                  </a:lnTo>
                  <a:lnTo>
                    <a:pt x="1352" y="1028"/>
                  </a:lnTo>
                  <a:lnTo>
                    <a:pt x="1358" y="1036"/>
                  </a:lnTo>
                  <a:lnTo>
                    <a:pt x="1360" y="1044"/>
                  </a:lnTo>
                  <a:lnTo>
                    <a:pt x="1360" y="1050"/>
                  </a:lnTo>
                  <a:lnTo>
                    <a:pt x="1356" y="1054"/>
                  </a:lnTo>
                  <a:lnTo>
                    <a:pt x="1350" y="1066"/>
                  </a:lnTo>
                  <a:lnTo>
                    <a:pt x="1342" y="1078"/>
                  </a:lnTo>
                  <a:lnTo>
                    <a:pt x="1334" y="1092"/>
                  </a:lnTo>
                  <a:lnTo>
                    <a:pt x="1332" y="1096"/>
                  </a:lnTo>
                  <a:lnTo>
                    <a:pt x="1330" y="1098"/>
                  </a:lnTo>
                  <a:lnTo>
                    <a:pt x="1330" y="1092"/>
                  </a:lnTo>
                  <a:lnTo>
                    <a:pt x="1332" y="1082"/>
                  </a:lnTo>
                  <a:lnTo>
                    <a:pt x="1334" y="1066"/>
                  </a:lnTo>
                  <a:lnTo>
                    <a:pt x="1334" y="1052"/>
                  </a:lnTo>
                  <a:lnTo>
                    <a:pt x="1330" y="1038"/>
                  </a:lnTo>
                  <a:lnTo>
                    <a:pt x="1322" y="1026"/>
                  </a:lnTo>
                  <a:lnTo>
                    <a:pt x="1318" y="1020"/>
                  </a:lnTo>
                  <a:lnTo>
                    <a:pt x="1312" y="1016"/>
                  </a:lnTo>
                  <a:lnTo>
                    <a:pt x="1304" y="1014"/>
                  </a:lnTo>
                  <a:lnTo>
                    <a:pt x="1298" y="1012"/>
                  </a:lnTo>
                  <a:lnTo>
                    <a:pt x="1288" y="1010"/>
                  </a:lnTo>
                  <a:lnTo>
                    <a:pt x="1278" y="1010"/>
                  </a:lnTo>
                  <a:lnTo>
                    <a:pt x="1266" y="1012"/>
                  </a:lnTo>
                  <a:lnTo>
                    <a:pt x="1254" y="1016"/>
                  </a:lnTo>
                  <a:lnTo>
                    <a:pt x="1242" y="1020"/>
                  </a:lnTo>
                  <a:lnTo>
                    <a:pt x="1234" y="1026"/>
                  </a:lnTo>
                  <a:lnTo>
                    <a:pt x="1228" y="1032"/>
                  </a:lnTo>
                  <a:lnTo>
                    <a:pt x="1224" y="1036"/>
                  </a:lnTo>
                  <a:lnTo>
                    <a:pt x="1222" y="1044"/>
                  </a:lnTo>
                  <a:lnTo>
                    <a:pt x="1222" y="1050"/>
                  </a:lnTo>
                  <a:lnTo>
                    <a:pt x="1226" y="1062"/>
                  </a:lnTo>
                  <a:lnTo>
                    <a:pt x="1230" y="1076"/>
                  </a:lnTo>
                  <a:lnTo>
                    <a:pt x="1234" y="1088"/>
                  </a:lnTo>
                  <a:lnTo>
                    <a:pt x="1234" y="1092"/>
                  </a:lnTo>
                  <a:lnTo>
                    <a:pt x="1232" y="1098"/>
                  </a:lnTo>
                  <a:lnTo>
                    <a:pt x="1228" y="1102"/>
                  </a:lnTo>
                  <a:lnTo>
                    <a:pt x="1222" y="1106"/>
                  </a:lnTo>
                  <a:lnTo>
                    <a:pt x="1210" y="1112"/>
                  </a:lnTo>
                  <a:lnTo>
                    <a:pt x="1202" y="1120"/>
                  </a:lnTo>
                  <a:lnTo>
                    <a:pt x="1198" y="1128"/>
                  </a:lnTo>
                  <a:lnTo>
                    <a:pt x="1196" y="1136"/>
                  </a:lnTo>
                  <a:lnTo>
                    <a:pt x="1194" y="1144"/>
                  </a:lnTo>
                  <a:lnTo>
                    <a:pt x="1188" y="1152"/>
                  </a:lnTo>
                  <a:lnTo>
                    <a:pt x="1180" y="1160"/>
                  </a:lnTo>
                  <a:lnTo>
                    <a:pt x="1166" y="1168"/>
                  </a:lnTo>
                  <a:lnTo>
                    <a:pt x="1152" y="1176"/>
                  </a:lnTo>
                  <a:lnTo>
                    <a:pt x="1144" y="1184"/>
                  </a:lnTo>
                  <a:lnTo>
                    <a:pt x="1136" y="1196"/>
                  </a:lnTo>
                  <a:lnTo>
                    <a:pt x="1130" y="1200"/>
                  </a:lnTo>
                  <a:lnTo>
                    <a:pt x="1118" y="1202"/>
                  </a:lnTo>
                  <a:lnTo>
                    <a:pt x="1100" y="1200"/>
                  </a:lnTo>
                  <a:lnTo>
                    <a:pt x="1070" y="1196"/>
                  </a:lnTo>
                  <a:lnTo>
                    <a:pt x="1044" y="1190"/>
                  </a:lnTo>
                  <a:lnTo>
                    <a:pt x="1036" y="1186"/>
                  </a:lnTo>
                  <a:lnTo>
                    <a:pt x="1040" y="1184"/>
                  </a:lnTo>
                  <a:lnTo>
                    <a:pt x="1052" y="1180"/>
                  </a:lnTo>
                  <a:lnTo>
                    <a:pt x="1072" y="1176"/>
                  </a:lnTo>
                  <a:lnTo>
                    <a:pt x="1094" y="1168"/>
                  </a:lnTo>
                  <a:lnTo>
                    <a:pt x="1104" y="1162"/>
                  </a:lnTo>
                  <a:lnTo>
                    <a:pt x="1114" y="1156"/>
                  </a:lnTo>
                  <a:lnTo>
                    <a:pt x="1122" y="1148"/>
                  </a:lnTo>
                  <a:lnTo>
                    <a:pt x="1128" y="1138"/>
                  </a:lnTo>
                  <a:lnTo>
                    <a:pt x="1138" y="1122"/>
                  </a:lnTo>
                  <a:lnTo>
                    <a:pt x="1146" y="1112"/>
                  </a:lnTo>
                  <a:lnTo>
                    <a:pt x="1154" y="1106"/>
                  </a:lnTo>
                  <a:lnTo>
                    <a:pt x="1160" y="1104"/>
                  </a:lnTo>
                  <a:lnTo>
                    <a:pt x="1166" y="1100"/>
                  </a:lnTo>
                  <a:lnTo>
                    <a:pt x="1170" y="1096"/>
                  </a:lnTo>
                  <a:lnTo>
                    <a:pt x="1174" y="1088"/>
                  </a:lnTo>
                  <a:lnTo>
                    <a:pt x="1176" y="1072"/>
                  </a:lnTo>
                  <a:lnTo>
                    <a:pt x="1176" y="1058"/>
                  </a:lnTo>
                  <a:lnTo>
                    <a:pt x="1174" y="1044"/>
                  </a:lnTo>
                  <a:lnTo>
                    <a:pt x="1166" y="1034"/>
                  </a:lnTo>
                  <a:lnTo>
                    <a:pt x="1160" y="1026"/>
                  </a:lnTo>
                  <a:lnTo>
                    <a:pt x="1152" y="1016"/>
                  </a:lnTo>
                  <a:lnTo>
                    <a:pt x="1146" y="1004"/>
                  </a:lnTo>
                  <a:lnTo>
                    <a:pt x="1142" y="988"/>
                  </a:lnTo>
                  <a:lnTo>
                    <a:pt x="1142" y="968"/>
                  </a:lnTo>
                  <a:lnTo>
                    <a:pt x="1150" y="928"/>
                  </a:lnTo>
                  <a:lnTo>
                    <a:pt x="1152" y="910"/>
                  </a:lnTo>
                  <a:lnTo>
                    <a:pt x="1154" y="896"/>
                  </a:lnTo>
                  <a:lnTo>
                    <a:pt x="1152" y="882"/>
                  </a:lnTo>
                  <a:lnTo>
                    <a:pt x="1148" y="868"/>
                  </a:lnTo>
                  <a:lnTo>
                    <a:pt x="1140" y="856"/>
                  </a:lnTo>
                  <a:lnTo>
                    <a:pt x="1126" y="844"/>
                  </a:lnTo>
                  <a:lnTo>
                    <a:pt x="1116" y="832"/>
                  </a:lnTo>
                  <a:lnTo>
                    <a:pt x="1114" y="828"/>
                  </a:lnTo>
                  <a:lnTo>
                    <a:pt x="1112" y="824"/>
                  </a:lnTo>
                  <a:lnTo>
                    <a:pt x="1114" y="822"/>
                  </a:lnTo>
                  <a:lnTo>
                    <a:pt x="1118" y="818"/>
                  </a:lnTo>
                  <a:lnTo>
                    <a:pt x="1126" y="812"/>
                  </a:lnTo>
                  <a:lnTo>
                    <a:pt x="1136" y="804"/>
                  </a:lnTo>
                  <a:lnTo>
                    <a:pt x="1146" y="796"/>
                  </a:lnTo>
                  <a:lnTo>
                    <a:pt x="1150" y="790"/>
                  </a:lnTo>
                  <a:lnTo>
                    <a:pt x="1154" y="782"/>
                  </a:lnTo>
                  <a:lnTo>
                    <a:pt x="1156" y="774"/>
                  </a:lnTo>
                  <a:lnTo>
                    <a:pt x="1156" y="764"/>
                  </a:lnTo>
                  <a:lnTo>
                    <a:pt x="1156" y="754"/>
                  </a:lnTo>
                  <a:lnTo>
                    <a:pt x="1152" y="744"/>
                  </a:lnTo>
                  <a:lnTo>
                    <a:pt x="1148" y="738"/>
                  </a:lnTo>
                  <a:lnTo>
                    <a:pt x="1142" y="732"/>
                  </a:lnTo>
                  <a:lnTo>
                    <a:pt x="1134" y="728"/>
                  </a:lnTo>
                  <a:lnTo>
                    <a:pt x="1126" y="724"/>
                  </a:lnTo>
                  <a:lnTo>
                    <a:pt x="1106" y="722"/>
                  </a:lnTo>
                  <a:lnTo>
                    <a:pt x="1086" y="722"/>
                  </a:lnTo>
                  <a:lnTo>
                    <a:pt x="1064" y="724"/>
                  </a:lnTo>
                  <a:lnTo>
                    <a:pt x="1044" y="724"/>
                  </a:lnTo>
                  <a:lnTo>
                    <a:pt x="1028" y="722"/>
                  </a:lnTo>
                  <a:lnTo>
                    <a:pt x="1020" y="722"/>
                  </a:lnTo>
                  <a:lnTo>
                    <a:pt x="1012" y="722"/>
                  </a:lnTo>
                  <a:lnTo>
                    <a:pt x="1006" y="726"/>
                  </a:lnTo>
                  <a:lnTo>
                    <a:pt x="1002" y="732"/>
                  </a:lnTo>
                  <a:lnTo>
                    <a:pt x="994" y="748"/>
                  </a:lnTo>
                  <a:lnTo>
                    <a:pt x="988" y="766"/>
                  </a:lnTo>
                  <a:lnTo>
                    <a:pt x="980" y="788"/>
                  </a:lnTo>
                  <a:lnTo>
                    <a:pt x="970" y="808"/>
                  </a:lnTo>
                  <a:lnTo>
                    <a:pt x="964" y="816"/>
                  </a:lnTo>
                  <a:lnTo>
                    <a:pt x="958" y="824"/>
                  </a:lnTo>
                  <a:lnTo>
                    <a:pt x="948" y="832"/>
                  </a:lnTo>
                  <a:lnTo>
                    <a:pt x="938" y="838"/>
                  </a:lnTo>
                  <a:lnTo>
                    <a:pt x="916" y="848"/>
                  </a:lnTo>
                  <a:lnTo>
                    <a:pt x="908" y="854"/>
                  </a:lnTo>
                  <a:lnTo>
                    <a:pt x="906" y="858"/>
                  </a:lnTo>
                  <a:lnTo>
                    <a:pt x="904" y="862"/>
                  </a:lnTo>
                  <a:lnTo>
                    <a:pt x="906" y="866"/>
                  </a:lnTo>
                  <a:lnTo>
                    <a:pt x="912" y="874"/>
                  </a:lnTo>
                  <a:lnTo>
                    <a:pt x="920" y="884"/>
                  </a:lnTo>
                  <a:lnTo>
                    <a:pt x="922" y="888"/>
                  </a:lnTo>
                  <a:lnTo>
                    <a:pt x="926" y="894"/>
                  </a:lnTo>
                  <a:lnTo>
                    <a:pt x="926" y="902"/>
                  </a:lnTo>
                  <a:lnTo>
                    <a:pt x="926" y="910"/>
                  </a:lnTo>
                  <a:lnTo>
                    <a:pt x="922" y="918"/>
                  </a:lnTo>
                  <a:lnTo>
                    <a:pt x="916" y="928"/>
                  </a:lnTo>
                  <a:lnTo>
                    <a:pt x="912" y="938"/>
                  </a:lnTo>
                  <a:lnTo>
                    <a:pt x="910" y="948"/>
                  </a:lnTo>
                  <a:lnTo>
                    <a:pt x="912" y="954"/>
                  </a:lnTo>
                  <a:lnTo>
                    <a:pt x="916" y="962"/>
                  </a:lnTo>
                  <a:lnTo>
                    <a:pt x="924" y="968"/>
                  </a:lnTo>
                  <a:lnTo>
                    <a:pt x="932" y="974"/>
                  </a:lnTo>
                  <a:lnTo>
                    <a:pt x="952" y="986"/>
                  </a:lnTo>
                  <a:lnTo>
                    <a:pt x="974" y="996"/>
                  </a:lnTo>
                  <a:lnTo>
                    <a:pt x="982" y="1002"/>
                  </a:lnTo>
                  <a:lnTo>
                    <a:pt x="990" y="1008"/>
                  </a:lnTo>
                  <a:lnTo>
                    <a:pt x="996" y="1014"/>
                  </a:lnTo>
                  <a:lnTo>
                    <a:pt x="998" y="1022"/>
                  </a:lnTo>
                  <a:lnTo>
                    <a:pt x="998" y="1030"/>
                  </a:lnTo>
                  <a:lnTo>
                    <a:pt x="992" y="1040"/>
                  </a:lnTo>
                  <a:lnTo>
                    <a:pt x="982" y="1054"/>
                  </a:lnTo>
                  <a:lnTo>
                    <a:pt x="978" y="1058"/>
                  </a:lnTo>
                  <a:lnTo>
                    <a:pt x="974" y="1060"/>
                  </a:lnTo>
                  <a:lnTo>
                    <a:pt x="970" y="1060"/>
                  </a:lnTo>
                  <a:lnTo>
                    <a:pt x="966" y="1060"/>
                  </a:lnTo>
                  <a:lnTo>
                    <a:pt x="956" y="1052"/>
                  </a:lnTo>
                  <a:lnTo>
                    <a:pt x="942" y="1040"/>
                  </a:lnTo>
                  <a:lnTo>
                    <a:pt x="918" y="1024"/>
                  </a:lnTo>
                  <a:lnTo>
                    <a:pt x="884" y="1004"/>
                  </a:lnTo>
                  <a:lnTo>
                    <a:pt x="862" y="994"/>
                  </a:lnTo>
                  <a:lnTo>
                    <a:pt x="838" y="984"/>
                  </a:lnTo>
                  <a:lnTo>
                    <a:pt x="810" y="974"/>
                  </a:lnTo>
                  <a:lnTo>
                    <a:pt x="786" y="966"/>
                  </a:lnTo>
                  <a:lnTo>
                    <a:pt x="762" y="960"/>
                  </a:lnTo>
                  <a:lnTo>
                    <a:pt x="742" y="956"/>
                  </a:lnTo>
                  <a:lnTo>
                    <a:pt x="724" y="954"/>
                  </a:lnTo>
                  <a:lnTo>
                    <a:pt x="706" y="952"/>
                  </a:lnTo>
                  <a:lnTo>
                    <a:pt x="692" y="952"/>
                  </a:lnTo>
                  <a:lnTo>
                    <a:pt x="678" y="954"/>
                  </a:lnTo>
                  <a:lnTo>
                    <a:pt x="668" y="956"/>
                  </a:lnTo>
                  <a:lnTo>
                    <a:pt x="660" y="960"/>
                  </a:lnTo>
                  <a:lnTo>
                    <a:pt x="654" y="964"/>
                  </a:lnTo>
                  <a:lnTo>
                    <a:pt x="650" y="968"/>
                  </a:lnTo>
                  <a:lnTo>
                    <a:pt x="650" y="974"/>
                  </a:lnTo>
                  <a:lnTo>
                    <a:pt x="650" y="980"/>
                  </a:lnTo>
                  <a:lnTo>
                    <a:pt x="654" y="986"/>
                  </a:lnTo>
                  <a:lnTo>
                    <a:pt x="660" y="994"/>
                  </a:lnTo>
                  <a:lnTo>
                    <a:pt x="664" y="998"/>
                  </a:lnTo>
                  <a:lnTo>
                    <a:pt x="664" y="1004"/>
                  </a:lnTo>
                  <a:lnTo>
                    <a:pt x="664" y="1010"/>
                  </a:lnTo>
                  <a:lnTo>
                    <a:pt x="662" y="1016"/>
                  </a:lnTo>
                  <a:lnTo>
                    <a:pt x="654" y="1028"/>
                  </a:lnTo>
                  <a:lnTo>
                    <a:pt x="642" y="1038"/>
                  </a:lnTo>
                  <a:lnTo>
                    <a:pt x="628" y="1044"/>
                  </a:lnTo>
                  <a:lnTo>
                    <a:pt x="622" y="1046"/>
                  </a:lnTo>
                  <a:lnTo>
                    <a:pt x="618" y="1046"/>
                  </a:lnTo>
                  <a:lnTo>
                    <a:pt x="612" y="1046"/>
                  </a:lnTo>
                  <a:lnTo>
                    <a:pt x="608" y="1042"/>
                  </a:lnTo>
                  <a:lnTo>
                    <a:pt x="606" y="1038"/>
                  </a:lnTo>
                  <a:lnTo>
                    <a:pt x="606" y="1030"/>
                  </a:lnTo>
                  <a:lnTo>
                    <a:pt x="604" y="1018"/>
                  </a:lnTo>
                  <a:lnTo>
                    <a:pt x="602" y="1010"/>
                  </a:lnTo>
                  <a:lnTo>
                    <a:pt x="596" y="1006"/>
                  </a:lnTo>
                  <a:lnTo>
                    <a:pt x="590" y="1006"/>
                  </a:lnTo>
                  <a:lnTo>
                    <a:pt x="582" y="1010"/>
                  </a:lnTo>
                  <a:lnTo>
                    <a:pt x="570" y="1016"/>
                  </a:lnTo>
                  <a:lnTo>
                    <a:pt x="542" y="1034"/>
                  </a:lnTo>
                  <a:lnTo>
                    <a:pt x="526" y="1042"/>
                  </a:lnTo>
                  <a:lnTo>
                    <a:pt x="520" y="1042"/>
                  </a:lnTo>
                  <a:lnTo>
                    <a:pt x="516" y="1042"/>
                  </a:lnTo>
                  <a:lnTo>
                    <a:pt x="506" y="1040"/>
                  </a:lnTo>
                  <a:lnTo>
                    <a:pt x="498" y="1036"/>
                  </a:lnTo>
                  <a:lnTo>
                    <a:pt x="488" y="1032"/>
                  </a:lnTo>
                  <a:lnTo>
                    <a:pt x="478" y="1032"/>
                  </a:lnTo>
                  <a:lnTo>
                    <a:pt x="470" y="1032"/>
                  </a:lnTo>
                  <a:lnTo>
                    <a:pt x="462" y="1034"/>
                  </a:lnTo>
                  <a:lnTo>
                    <a:pt x="440" y="1046"/>
                  </a:lnTo>
                  <a:lnTo>
                    <a:pt x="420" y="1056"/>
                  </a:lnTo>
                  <a:lnTo>
                    <a:pt x="412" y="1060"/>
                  </a:lnTo>
                  <a:lnTo>
                    <a:pt x="406" y="1060"/>
                  </a:lnTo>
                  <a:lnTo>
                    <a:pt x="400" y="1060"/>
                  </a:lnTo>
                  <a:lnTo>
                    <a:pt x="396" y="1058"/>
                  </a:lnTo>
                  <a:lnTo>
                    <a:pt x="392" y="1054"/>
                  </a:lnTo>
                  <a:lnTo>
                    <a:pt x="390" y="1052"/>
                  </a:lnTo>
                  <a:lnTo>
                    <a:pt x="388" y="1042"/>
                  </a:lnTo>
                  <a:lnTo>
                    <a:pt x="392" y="1030"/>
                  </a:lnTo>
                  <a:lnTo>
                    <a:pt x="396" y="1020"/>
                  </a:lnTo>
                  <a:lnTo>
                    <a:pt x="406" y="1012"/>
                  </a:lnTo>
                  <a:lnTo>
                    <a:pt x="410" y="1006"/>
                  </a:lnTo>
                  <a:lnTo>
                    <a:pt x="412" y="1004"/>
                  </a:lnTo>
                  <a:lnTo>
                    <a:pt x="410" y="1004"/>
                  </a:lnTo>
                  <a:lnTo>
                    <a:pt x="402" y="1004"/>
                  </a:lnTo>
                  <a:lnTo>
                    <a:pt x="388" y="1008"/>
                  </a:lnTo>
                  <a:lnTo>
                    <a:pt x="368" y="1014"/>
                  </a:lnTo>
                  <a:lnTo>
                    <a:pt x="342" y="1024"/>
                  </a:lnTo>
                  <a:lnTo>
                    <a:pt x="312" y="1038"/>
                  </a:lnTo>
                  <a:lnTo>
                    <a:pt x="276" y="1054"/>
                  </a:lnTo>
                  <a:lnTo>
                    <a:pt x="242" y="1070"/>
                  </a:lnTo>
                  <a:lnTo>
                    <a:pt x="216" y="1078"/>
                  </a:lnTo>
                  <a:lnTo>
                    <a:pt x="196" y="1084"/>
                  </a:lnTo>
                  <a:lnTo>
                    <a:pt x="180" y="1086"/>
                  </a:lnTo>
                  <a:lnTo>
                    <a:pt x="168" y="1088"/>
                  </a:lnTo>
                  <a:lnTo>
                    <a:pt x="158" y="1094"/>
                  </a:lnTo>
                  <a:lnTo>
                    <a:pt x="152" y="1106"/>
                  </a:lnTo>
                  <a:lnTo>
                    <a:pt x="144" y="1124"/>
                  </a:lnTo>
                  <a:lnTo>
                    <a:pt x="138" y="1142"/>
                  </a:lnTo>
                  <a:lnTo>
                    <a:pt x="132" y="1152"/>
                  </a:lnTo>
                  <a:lnTo>
                    <a:pt x="126" y="1158"/>
                  </a:lnTo>
                  <a:lnTo>
                    <a:pt x="120" y="1158"/>
                  </a:lnTo>
                  <a:lnTo>
                    <a:pt x="106" y="1156"/>
                  </a:lnTo>
                  <a:lnTo>
                    <a:pt x="98" y="1156"/>
                  </a:lnTo>
                  <a:lnTo>
                    <a:pt x="86" y="1160"/>
                  </a:lnTo>
                  <a:lnTo>
                    <a:pt x="78" y="1164"/>
                  </a:lnTo>
                  <a:lnTo>
                    <a:pt x="54" y="1230"/>
                  </a:lnTo>
                  <a:lnTo>
                    <a:pt x="44" y="1256"/>
                  </a:lnTo>
                  <a:lnTo>
                    <a:pt x="36" y="1274"/>
                  </a:lnTo>
                  <a:lnTo>
                    <a:pt x="28" y="1292"/>
                  </a:lnTo>
                  <a:lnTo>
                    <a:pt x="20" y="1312"/>
                  </a:lnTo>
                  <a:lnTo>
                    <a:pt x="8" y="1346"/>
                  </a:lnTo>
                  <a:lnTo>
                    <a:pt x="0" y="1382"/>
                  </a:lnTo>
                  <a:lnTo>
                    <a:pt x="0" y="1562"/>
                  </a:lnTo>
                  <a:lnTo>
                    <a:pt x="60" y="1706"/>
                  </a:lnTo>
                  <a:lnTo>
                    <a:pt x="180" y="1898"/>
                  </a:lnTo>
                  <a:lnTo>
                    <a:pt x="236" y="2142"/>
                  </a:lnTo>
                  <a:lnTo>
                    <a:pt x="172" y="2176"/>
                  </a:lnTo>
                  <a:lnTo>
                    <a:pt x="166" y="2200"/>
                  </a:lnTo>
                  <a:lnTo>
                    <a:pt x="124" y="2214"/>
                  </a:lnTo>
                  <a:lnTo>
                    <a:pt x="104" y="2206"/>
                  </a:lnTo>
                  <a:lnTo>
                    <a:pt x="92" y="2204"/>
                  </a:lnTo>
                  <a:lnTo>
                    <a:pt x="86" y="2204"/>
                  </a:lnTo>
                  <a:lnTo>
                    <a:pt x="84" y="2208"/>
                  </a:lnTo>
                  <a:lnTo>
                    <a:pt x="70" y="2258"/>
                  </a:lnTo>
                  <a:lnTo>
                    <a:pt x="60" y="2304"/>
                  </a:lnTo>
                  <a:lnTo>
                    <a:pt x="76" y="2364"/>
                  </a:lnTo>
                  <a:lnTo>
                    <a:pt x="114" y="2388"/>
                  </a:lnTo>
                  <a:lnTo>
                    <a:pt x="142" y="2422"/>
                  </a:lnTo>
                  <a:lnTo>
                    <a:pt x="148" y="2454"/>
                  </a:lnTo>
                  <a:lnTo>
                    <a:pt x="130" y="2486"/>
                  </a:lnTo>
                  <a:lnTo>
                    <a:pt x="98" y="2508"/>
                  </a:lnTo>
                  <a:lnTo>
                    <a:pt x="70" y="2552"/>
                  </a:lnTo>
                  <a:lnTo>
                    <a:pt x="80" y="2588"/>
                  </a:lnTo>
                  <a:lnTo>
                    <a:pt x="132" y="2652"/>
                  </a:lnTo>
                  <a:lnTo>
                    <a:pt x="156" y="2704"/>
                  </a:lnTo>
                  <a:lnTo>
                    <a:pt x="182" y="2744"/>
                  </a:lnTo>
                  <a:lnTo>
                    <a:pt x="180" y="2776"/>
                  </a:lnTo>
                  <a:lnTo>
                    <a:pt x="182" y="2792"/>
                  </a:lnTo>
                  <a:lnTo>
                    <a:pt x="186" y="2844"/>
                  </a:lnTo>
                  <a:lnTo>
                    <a:pt x="190" y="2864"/>
                  </a:lnTo>
                  <a:lnTo>
                    <a:pt x="186" y="2882"/>
                  </a:lnTo>
                  <a:lnTo>
                    <a:pt x="188" y="2896"/>
                  </a:lnTo>
                  <a:lnTo>
                    <a:pt x="182" y="2898"/>
                  </a:lnTo>
                  <a:lnTo>
                    <a:pt x="178" y="2898"/>
                  </a:lnTo>
                  <a:lnTo>
                    <a:pt x="176" y="2896"/>
                  </a:lnTo>
                  <a:lnTo>
                    <a:pt x="176" y="2894"/>
                  </a:lnTo>
                  <a:lnTo>
                    <a:pt x="174" y="2888"/>
                  </a:lnTo>
                  <a:lnTo>
                    <a:pt x="172" y="2886"/>
                  </a:lnTo>
                  <a:lnTo>
                    <a:pt x="170" y="2886"/>
                  </a:lnTo>
                  <a:lnTo>
                    <a:pt x="172" y="2886"/>
                  </a:lnTo>
                  <a:lnTo>
                    <a:pt x="174" y="2888"/>
                  </a:lnTo>
                  <a:lnTo>
                    <a:pt x="176" y="2894"/>
                  </a:lnTo>
                  <a:lnTo>
                    <a:pt x="176" y="2896"/>
                  </a:lnTo>
                  <a:lnTo>
                    <a:pt x="178" y="2898"/>
                  </a:lnTo>
                  <a:lnTo>
                    <a:pt x="182" y="2898"/>
                  </a:lnTo>
                  <a:lnTo>
                    <a:pt x="188" y="2896"/>
                  </a:lnTo>
                  <a:lnTo>
                    <a:pt x="174" y="2986"/>
                  </a:lnTo>
                  <a:lnTo>
                    <a:pt x="174" y="3028"/>
                  </a:lnTo>
                  <a:lnTo>
                    <a:pt x="168" y="3124"/>
                  </a:lnTo>
                  <a:lnTo>
                    <a:pt x="174" y="3168"/>
                  </a:lnTo>
                  <a:lnTo>
                    <a:pt x="210" y="3264"/>
                  </a:lnTo>
                  <a:lnTo>
                    <a:pt x="248" y="3338"/>
                  </a:lnTo>
                  <a:lnTo>
                    <a:pt x="248" y="3362"/>
                  </a:lnTo>
                  <a:lnTo>
                    <a:pt x="254" y="3368"/>
                  </a:lnTo>
                  <a:lnTo>
                    <a:pt x="258" y="3372"/>
                  </a:lnTo>
                  <a:lnTo>
                    <a:pt x="262" y="3384"/>
                  </a:lnTo>
                  <a:lnTo>
                    <a:pt x="264" y="3394"/>
                  </a:lnTo>
                  <a:lnTo>
                    <a:pt x="268" y="3400"/>
                  </a:lnTo>
                  <a:lnTo>
                    <a:pt x="272" y="3406"/>
                  </a:lnTo>
                  <a:lnTo>
                    <a:pt x="276" y="3412"/>
                  </a:lnTo>
                  <a:lnTo>
                    <a:pt x="278" y="3416"/>
                  </a:lnTo>
                  <a:lnTo>
                    <a:pt x="278" y="3424"/>
                  </a:lnTo>
                  <a:lnTo>
                    <a:pt x="280" y="3432"/>
                  </a:lnTo>
                  <a:lnTo>
                    <a:pt x="282" y="3438"/>
                  </a:lnTo>
                  <a:lnTo>
                    <a:pt x="286" y="3444"/>
                  </a:lnTo>
                  <a:lnTo>
                    <a:pt x="294" y="3452"/>
                  </a:lnTo>
                  <a:lnTo>
                    <a:pt x="302" y="3456"/>
                  </a:lnTo>
                  <a:lnTo>
                    <a:pt x="320" y="3464"/>
                  </a:lnTo>
                  <a:lnTo>
                    <a:pt x="334" y="3470"/>
                  </a:lnTo>
                  <a:lnTo>
                    <a:pt x="338" y="3474"/>
                  </a:lnTo>
                  <a:lnTo>
                    <a:pt x="338" y="3478"/>
                  </a:lnTo>
                  <a:lnTo>
                    <a:pt x="338" y="3480"/>
                  </a:lnTo>
                  <a:lnTo>
                    <a:pt x="340" y="3484"/>
                  </a:lnTo>
                  <a:lnTo>
                    <a:pt x="350" y="3490"/>
                  </a:lnTo>
                  <a:lnTo>
                    <a:pt x="360" y="3496"/>
                  </a:lnTo>
                  <a:lnTo>
                    <a:pt x="366" y="3500"/>
                  </a:lnTo>
                  <a:lnTo>
                    <a:pt x="374" y="3508"/>
                  </a:lnTo>
                  <a:lnTo>
                    <a:pt x="382" y="3512"/>
                  </a:lnTo>
                  <a:lnTo>
                    <a:pt x="388" y="3514"/>
                  </a:lnTo>
                  <a:lnTo>
                    <a:pt x="394" y="3514"/>
                  </a:lnTo>
                  <a:lnTo>
                    <a:pt x="404" y="3516"/>
                  </a:lnTo>
                  <a:lnTo>
                    <a:pt x="410" y="3516"/>
                  </a:lnTo>
                  <a:lnTo>
                    <a:pt x="414" y="3522"/>
                  </a:lnTo>
                  <a:lnTo>
                    <a:pt x="420" y="3524"/>
                  </a:lnTo>
                  <a:lnTo>
                    <a:pt x="424" y="3526"/>
                  </a:lnTo>
                  <a:lnTo>
                    <a:pt x="428" y="3524"/>
                  </a:lnTo>
                  <a:lnTo>
                    <a:pt x="432" y="3522"/>
                  </a:lnTo>
                  <a:lnTo>
                    <a:pt x="442" y="3514"/>
                  </a:lnTo>
                  <a:lnTo>
                    <a:pt x="446" y="3512"/>
                  </a:lnTo>
                  <a:lnTo>
                    <a:pt x="450" y="3512"/>
                  </a:lnTo>
                  <a:lnTo>
                    <a:pt x="456" y="3510"/>
                  </a:lnTo>
                  <a:lnTo>
                    <a:pt x="458" y="3508"/>
                  </a:lnTo>
                  <a:lnTo>
                    <a:pt x="462" y="3504"/>
                  </a:lnTo>
                  <a:lnTo>
                    <a:pt x="464" y="3502"/>
                  </a:lnTo>
                  <a:lnTo>
                    <a:pt x="468" y="3502"/>
                  </a:lnTo>
                  <a:lnTo>
                    <a:pt x="472" y="3500"/>
                  </a:lnTo>
                  <a:lnTo>
                    <a:pt x="476" y="3498"/>
                  </a:lnTo>
                  <a:lnTo>
                    <a:pt x="480" y="3494"/>
                  </a:lnTo>
                  <a:lnTo>
                    <a:pt x="482" y="3492"/>
                  </a:lnTo>
                  <a:lnTo>
                    <a:pt x="488" y="3490"/>
                  </a:lnTo>
                  <a:lnTo>
                    <a:pt x="492" y="3490"/>
                  </a:lnTo>
                  <a:lnTo>
                    <a:pt x="500" y="3492"/>
                  </a:lnTo>
                  <a:lnTo>
                    <a:pt x="508" y="3496"/>
                  </a:lnTo>
                  <a:lnTo>
                    <a:pt x="514" y="3502"/>
                  </a:lnTo>
                  <a:lnTo>
                    <a:pt x="518" y="3512"/>
                  </a:lnTo>
                  <a:lnTo>
                    <a:pt x="520" y="3522"/>
                  </a:lnTo>
                  <a:lnTo>
                    <a:pt x="524" y="3542"/>
                  </a:lnTo>
                  <a:lnTo>
                    <a:pt x="526" y="3558"/>
                  </a:lnTo>
                  <a:lnTo>
                    <a:pt x="528" y="3562"/>
                  </a:lnTo>
                  <a:lnTo>
                    <a:pt x="532" y="3564"/>
                  </a:lnTo>
                  <a:lnTo>
                    <a:pt x="542" y="3566"/>
                  </a:lnTo>
                  <a:lnTo>
                    <a:pt x="550" y="3568"/>
                  </a:lnTo>
                  <a:lnTo>
                    <a:pt x="554" y="3570"/>
                  </a:lnTo>
                  <a:lnTo>
                    <a:pt x="558" y="3572"/>
                  </a:lnTo>
                  <a:lnTo>
                    <a:pt x="562" y="3576"/>
                  </a:lnTo>
                  <a:lnTo>
                    <a:pt x="566" y="3574"/>
                  </a:lnTo>
                  <a:lnTo>
                    <a:pt x="570" y="3574"/>
                  </a:lnTo>
                  <a:lnTo>
                    <a:pt x="580" y="3574"/>
                  </a:lnTo>
                  <a:lnTo>
                    <a:pt x="586" y="3574"/>
                  </a:lnTo>
                  <a:lnTo>
                    <a:pt x="590" y="3576"/>
                  </a:lnTo>
                  <a:lnTo>
                    <a:pt x="596" y="3580"/>
                  </a:lnTo>
                  <a:lnTo>
                    <a:pt x="600" y="3584"/>
                  </a:lnTo>
                  <a:lnTo>
                    <a:pt x="604" y="3584"/>
                  </a:lnTo>
                  <a:lnTo>
                    <a:pt x="608" y="3582"/>
                  </a:lnTo>
                  <a:lnTo>
                    <a:pt x="614" y="3580"/>
                  </a:lnTo>
                  <a:lnTo>
                    <a:pt x="620" y="3582"/>
                  </a:lnTo>
                  <a:lnTo>
                    <a:pt x="636" y="3584"/>
                  </a:lnTo>
                  <a:lnTo>
                    <a:pt x="650" y="3588"/>
                  </a:lnTo>
                  <a:lnTo>
                    <a:pt x="652" y="3588"/>
                  </a:lnTo>
                  <a:lnTo>
                    <a:pt x="654" y="3586"/>
                  </a:lnTo>
                  <a:lnTo>
                    <a:pt x="654" y="3582"/>
                  </a:lnTo>
                  <a:lnTo>
                    <a:pt x="656" y="3580"/>
                  </a:lnTo>
                  <a:lnTo>
                    <a:pt x="658" y="3582"/>
                  </a:lnTo>
                  <a:lnTo>
                    <a:pt x="662" y="3586"/>
                  </a:lnTo>
                  <a:lnTo>
                    <a:pt x="664" y="3590"/>
                  </a:lnTo>
                  <a:lnTo>
                    <a:pt x="670" y="3592"/>
                  </a:lnTo>
                  <a:lnTo>
                    <a:pt x="678" y="3594"/>
                  </a:lnTo>
                  <a:lnTo>
                    <a:pt x="688" y="3598"/>
                  </a:lnTo>
                  <a:lnTo>
                    <a:pt x="692" y="3600"/>
                  </a:lnTo>
                  <a:lnTo>
                    <a:pt x="696" y="3600"/>
                  </a:lnTo>
                  <a:lnTo>
                    <a:pt x="696" y="3596"/>
                  </a:lnTo>
                  <a:lnTo>
                    <a:pt x="698" y="3592"/>
                  </a:lnTo>
                  <a:lnTo>
                    <a:pt x="700" y="3592"/>
                  </a:lnTo>
                  <a:lnTo>
                    <a:pt x="702" y="3592"/>
                  </a:lnTo>
                  <a:lnTo>
                    <a:pt x="706" y="3598"/>
                  </a:lnTo>
                  <a:lnTo>
                    <a:pt x="710" y="3600"/>
                  </a:lnTo>
                  <a:lnTo>
                    <a:pt x="712" y="3600"/>
                  </a:lnTo>
                  <a:lnTo>
                    <a:pt x="716" y="3598"/>
                  </a:lnTo>
                  <a:lnTo>
                    <a:pt x="724" y="3594"/>
                  </a:lnTo>
                  <a:lnTo>
                    <a:pt x="726" y="3592"/>
                  </a:lnTo>
                  <a:lnTo>
                    <a:pt x="730" y="3594"/>
                  </a:lnTo>
                  <a:lnTo>
                    <a:pt x="732" y="3594"/>
                  </a:lnTo>
                  <a:lnTo>
                    <a:pt x="734" y="3594"/>
                  </a:lnTo>
                  <a:lnTo>
                    <a:pt x="738" y="3590"/>
                  </a:lnTo>
                  <a:lnTo>
                    <a:pt x="740" y="3588"/>
                  </a:lnTo>
                  <a:lnTo>
                    <a:pt x="746" y="3588"/>
                  </a:lnTo>
                  <a:lnTo>
                    <a:pt x="752" y="3588"/>
                  </a:lnTo>
                  <a:lnTo>
                    <a:pt x="762" y="3590"/>
                  </a:lnTo>
                  <a:lnTo>
                    <a:pt x="770" y="3594"/>
                  </a:lnTo>
                  <a:lnTo>
                    <a:pt x="774" y="3594"/>
                  </a:lnTo>
                  <a:lnTo>
                    <a:pt x="776" y="3592"/>
                  </a:lnTo>
                  <a:lnTo>
                    <a:pt x="778" y="3590"/>
                  </a:lnTo>
                  <a:lnTo>
                    <a:pt x="780" y="3588"/>
                  </a:lnTo>
                  <a:lnTo>
                    <a:pt x="782" y="3586"/>
                  </a:lnTo>
                  <a:lnTo>
                    <a:pt x="786" y="3586"/>
                  </a:lnTo>
                  <a:lnTo>
                    <a:pt x="794" y="3586"/>
                  </a:lnTo>
                  <a:lnTo>
                    <a:pt x="810" y="3590"/>
                  </a:lnTo>
                  <a:lnTo>
                    <a:pt x="820" y="3594"/>
                  </a:lnTo>
                  <a:lnTo>
                    <a:pt x="824" y="3594"/>
                  </a:lnTo>
                  <a:lnTo>
                    <a:pt x="828" y="3590"/>
                  </a:lnTo>
                  <a:lnTo>
                    <a:pt x="832" y="3588"/>
                  </a:lnTo>
                  <a:lnTo>
                    <a:pt x="840" y="3586"/>
                  </a:lnTo>
                  <a:lnTo>
                    <a:pt x="866" y="3582"/>
                  </a:lnTo>
                  <a:lnTo>
                    <a:pt x="892" y="3582"/>
                  </a:lnTo>
                  <a:lnTo>
                    <a:pt x="900" y="3584"/>
                  </a:lnTo>
                  <a:lnTo>
                    <a:pt x="904" y="3586"/>
                  </a:lnTo>
                  <a:lnTo>
                    <a:pt x="904" y="3588"/>
                  </a:lnTo>
                  <a:lnTo>
                    <a:pt x="904" y="3598"/>
                  </a:lnTo>
                  <a:lnTo>
                    <a:pt x="904" y="3606"/>
                  </a:lnTo>
                  <a:lnTo>
                    <a:pt x="904" y="3608"/>
                  </a:lnTo>
                  <a:lnTo>
                    <a:pt x="906" y="3610"/>
                  </a:lnTo>
                  <a:lnTo>
                    <a:pt x="916" y="3612"/>
                  </a:lnTo>
                  <a:lnTo>
                    <a:pt x="920" y="3612"/>
                  </a:lnTo>
                  <a:lnTo>
                    <a:pt x="924" y="3614"/>
                  </a:lnTo>
                  <a:lnTo>
                    <a:pt x="926" y="3616"/>
                  </a:lnTo>
                  <a:lnTo>
                    <a:pt x="926" y="3620"/>
                  </a:lnTo>
                  <a:lnTo>
                    <a:pt x="926" y="3626"/>
                  </a:lnTo>
                  <a:lnTo>
                    <a:pt x="926" y="3630"/>
                  </a:lnTo>
                  <a:lnTo>
                    <a:pt x="928" y="3634"/>
                  </a:lnTo>
                  <a:lnTo>
                    <a:pt x="932" y="3638"/>
                  </a:lnTo>
                  <a:lnTo>
                    <a:pt x="932" y="3642"/>
                  </a:lnTo>
                  <a:lnTo>
                    <a:pt x="932" y="3646"/>
                  </a:lnTo>
                  <a:lnTo>
                    <a:pt x="934" y="3652"/>
                  </a:lnTo>
                  <a:lnTo>
                    <a:pt x="938" y="3654"/>
                  </a:lnTo>
                  <a:lnTo>
                    <a:pt x="936" y="3656"/>
                  </a:lnTo>
                  <a:lnTo>
                    <a:pt x="936" y="3658"/>
                  </a:lnTo>
                  <a:lnTo>
                    <a:pt x="940" y="3662"/>
                  </a:lnTo>
                  <a:lnTo>
                    <a:pt x="944" y="3664"/>
                  </a:lnTo>
                  <a:lnTo>
                    <a:pt x="946" y="3664"/>
                  </a:lnTo>
                  <a:lnTo>
                    <a:pt x="950" y="3664"/>
                  </a:lnTo>
                  <a:lnTo>
                    <a:pt x="952" y="3662"/>
                  </a:lnTo>
                  <a:lnTo>
                    <a:pt x="956" y="3664"/>
                  </a:lnTo>
                  <a:lnTo>
                    <a:pt x="958" y="3666"/>
                  </a:lnTo>
                  <a:lnTo>
                    <a:pt x="962" y="3670"/>
                  </a:lnTo>
                  <a:lnTo>
                    <a:pt x="966" y="3674"/>
                  </a:lnTo>
                  <a:lnTo>
                    <a:pt x="972" y="3676"/>
                  </a:lnTo>
                  <a:lnTo>
                    <a:pt x="976" y="3680"/>
                  </a:lnTo>
                  <a:lnTo>
                    <a:pt x="982" y="3690"/>
                  </a:lnTo>
                  <a:lnTo>
                    <a:pt x="986" y="3696"/>
                  </a:lnTo>
                  <a:lnTo>
                    <a:pt x="992" y="3702"/>
                  </a:lnTo>
                  <a:lnTo>
                    <a:pt x="1000" y="3708"/>
                  </a:lnTo>
                  <a:lnTo>
                    <a:pt x="1008" y="3712"/>
                  </a:lnTo>
                  <a:lnTo>
                    <a:pt x="1016" y="3716"/>
                  </a:lnTo>
                  <a:lnTo>
                    <a:pt x="1024" y="3716"/>
                  </a:lnTo>
                  <a:lnTo>
                    <a:pt x="1032" y="3716"/>
                  </a:lnTo>
                  <a:lnTo>
                    <a:pt x="1038" y="3712"/>
                  </a:lnTo>
                  <a:lnTo>
                    <a:pt x="1044" y="3708"/>
                  </a:lnTo>
                  <a:lnTo>
                    <a:pt x="1048" y="3708"/>
                  </a:lnTo>
                  <a:lnTo>
                    <a:pt x="1052" y="3710"/>
                  </a:lnTo>
                  <a:lnTo>
                    <a:pt x="1052" y="3714"/>
                  </a:lnTo>
                  <a:lnTo>
                    <a:pt x="1050" y="3720"/>
                  </a:lnTo>
                  <a:lnTo>
                    <a:pt x="1046" y="3726"/>
                  </a:lnTo>
                  <a:lnTo>
                    <a:pt x="1040" y="3730"/>
                  </a:lnTo>
                  <a:lnTo>
                    <a:pt x="1028" y="3734"/>
                  </a:lnTo>
                  <a:lnTo>
                    <a:pt x="1016" y="3736"/>
                  </a:lnTo>
                  <a:lnTo>
                    <a:pt x="1006" y="3734"/>
                  </a:lnTo>
                  <a:lnTo>
                    <a:pt x="992" y="3732"/>
                  </a:lnTo>
                  <a:lnTo>
                    <a:pt x="992" y="3734"/>
                  </a:lnTo>
                  <a:lnTo>
                    <a:pt x="994" y="3740"/>
                  </a:lnTo>
                  <a:lnTo>
                    <a:pt x="1018" y="3770"/>
                  </a:lnTo>
                  <a:lnTo>
                    <a:pt x="1048" y="3804"/>
                  </a:lnTo>
                  <a:lnTo>
                    <a:pt x="1060" y="3814"/>
                  </a:lnTo>
                  <a:lnTo>
                    <a:pt x="1070" y="3820"/>
                  </a:lnTo>
                  <a:lnTo>
                    <a:pt x="1078" y="3822"/>
                  </a:lnTo>
                  <a:lnTo>
                    <a:pt x="1090" y="3818"/>
                  </a:lnTo>
                  <a:lnTo>
                    <a:pt x="1102" y="3810"/>
                  </a:lnTo>
                  <a:lnTo>
                    <a:pt x="1116" y="3798"/>
                  </a:lnTo>
                  <a:lnTo>
                    <a:pt x="1124" y="3790"/>
                  </a:lnTo>
                  <a:lnTo>
                    <a:pt x="1128" y="3782"/>
                  </a:lnTo>
                  <a:lnTo>
                    <a:pt x="1128" y="3772"/>
                  </a:lnTo>
                  <a:lnTo>
                    <a:pt x="1128" y="3764"/>
                  </a:lnTo>
                  <a:lnTo>
                    <a:pt x="1128" y="3756"/>
                  </a:lnTo>
                  <a:lnTo>
                    <a:pt x="1128" y="3750"/>
                  </a:lnTo>
                  <a:lnTo>
                    <a:pt x="1132" y="3744"/>
                  </a:lnTo>
                  <a:lnTo>
                    <a:pt x="1138" y="3742"/>
                  </a:lnTo>
                  <a:lnTo>
                    <a:pt x="1144" y="3740"/>
                  </a:lnTo>
                  <a:lnTo>
                    <a:pt x="1148" y="3740"/>
                  </a:lnTo>
                  <a:lnTo>
                    <a:pt x="1148" y="3742"/>
                  </a:lnTo>
                  <a:lnTo>
                    <a:pt x="1146" y="3746"/>
                  </a:lnTo>
                  <a:lnTo>
                    <a:pt x="1142" y="3754"/>
                  </a:lnTo>
                  <a:lnTo>
                    <a:pt x="1142" y="3760"/>
                  </a:lnTo>
                  <a:lnTo>
                    <a:pt x="1144" y="3764"/>
                  </a:lnTo>
                  <a:lnTo>
                    <a:pt x="1146" y="3770"/>
                  </a:lnTo>
                  <a:lnTo>
                    <a:pt x="1146" y="3774"/>
                  </a:lnTo>
                  <a:lnTo>
                    <a:pt x="1144" y="3778"/>
                  </a:lnTo>
                  <a:lnTo>
                    <a:pt x="1144" y="3782"/>
                  </a:lnTo>
                  <a:lnTo>
                    <a:pt x="1144" y="3788"/>
                  </a:lnTo>
                  <a:lnTo>
                    <a:pt x="1146" y="3794"/>
                  </a:lnTo>
                  <a:lnTo>
                    <a:pt x="1150" y="3804"/>
                  </a:lnTo>
                  <a:lnTo>
                    <a:pt x="1154" y="3814"/>
                  </a:lnTo>
                  <a:lnTo>
                    <a:pt x="1154" y="3822"/>
                  </a:lnTo>
                  <a:lnTo>
                    <a:pt x="1150" y="3838"/>
                  </a:lnTo>
                  <a:lnTo>
                    <a:pt x="1148" y="3848"/>
                  </a:lnTo>
                  <a:lnTo>
                    <a:pt x="1148" y="3864"/>
                  </a:lnTo>
                  <a:lnTo>
                    <a:pt x="1148" y="3884"/>
                  </a:lnTo>
                  <a:lnTo>
                    <a:pt x="1152" y="3912"/>
                  </a:lnTo>
                  <a:lnTo>
                    <a:pt x="1170" y="4010"/>
                  </a:lnTo>
                  <a:lnTo>
                    <a:pt x="1176" y="4042"/>
                  </a:lnTo>
                  <a:lnTo>
                    <a:pt x="1184" y="4060"/>
                  </a:lnTo>
                  <a:lnTo>
                    <a:pt x="1194" y="4084"/>
                  </a:lnTo>
                  <a:lnTo>
                    <a:pt x="1210" y="4122"/>
                  </a:lnTo>
                  <a:lnTo>
                    <a:pt x="1224" y="4164"/>
                  </a:lnTo>
                  <a:lnTo>
                    <a:pt x="1230" y="4184"/>
                  </a:lnTo>
                  <a:lnTo>
                    <a:pt x="1232" y="4204"/>
                  </a:lnTo>
                  <a:lnTo>
                    <a:pt x="1236" y="4220"/>
                  </a:lnTo>
                  <a:lnTo>
                    <a:pt x="1240" y="4232"/>
                  </a:lnTo>
                  <a:lnTo>
                    <a:pt x="1254" y="4256"/>
                  </a:lnTo>
                  <a:lnTo>
                    <a:pt x="1262" y="4268"/>
                  </a:lnTo>
                  <a:lnTo>
                    <a:pt x="1268" y="4284"/>
                  </a:lnTo>
                  <a:lnTo>
                    <a:pt x="1276" y="4304"/>
                  </a:lnTo>
                  <a:lnTo>
                    <a:pt x="1282" y="4330"/>
                  </a:lnTo>
                  <a:lnTo>
                    <a:pt x="1290" y="4358"/>
                  </a:lnTo>
                  <a:lnTo>
                    <a:pt x="1296" y="4384"/>
                  </a:lnTo>
                  <a:lnTo>
                    <a:pt x="1306" y="4406"/>
                  </a:lnTo>
                  <a:lnTo>
                    <a:pt x="1314" y="4424"/>
                  </a:lnTo>
                  <a:lnTo>
                    <a:pt x="1324" y="4436"/>
                  </a:lnTo>
                  <a:lnTo>
                    <a:pt x="1328" y="4442"/>
                  </a:lnTo>
                  <a:lnTo>
                    <a:pt x="1334" y="4444"/>
                  </a:lnTo>
                  <a:lnTo>
                    <a:pt x="1338" y="4446"/>
                  </a:lnTo>
                  <a:lnTo>
                    <a:pt x="1344" y="4446"/>
                  </a:lnTo>
                  <a:lnTo>
                    <a:pt x="1348" y="4444"/>
                  </a:lnTo>
                  <a:lnTo>
                    <a:pt x="1354" y="4440"/>
                  </a:lnTo>
                  <a:lnTo>
                    <a:pt x="1362" y="4432"/>
                  </a:lnTo>
                  <a:lnTo>
                    <a:pt x="1366" y="4424"/>
                  </a:lnTo>
                  <a:lnTo>
                    <a:pt x="1368" y="4416"/>
                  </a:lnTo>
                  <a:lnTo>
                    <a:pt x="1368" y="4410"/>
                  </a:lnTo>
                  <a:lnTo>
                    <a:pt x="1368" y="4406"/>
                  </a:lnTo>
                  <a:lnTo>
                    <a:pt x="1372" y="4400"/>
                  </a:lnTo>
                  <a:lnTo>
                    <a:pt x="1376" y="4396"/>
                  </a:lnTo>
                  <a:lnTo>
                    <a:pt x="1384" y="4394"/>
                  </a:lnTo>
                  <a:lnTo>
                    <a:pt x="1402" y="4390"/>
                  </a:lnTo>
                  <a:lnTo>
                    <a:pt x="1412" y="4390"/>
                  </a:lnTo>
                  <a:lnTo>
                    <a:pt x="1418" y="4390"/>
                  </a:lnTo>
                  <a:lnTo>
                    <a:pt x="1420" y="4390"/>
                  </a:lnTo>
                  <a:lnTo>
                    <a:pt x="1420" y="4388"/>
                  </a:lnTo>
                  <a:lnTo>
                    <a:pt x="1420" y="4386"/>
                  </a:lnTo>
                  <a:lnTo>
                    <a:pt x="1416" y="4384"/>
                  </a:lnTo>
                  <a:lnTo>
                    <a:pt x="1408" y="4382"/>
                  </a:lnTo>
                  <a:lnTo>
                    <a:pt x="1404" y="4380"/>
                  </a:lnTo>
                  <a:lnTo>
                    <a:pt x="1400" y="4376"/>
                  </a:lnTo>
                  <a:lnTo>
                    <a:pt x="1402" y="4370"/>
                  </a:lnTo>
                  <a:lnTo>
                    <a:pt x="1406" y="4362"/>
                  </a:lnTo>
                  <a:lnTo>
                    <a:pt x="1410" y="4354"/>
                  </a:lnTo>
                  <a:lnTo>
                    <a:pt x="1412" y="4348"/>
                  </a:lnTo>
                  <a:lnTo>
                    <a:pt x="1412" y="4342"/>
                  </a:lnTo>
                  <a:lnTo>
                    <a:pt x="1414" y="4340"/>
                  </a:lnTo>
                  <a:lnTo>
                    <a:pt x="1428" y="4338"/>
                  </a:lnTo>
                  <a:lnTo>
                    <a:pt x="1434" y="4336"/>
                  </a:lnTo>
                  <a:lnTo>
                    <a:pt x="1436" y="4334"/>
                  </a:lnTo>
                  <a:lnTo>
                    <a:pt x="1438" y="4332"/>
                  </a:lnTo>
                  <a:lnTo>
                    <a:pt x="1438" y="4322"/>
                  </a:lnTo>
                  <a:lnTo>
                    <a:pt x="1436" y="4312"/>
                  </a:lnTo>
                  <a:lnTo>
                    <a:pt x="1434" y="4298"/>
                  </a:lnTo>
                  <a:lnTo>
                    <a:pt x="1432" y="4284"/>
                  </a:lnTo>
                  <a:lnTo>
                    <a:pt x="1434" y="4266"/>
                  </a:lnTo>
                  <a:lnTo>
                    <a:pt x="1440" y="4246"/>
                  </a:lnTo>
                  <a:lnTo>
                    <a:pt x="1448" y="4226"/>
                  </a:lnTo>
                  <a:lnTo>
                    <a:pt x="1454" y="4206"/>
                  </a:lnTo>
                  <a:lnTo>
                    <a:pt x="1456" y="4196"/>
                  </a:lnTo>
                  <a:lnTo>
                    <a:pt x="1454" y="4186"/>
                  </a:lnTo>
                  <a:lnTo>
                    <a:pt x="1452" y="4172"/>
                  </a:lnTo>
                  <a:lnTo>
                    <a:pt x="1448" y="4154"/>
                  </a:lnTo>
                  <a:lnTo>
                    <a:pt x="1448" y="4144"/>
                  </a:lnTo>
                  <a:lnTo>
                    <a:pt x="1450" y="4138"/>
                  </a:lnTo>
                  <a:lnTo>
                    <a:pt x="1450" y="4128"/>
                  </a:lnTo>
                  <a:lnTo>
                    <a:pt x="1446" y="4108"/>
                  </a:lnTo>
                  <a:lnTo>
                    <a:pt x="1444" y="4098"/>
                  </a:lnTo>
                  <a:lnTo>
                    <a:pt x="1442" y="4088"/>
                  </a:lnTo>
                  <a:lnTo>
                    <a:pt x="1444" y="4082"/>
                  </a:lnTo>
                  <a:lnTo>
                    <a:pt x="1444" y="4076"/>
                  </a:lnTo>
                  <a:lnTo>
                    <a:pt x="1448" y="4074"/>
                  </a:lnTo>
                  <a:lnTo>
                    <a:pt x="1452" y="4070"/>
                  </a:lnTo>
                  <a:lnTo>
                    <a:pt x="1460" y="4068"/>
                  </a:lnTo>
                  <a:lnTo>
                    <a:pt x="1470" y="4066"/>
                  </a:lnTo>
                  <a:lnTo>
                    <a:pt x="1480" y="4064"/>
                  </a:lnTo>
                  <a:lnTo>
                    <a:pt x="1488" y="4058"/>
                  </a:lnTo>
                  <a:lnTo>
                    <a:pt x="1490" y="4054"/>
                  </a:lnTo>
                  <a:lnTo>
                    <a:pt x="1492" y="4050"/>
                  </a:lnTo>
                  <a:lnTo>
                    <a:pt x="1494" y="4040"/>
                  </a:lnTo>
                  <a:lnTo>
                    <a:pt x="1496" y="4038"/>
                  </a:lnTo>
                  <a:lnTo>
                    <a:pt x="1498" y="4038"/>
                  </a:lnTo>
                  <a:lnTo>
                    <a:pt x="1502" y="4040"/>
                  </a:lnTo>
                  <a:lnTo>
                    <a:pt x="1506" y="4042"/>
                  </a:lnTo>
                  <a:lnTo>
                    <a:pt x="1512" y="4042"/>
                  </a:lnTo>
                  <a:lnTo>
                    <a:pt x="1520" y="4040"/>
                  </a:lnTo>
                  <a:lnTo>
                    <a:pt x="1530" y="4032"/>
                  </a:lnTo>
                  <a:lnTo>
                    <a:pt x="1536" y="4024"/>
                  </a:lnTo>
                  <a:lnTo>
                    <a:pt x="1538" y="4020"/>
                  </a:lnTo>
                  <a:lnTo>
                    <a:pt x="1538" y="4016"/>
                  </a:lnTo>
                  <a:lnTo>
                    <a:pt x="1538" y="4014"/>
                  </a:lnTo>
                  <a:lnTo>
                    <a:pt x="1538" y="4010"/>
                  </a:lnTo>
                  <a:lnTo>
                    <a:pt x="1542" y="4004"/>
                  </a:lnTo>
                  <a:lnTo>
                    <a:pt x="1550" y="3996"/>
                  </a:lnTo>
                  <a:lnTo>
                    <a:pt x="1566" y="3982"/>
                  </a:lnTo>
                  <a:lnTo>
                    <a:pt x="1584" y="3966"/>
                  </a:lnTo>
                  <a:lnTo>
                    <a:pt x="1600" y="3950"/>
                  </a:lnTo>
                  <a:lnTo>
                    <a:pt x="1624" y="3918"/>
                  </a:lnTo>
                  <a:lnTo>
                    <a:pt x="1644" y="3892"/>
                  </a:lnTo>
                  <a:lnTo>
                    <a:pt x="1654" y="3880"/>
                  </a:lnTo>
                  <a:lnTo>
                    <a:pt x="1666" y="3870"/>
                  </a:lnTo>
                  <a:lnTo>
                    <a:pt x="1674" y="3866"/>
                  </a:lnTo>
                  <a:lnTo>
                    <a:pt x="1680" y="3864"/>
                  </a:lnTo>
                  <a:lnTo>
                    <a:pt x="1688" y="3864"/>
                  </a:lnTo>
                  <a:lnTo>
                    <a:pt x="1692" y="3864"/>
                  </a:lnTo>
                  <a:lnTo>
                    <a:pt x="1696" y="3860"/>
                  </a:lnTo>
                  <a:lnTo>
                    <a:pt x="1704" y="3852"/>
                  </a:lnTo>
                  <a:lnTo>
                    <a:pt x="1714" y="3840"/>
                  </a:lnTo>
                  <a:lnTo>
                    <a:pt x="1722" y="3828"/>
                  </a:lnTo>
                  <a:lnTo>
                    <a:pt x="1724" y="3816"/>
                  </a:lnTo>
                  <a:lnTo>
                    <a:pt x="1724" y="3808"/>
                  </a:lnTo>
                  <a:lnTo>
                    <a:pt x="1722" y="3802"/>
                  </a:lnTo>
                  <a:lnTo>
                    <a:pt x="1720" y="3796"/>
                  </a:lnTo>
                  <a:lnTo>
                    <a:pt x="1720" y="3790"/>
                  </a:lnTo>
                  <a:lnTo>
                    <a:pt x="1724" y="3784"/>
                  </a:lnTo>
                  <a:lnTo>
                    <a:pt x="1736" y="3778"/>
                  </a:lnTo>
                  <a:lnTo>
                    <a:pt x="1748" y="3772"/>
                  </a:lnTo>
                  <a:lnTo>
                    <a:pt x="1756" y="3766"/>
                  </a:lnTo>
                  <a:lnTo>
                    <a:pt x="1768" y="3758"/>
                  </a:lnTo>
                  <a:lnTo>
                    <a:pt x="1770" y="3756"/>
                  </a:lnTo>
                  <a:lnTo>
                    <a:pt x="1772" y="3756"/>
                  </a:lnTo>
                  <a:lnTo>
                    <a:pt x="1774" y="3766"/>
                  </a:lnTo>
                  <a:lnTo>
                    <a:pt x="1774" y="3772"/>
                  </a:lnTo>
                  <a:lnTo>
                    <a:pt x="1778" y="3776"/>
                  </a:lnTo>
                  <a:lnTo>
                    <a:pt x="1780" y="3778"/>
                  </a:lnTo>
                  <a:lnTo>
                    <a:pt x="1784" y="3778"/>
                  </a:lnTo>
                  <a:lnTo>
                    <a:pt x="1790" y="3774"/>
                  </a:lnTo>
                  <a:lnTo>
                    <a:pt x="1794" y="3774"/>
                  </a:lnTo>
                  <a:lnTo>
                    <a:pt x="1798" y="3774"/>
                  </a:lnTo>
                  <a:lnTo>
                    <a:pt x="1804" y="3776"/>
                  </a:lnTo>
                  <a:lnTo>
                    <a:pt x="1808" y="3776"/>
                  </a:lnTo>
                  <a:lnTo>
                    <a:pt x="1810" y="3774"/>
                  </a:lnTo>
                  <a:lnTo>
                    <a:pt x="1808" y="3768"/>
                  </a:lnTo>
                  <a:lnTo>
                    <a:pt x="1806" y="3760"/>
                  </a:lnTo>
                  <a:lnTo>
                    <a:pt x="1806" y="3758"/>
                  </a:lnTo>
                  <a:lnTo>
                    <a:pt x="1810" y="3756"/>
                  </a:lnTo>
                  <a:lnTo>
                    <a:pt x="1812" y="3762"/>
                  </a:lnTo>
                  <a:lnTo>
                    <a:pt x="1816" y="3766"/>
                  </a:lnTo>
                  <a:lnTo>
                    <a:pt x="1818" y="3766"/>
                  </a:lnTo>
                  <a:lnTo>
                    <a:pt x="1820" y="3766"/>
                  </a:lnTo>
                  <a:lnTo>
                    <a:pt x="1824" y="3766"/>
                  </a:lnTo>
                  <a:lnTo>
                    <a:pt x="1826" y="3766"/>
                  </a:lnTo>
                  <a:lnTo>
                    <a:pt x="1828" y="3768"/>
                  </a:lnTo>
                  <a:lnTo>
                    <a:pt x="1830" y="3770"/>
                  </a:lnTo>
                  <a:lnTo>
                    <a:pt x="1832" y="3770"/>
                  </a:lnTo>
                  <a:lnTo>
                    <a:pt x="1836" y="3764"/>
                  </a:lnTo>
                  <a:lnTo>
                    <a:pt x="1842" y="3760"/>
                  </a:lnTo>
                  <a:lnTo>
                    <a:pt x="1844" y="3760"/>
                  </a:lnTo>
                  <a:lnTo>
                    <a:pt x="1848" y="3762"/>
                  </a:lnTo>
                  <a:lnTo>
                    <a:pt x="1852" y="3766"/>
                  </a:lnTo>
                  <a:lnTo>
                    <a:pt x="1856" y="3764"/>
                  </a:lnTo>
                  <a:lnTo>
                    <a:pt x="1860" y="3762"/>
                  </a:lnTo>
                  <a:lnTo>
                    <a:pt x="1864" y="3756"/>
                  </a:lnTo>
                  <a:lnTo>
                    <a:pt x="1866" y="3748"/>
                  </a:lnTo>
                  <a:lnTo>
                    <a:pt x="1868" y="3740"/>
                  </a:lnTo>
                  <a:lnTo>
                    <a:pt x="1868" y="3734"/>
                  </a:lnTo>
                  <a:lnTo>
                    <a:pt x="1866" y="3726"/>
                  </a:lnTo>
                  <a:lnTo>
                    <a:pt x="1864" y="3716"/>
                  </a:lnTo>
                  <a:lnTo>
                    <a:pt x="1866" y="3706"/>
                  </a:lnTo>
                  <a:lnTo>
                    <a:pt x="1866" y="3698"/>
                  </a:lnTo>
                  <a:lnTo>
                    <a:pt x="1866" y="3690"/>
                  </a:lnTo>
                  <a:lnTo>
                    <a:pt x="1864" y="3686"/>
                  </a:lnTo>
                  <a:lnTo>
                    <a:pt x="1866" y="3684"/>
                  </a:lnTo>
                  <a:lnTo>
                    <a:pt x="1868" y="3680"/>
                  </a:lnTo>
                  <a:lnTo>
                    <a:pt x="1870" y="3676"/>
                  </a:lnTo>
                  <a:lnTo>
                    <a:pt x="1872" y="3678"/>
                  </a:lnTo>
                  <a:lnTo>
                    <a:pt x="1872" y="3684"/>
                  </a:lnTo>
                  <a:lnTo>
                    <a:pt x="1876" y="3710"/>
                  </a:lnTo>
                  <a:lnTo>
                    <a:pt x="1880" y="3720"/>
                  </a:lnTo>
                  <a:lnTo>
                    <a:pt x="1882" y="3724"/>
                  </a:lnTo>
                  <a:lnTo>
                    <a:pt x="1884" y="3726"/>
                  </a:lnTo>
                  <a:lnTo>
                    <a:pt x="1888" y="3726"/>
                  </a:lnTo>
                  <a:lnTo>
                    <a:pt x="1890" y="3726"/>
                  </a:lnTo>
                  <a:lnTo>
                    <a:pt x="1898" y="3722"/>
                  </a:lnTo>
                  <a:lnTo>
                    <a:pt x="1900" y="3720"/>
                  </a:lnTo>
                  <a:lnTo>
                    <a:pt x="1904" y="3720"/>
                  </a:lnTo>
                  <a:lnTo>
                    <a:pt x="1906" y="3722"/>
                  </a:lnTo>
                  <a:lnTo>
                    <a:pt x="1910" y="3726"/>
                  </a:lnTo>
                  <a:lnTo>
                    <a:pt x="1916" y="3738"/>
                  </a:lnTo>
                  <a:lnTo>
                    <a:pt x="1922" y="3760"/>
                  </a:lnTo>
                  <a:lnTo>
                    <a:pt x="1926" y="3768"/>
                  </a:lnTo>
                  <a:lnTo>
                    <a:pt x="1928" y="3772"/>
                  </a:lnTo>
                  <a:lnTo>
                    <a:pt x="1928" y="3774"/>
                  </a:lnTo>
                  <a:lnTo>
                    <a:pt x="1928" y="3780"/>
                  </a:lnTo>
                  <a:lnTo>
                    <a:pt x="1926" y="3786"/>
                  </a:lnTo>
                  <a:lnTo>
                    <a:pt x="1926" y="3792"/>
                  </a:lnTo>
                  <a:lnTo>
                    <a:pt x="1930" y="3804"/>
                  </a:lnTo>
                  <a:lnTo>
                    <a:pt x="1934" y="3814"/>
                  </a:lnTo>
                  <a:lnTo>
                    <a:pt x="1936" y="3810"/>
                  </a:lnTo>
                  <a:lnTo>
                    <a:pt x="1936" y="3800"/>
                  </a:lnTo>
                  <a:lnTo>
                    <a:pt x="1938" y="3806"/>
                  </a:lnTo>
                  <a:lnTo>
                    <a:pt x="1942" y="3816"/>
                  </a:lnTo>
                  <a:lnTo>
                    <a:pt x="1946" y="3828"/>
                  </a:lnTo>
                  <a:lnTo>
                    <a:pt x="1952" y="3838"/>
                  </a:lnTo>
                  <a:lnTo>
                    <a:pt x="1968" y="3862"/>
                  </a:lnTo>
                  <a:lnTo>
                    <a:pt x="1972" y="3864"/>
                  </a:lnTo>
                  <a:lnTo>
                    <a:pt x="1974" y="3860"/>
                  </a:lnTo>
                  <a:lnTo>
                    <a:pt x="1976" y="3856"/>
                  </a:lnTo>
                  <a:lnTo>
                    <a:pt x="1978" y="3854"/>
                  </a:lnTo>
                  <a:lnTo>
                    <a:pt x="1980" y="3854"/>
                  </a:lnTo>
                  <a:lnTo>
                    <a:pt x="1982" y="3854"/>
                  </a:lnTo>
                  <a:lnTo>
                    <a:pt x="1990" y="3862"/>
                  </a:lnTo>
                  <a:lnTo>
                    <a:pt x="1994" y="3870"/>
                  </a:lnTo>
                  <a:lnTo>
                    <a:pt x="1998" y="3876"/>
                  </a:lnTo>
                  <a:lnTo>
                    <a:pt x="2004" y="3882"/>
                  </a:lnTo>
                  <a:lnTo>
                    <a:pt x="2008" y="3886"/>
                  </a:lnTo>
                  <a:lnTo>
                    <a:pt x="2008" y="3888"/>
                  </a:lnTo>
                  <a:lnTo>
                    <a:pt x="2006" y="3890"/>
                  </a:lnTo>
                  <a:lnTo>
                    <a:pt x="2002" y="3892"/>
                  </a:lnTo>
                  <a:lnTo>
                    <a:pt x="2000" y="3892"/>
                  </a:lnTo>
                  <a:lnTo>
                    <a:pt x="1996" y="3890"/>
                  </a:lnTo>
                  <a:lnTo>
                    <a:pt x="1992" y="3886"/>
                  </a:lnTo>
                  <a:lnTo>
                    <a:pt x="1990" y="3886"/>
                  </a:lnTo>
                  <a:lnTo>
                    <a:pt x="1988" y="3888"/>
                  </a:lnTo>
                  <a:lnTo>
                    <a:pt x="1986" y="3890"/>
                  </a:lnTo>
                  <a:lnTo>
                    <a:pt x="1986" y="3894"/>
                  </a:lnTo>
                  <a:lnTo>
                    <a:pt x="1992" y="3904"/>
                  </a:lnTo>
                  <a:lnTo>
                    <a:pt x="1998" y="3910"/>
                  </a:lnTo>
                  <a:lnTo>
                    <a:pt x="2000" y="3912"/>
                  </a:lnTo>
                  <a:lnTo>
                    <a:pt x="2000" y="3910"/>
                  </a:lnTo>
                  <a:lnTo>
                    <a:pt x="2002" y="3904"/>
                  </a:lnTo>
                  <a:lnTo>
                    <a:pt x="2004" y="3900"/>
                  </a:lnTo>
                  <a:lnTo>
                    <a:pt x="2006" y="3900"/>
                  </a:lnTo>
                  <a:lnTo>
                    <a:pt x="2010" y="3912"/>
                  </a:lnTo>
                  <a:lnTo>
                    <a:pt x="2016" y="3930"/>
                  </a:lnTo>
                  <a:lnTo>
                    <a:pt x="2024" y="3950"/>
                  </a:lnTo>
                  <a:lnTo>
                    <a:pt x="2028" y="3960"/>
                  </a:lnTo>
                  <a:lnTo>
                    <a:pt x="2032" y="3972"/>
                  </a:lnTo>
                  <a:lnTo>
                    <a:pt x="2032" y="3982"/>
                  </a:lnTo>
                  <a:lnTo>
                    <a:pt x="2030" y="3992"/>
                  </a:lnTo>
                  <a:lnTo>
                    <a:pt x="2016" y="4034"/>
                  </a:lnTo>
                  <a:lnTo>
                    <a:pt x="2014" y="4050"/>
                  </a:lnTo>
                  <a:lnTo>
                    <a:pt x="2014" y="4056"/>
                  </a:lnTo>
                  <a:lnTo>
                    <a:pt x="2016" y="4058"/>
                  </a:lnTo>
                  <a:lnTo>
                    <a:pt x="2020" y="4058"/>
                  </a:lnTo>
                  <a:lnTo>
                    <a:pt x="2022" y="4056"/>
                  </a:lnTo>
                  <a:lnTo>
                    <a:pt x="2026" y="4050"/>
                  </a:lnTo>
                  <a:lnTo>
                    <a:pt x="2028" y="4044"/>
                  </a:lnTo>
                  <a:lnTo>
                    <a:pt x="2030" y="4042"/>
                  </a:lnTo>
                  <a:lnTo>
                    <a:pt x="2034" y="4042"/>
                  </a:lnTo>
                  <a:lnTo>
                    <a:pt x="2036" y="4042"/>
                  </a:lnTo>
                  <a:lnTo>
                    <a:pt x="2036" y="4044"/>
                  </a:lnTo>
                  <a:lnTo>
                    <a:pt x="2032" y="4048"/>
                  </a:lnTo>
                  <a:lnTo>
                    <a:pt x="2032" y="4054"/>
                  </a:lnTo>
                  <a:lnTo>
                    <a:pt x="2032" y="4056"/>
                  </a:lnTo>
                  <a:lnTo>
                    <a:pt x="2036" y="4060"/>
                  </a:lnTo>
                  <a:lnTo>
                    <a:pt x="2040" y="4064"/>
                  </a:lnTo>
                  <a:lnTo>
                    <a:pt x="2042" y="4064"/>
                  </a:lnTo>
                  <a:lnTo>
                    <a:pt x="2046" y="4062"/>
                  </a:lnTo>
                  <a:lnTo>
                    <a:pt x="2048" y="4060"/>
                  </a:lnTo>
                  <a:lnTo>
                    <a:pt x="2050" y="4060"/>
                  </a:lnTo>
                  <a:lnTo>
                    <a:pt x="2052" y="4062"/>
                  </a:lnTo>
                  <a:lnTo>
                    <a:pt x="2056" y="4066"/>
                  </a:lnTo>
                  <a:lnTo>
                    <a:pt x="2062" y="4070"/>
                  </a:lnTo>
                  <a:lnTo>
                    <a:pt x="2066" y="4068"/>
                  </a:lnTo>
                  <a:lnTo>
                    <a:pt x="2068" y="4066"/>
                  </a:lnTo>
                  <a:lnTo>
                    <a:pt x="2072" y="4060"/>
                  </a:lnTo>
                  <a:lnTo>
                    <a:pt x="2080" y="4048"/>
                  </a:lnTo>
                  <a:lnTo>
                    <a:pt x="2086" y="4042"/>
                  </a:lnTo>
                  <a:lnTo>
                    <a:pt x="2092" y="4038"/>
                  </a:lnTo>
                  <a:lnTo>
                    <a:pt x="2106" y="4032"/>
                  </a:lnTo>
                  <a:lnTo>
                    <a:pt x="2112" y="4028"/>
                  </a:lnTo>
                  <a:lnTo>
                    <a:pt x="2118" y="4024"/>
                  </a:lnTo>
                  <a:lnTo>
                    <a:pt x="2122" y="4016"/>
                  </a:lnTo>
                  <a:lnTo>
                    <a:pt x="2124" y="4008"/>
                  </a:lnTo>
                  <a:lnTo>
                    <a:pt x="2126" y="3998"/>
                  </a:lnTo>
                  <a:lnTo>
                    <a:pt x="2122" y="3986"/>
                  </a:lnTo>
                  <a:lnTo>
                    <a:pt x="2128" y="3990"/>
                  </a:lnTo>
                  <a:lnTo>
                    <a:pt x="2130" y="3992"/>
                  </a:lnTo>
                  <a:lnTo>
                    <a:pt x="2132" y="3998"/>
                  </a:lnTo>
                  <a:lnTo>
                    <a:pt x="2132" y="4002"/>
                  </a:lnTo>
                  <a:lnTo>
                    <a:pt x="2136" y="4004"/>
                  </a:lnTo>
                  <a:lnTo>
                    <a:pt x="2138" y="4008"/>
                  </a:lnTo>
                  <a:lnTo>
                    <a:pt x="2140" y="4020"/>
                  </a:lnTo>
                  <a:lnTo>
                    <a:pt x="2144" y="4028"/>
                  </a:lnTo>
                  <a:lnTo>
                    <a:pt x="2146" y="4030"/>
                  </a:lnTo>
                  <a:lnTo>
                    <a:pt x="2148" y="4032"/>
                  </a:lnTo>
                  <a:lnTo>
                    <a:pt x="2152" y="4030"/>
                  </a:lnTo>
                  <a:lnTo>
                    <a:pt x="2156" y="4028"/>
                  </a:lnTo>
                  <a:lnTo>
                    <a:pt x="2158" y="4028"/>
                  </a:lnTo>
                  <a:lnTo>
                    <a:pt x="2156" y="4032"/>
                  </a:lnTo>
                  <a:lnTo>
                    <a:pt x="2152" y="4040"/>
                  </a:lnTo>
                  <a:lnTo>
                    <a:pt x="2150" y="4046"/>
                  </a:lnTo>
                  <a:lnTo>
                    <a:pt x="2150" y="4052"/>
                  </a:lnTo>
                  <a:lnTo>
                    <a:pt x="2154" y="4060"/>
                  </a:lnTo>
                  <a:lnTo>
                    <a:pt x="2156" y="4070"/>
                  </a:lnTo>
                  <a:lnTo>
                    <a:pt x="2158" y="4092"/>
                  </a:lnTo>
                  <a:lnTo>
                    <a:pt x="2160" y="4114"/>
                  </a:lnTo>
                  <a:lnTo>
                    <a:pt x="2164" y="4128"/>
                  </a:lnTo>
                  <a:lnTo>
                    <a:pt x="2168" y="4140"/>
                  </a:lnTo>
                  <a:lnTo>
                    <a:pt x="2172" y="4154"/>
                  </a:lnTo>
                  <a:lnTo>
                    <a:pt x="2172" y="4172"/>
                  </a:lnTo>
                  <a:lnTo>
                    <a:pt x="2174" y="4172"/>
                  </a:lnTo>
                  <a:lnTo>
                    <a:pt x="2176" y="4166"/>
                  </a:lnTo>
                  <a:lnTo>
                    <a:pt x="2178" y="4168"/>
                  </a:lnTo>
                  <a:lnTo>
                    <a:pt x="2180" y="4172"/>
                  </a:lnTo>
                  <a:lnTo>
                    <a:pt x="2184" y="4186"/>
                  </a:lnTo>
                  <a:lnTo>
                    <a:pt x="2188" y="4198"/>
                  </a:lnTo>
                  <a:lnTo>
                    <a:pt x="2190" y="4208"/>
                  </a:lnTo>
                  <a:lnTo>
                    <a:pt x="2192" y="4216"/>
                  </a:lnTo>
                  <a:lnTo>
                    <a:pt x="2194" y="4224"/>
                  </a:lnTo>
                  <a:lnTo>
                    <a:pt x="2192" y="4232"/>
                  </a:lnTo>
                  <a:lnTo>
                    <a:pt x="2192" y="4240"/>
                  </a:lnTo>
                  <a:lnTo>
                    <a:pt x="2192" y="4242"/>
                  </a:lnTo>
                  <a:lnTo>
                    <a:pt x="2194" y="4246"/>
                  </a:lnTo>
                  <a:lnTo>
                    <a:pt x="2194" y="4248"/>
                  </a:lnTo>
                  <a:lnTo>
                    <a:pt x="2194" y="4250"/>
                  </a:lnTo>
                  <a:lnTo>
                    <a:pt x="2192" y="4258"/>
                  </a:lnTo>
                  <a:lnTo>
                    <a:pt x="2190" y="4266"/>
                  </a:lnTo>
                  <a:lnTo>
                    <a:pt x="2192" y="4268"/>
                  </a:lnTo>
                  <a:lnTo>
                    <a:pt x="2196" y="4268"/>
                  </a:lnTo>
                  <a:lnTo>
                    <a:pt x="2198" y="4268"/>
                  </a:lnTo>
                  <a:lnTo>
                    <a:pt x="2200" y="4270"/>
                  </a:lnTo>
                  <a:lnTo>
                    <a:pt x="2200" y="4276"/>
                  </a:lnTo>
                  <a:lnTo>
                    <a:pt x="2196" y="4286"/>
                  </a:lnTo>
                  <a:lnTo>
                    <a:pt x="2196" y="4298"/>
                  </a:lnTo>
                  <a:lnTo>
                    <a:pt x="2194" y="4306"/>
                  </a:lnTo>
                  <a:lnTo>
                    <a:pt x="2192" y="4310"/>
                  </a:lnTo>
                  <a:lnTo>
                    <a:pt x="2190" y="4320"/>
                  </a:lnTo>
                  <a:lnTo>
                    <a:pt x="2188" y="4344"/>
                  </a:lnTo>
                  <a:lnTo>
                    <a:pt x="2188" y="4352"/>
                  </a:lnTo>
                  <a:lnTo>
                    <a:pt x="2190" y="4352"/>
                  </a:lnTo>
                  <a:lnTo>
                    <a:pt x="2198" y="4336"/>
                  </a:lnTo>
                  <a:lnTo>
                    <a:pt x="2198" y="4340"/>
                  </a:lnTo>
                  <a:lnTo>
                    <a:pt x="2198" y="4346"/>
                  </a:lnTo>
                  <a:lnTo>
                    <a:pt x="2190" y="4360"/>
                  </a:lnTo>
                  <a:lnTo>
                    <a:pt x="2186" y="4368"/>
                  </a:lnTo>
                  <a:lnTo>
                    <a:pt x="2188" y="4372"/>
                  </a:lnTo>
                  <a:lnTo>
                    <a:pt x="2188" y="4374"/>
                  </a:lnTo>
                  <a:lnTo>
                    <a:pt x="2186" y="4380"/>
                  </a:lnTo>
                  <a:lnTo>
                    <a:pt x="2182" y="4390"/>
                  </a:lnTo>
                  <a:lnTo>
                    <a:pt x="2182" y="4396"/>
                  </a:lnTo>
                  <a:lnTo>
                    <a:pt x="2182" y="4400"/>
                  </a:lnTo>
                  <a:lnTo>
                    <a:pt x="2180" y="4406"/>
                  </a:lnTo>
                  <a:lnTo>
                    <a:pt x="2178" y="4416"/>
                  </a:lnTo>
                  <a:lnTo>
                    <a:pt x="2176" y="4426"/>
                  </a:lnTo>
                  <a:lnTo>
                    <a:pt x="2178" y="4434"/>
                  </a:lnTo>
                  <a:lnTo>
                    <a:pt x="2180" y="4440"/>
                  </a:lnTo>
                  <a:lnTo>
                    <a:pt x="2182" y="4442"/>
                  </a:lnTo>
                  <a:lnTo>
                    <a:pt x="2184" y="4442"/>
                  </a:lnTo>
                  <a:lnTo>
                    <a:pt x="2186" y="4438"/>
                  </a:lnTo>
                  <a:lnTo>
                    <a:pt x="2190" y="4432"/>
                  </a:lnTo>
                  <a:lnTo>
                    <a:pt x="2190" y="4430"/>
                  </a:lnTo>
                  <a:lnTo>
                    <a:pt x="2192" y="4430"/>
                  </a:lnTo>
                  <a:lnTo>
                    <a:pt x="2198" y="4438"/>
                  </a:lnTo>
                  <a:lnTo>
                    <a:pt x="2204" y="4450"/>
                  </a:lnTo>
                  <a:lnTo>
                    <a:pt x="2210" y="4464"/>
                  </a:lnTo>
                  <a:lnTo>
                    <a:pt x="2220" y="4480"/>
                  </a:lnTo>
                  <a:lnTo>
                    <a:pt x="2224" y="4484"/>
                  </a:lnTo>
                  <a:lnTo>
                    <a:pt x="2228" y="4484"/>
                  </a:lnTo>
                  <a:lnTo>
                    <a:pt x="2232" y="4486"/>
                  </a:lnTo>
                  <a:lnTo>
                    <a:pt x="2234" y="4488"/>
                  </a:lnTo>
                  <a:lnTo>
                    <a:pt x="2234" y="4494"/>
                  </a:lnTo>
                  <a:lnTo>
                    <a:pt x="2234" y="4498"/>
                  </a:lnTo>
                  <a:lnTo>
                    <a:pt x="2236" y="4502"/>
                  </a:lnTo>
                  <a:lnTo>
                    <a:pt x="2238" y="4508"/>
                  </a:lnTo>
                  <a:lnTo>
                    <a:pt x="2248" y="4516"/>
                  </a:lnTo>
                  <a:lnTo>
                    <a:pt x="2254" y="4526"/>
                  </a:lnTo>
                  <a:lnTo>
                    <a:pt x="2258" y="4536"/>
                  </a:lnTo>
                  <a:lnTo>
                    <a:pt x="2262" y="4544"/>
                  </a:lnTo>
                  <a:lnTo>
                    <a:pt x="2266" y="4562"/>
                  </a:lnTo>
                  <a:lnTo>
                    <a:pt x="2266" y="4578"/>
                  </a:lnTo>
                  <a:lnTo>
                    <a:pt x="2266" y="4588"/>
                  </a:lnTo>
                  <a:lnTo>
                    <a:pt x="2264" y="4592"/>
                  </a:lnTo>
                  <a:lnTo>
                    <a:pt x="2264" y="4596"/>
                  </a:lnTo>
                  <a:lnTo>
                    <a:pt x="2268" y="4600"/>
                  </a:lnTo>
                  <a:lnTo>
                    <a:pt x="2270" y="4602"/>
                  </a:lnTo>
                  <a:lnTo>
                    <a:pt x="2272" y="4606"/>
                  </a:lnTo>
                  <a:lnTo>
                    <a:pt x="2274" y="4612"/>
                  </a:lnTo>
                  <a:lnTo>
                    <a:pt x="2272" y="4622"/>
                  </a:lnTo>
                  <a:lnTo>
                    <a:pt x="2272" y="4634"/>
                  </a:lnTo>
                  <a:lnTo>
                    <a:pt x="2276" y="4638"/>
                  </a:lnTo>
                  <a:lnTo>
                    <a:pt x="2278" y="4640"/>
                  </a:lnTo>
                  <a:lnTo>
                    <a:pt x="2278" y="4644"/>
                  </a:lnTo>
                  <a:lnTo>
                    <a:pt x="2278" y="4648"/>
                  </a:lnTo>
                  <a:lnTo>
                    <a:pt x="2282" y="4654"/>
                  </a:lnTo>
                  <a:lnTo>
                    <a:pt x="2292" y="4666"/>
                  </a:lnTo>
                  <a:lnTo>
                    <a:pt x="2296" y="4672"/>
                  </a:lnTo>
                  <a:lnTo>
                    <a:pt x="2300" y="4680"/>
                  </a:lnTo>
                  <a:lnTo>
                    <a:pt x="2302" y="4688"/>
                  </a:lnTo>
                  <a:lnTo>
                    <a:pt x="2302" y="4696"/>
                  </a:lnTo>
                  <a:lnTo>
                    <a:pt x="2302" y="4700"/>
                  </a:lnTo>
                  <a:lnTo>
                    <a:pt x="2302" y="4702"/>
                  </a:lnTo>
                  <a:lnTo>
                    <a:pt x="2308" y="4708"/>
                  </a:lnTo>
                  <a:lnTo>
                    <a:pt x="2320" y="4716"/>
                  </a:lnTo>
                  <a:lnTo>
                    <a:pt x="2330" y="4724"/>
                  </a:lnTo>
                  <a:lnTo>
                    <a:pt x="2344" y="4736"/>
                  </a:lnTo>
                  <a:lnTo>
                    <a:pt x="2354" y="4746"/>
                  </a:lnTo>
                  <a:lnTo>
                    <a:pt x="2364" y="4754"/>
                  </a:lnTo>
                  <a:lnTo>
                    <a:pt x="2376" y="4760"/>
                  </a:lnTo>
                  <a:lnTo>
                    <a:pt x="2382" y="4764"/>
                  </a:lnTo>
                  <a:lnTo>
                    <a:pt x="2384" y="4766"/>
                  </a:lnTo>
                  <a:lnTo>
                    <a:pt x="2386" y="4770"/>
                  </a:lnTo>
                  <a:lnTo>
                    <a:pt x="2390" y="4776"/>
                  </a:lnTo>
                  <a:lnTo>
                    <a:pt x="2392" y="4774"/>
                  </a:lnTo>
                  <a:lnTo>
                    <a:pt x="2396" y="4770"/>
                  </a:lnTo>
                  <a:lnTo>
                    <a:pt x="2400" y="4770"/>
                  </a:lnTo>
                  <a:lnTo>
                    <a:pt x="2404" y="4770"/>
                  </a:lnTo>
                  <a:lnTo>
                    <a:pt x="2408" y="4770"/>
                  </a:lnTo>
                  <a:lnTo>
                    <a:pt x="2410" y="4768"/>
                  </a:lnTo>
                  <a:lnTo>
                    <a:pt x="2410" y="4764"/>
                  </a:lnTo>
                  <a:lnTo>
                    <a:pt x="2414" y="4764"/>
                  </a:lnTo>
                  <a:lnTo>
                    <a:pt x="2416" y="4766"/>
                  </a:lnTo>
                  <a:lnTo>
                    <a:pt x="2414" y="4770"/>
                  </a:lnTo>
                  <a:lnTo>
                    <a:pt x="2414" y="4772"/>
                  </a:lnTo>
                  <a:lnTo>
                    <a:pt x="2418" y="4774"/>
                  </a:lnTo>
                  <a:lnTo>
                    <a:pt x="2420" y="4774"/>
                  </a:lnTo>
                  <a:lnTo>
                    <a:pt x="2422" y="4772"/>
                  </a:lnTo>
                  <a:lnTo>
                    <a:pt x="2422" y="4766"/>
                  </a:lnTo>
                  <a:lnTo>
                    <a:pt x="2420" y="4756"/>
                  </a:lnTo>
                  <a:lnTo>
                    <a:pt x="2416" y="4750"/>
                  </a:lnTo>
                  <a:lnTo>
                    <a:pt x="2414" y="4744"/>
                  </a:lnTo>
                  <a:lnTo>
                    <a:pt x="2412" y="4740"/>
                  </a:lnTo>
                  <a:lnTo>
                    <a:pt x="2410" y="4730"/>
                  </a:lnTo>
                  <a:lnTo>
                    <a:pt x="2406" y="4718"/>
                  </a:lnTo>
                  <a:lnTo>
                    <a:pt x="2402" y="4714"/>
                  </a:lnTo>
                  <a:lnTo>
                    <a:pt x="2398" y="4708"/>
                  </a:lnTo>
                  <a:lnTo>
                    <a:pt x="2392" y="4704"/>
                  </a:lnTo>
                  <a:lnTo>
                    <a:pt x="2388" y="4698"/>
                  </a:lnTo>
                  <a:lnTo>
                    <a:pt x="2388" y="4690"/>
                  </a:lnTo>
                  <a:lnTo>
                    <a:pt x="2388" y="4684"/>
                  </a:lnTo>
                  <a:lnTo>
                    <a:pt x="2390" y="4672"/>
                  </a:lnTo>
                  <a:lnTo>
                    <a:pt x="2390" y="4668"/>
                  </a:lnTo>
                  <a:lnTo>
                    <a:pt x="2386" y="4664"/>
                  </a:lnTo>
                  <a:lnTo>
                    <a:pt x="2384" y="4658"/>
                  </a:lnTo>
                  <a:lnTo>
                    <a:pt x="2386" y="4654"/>
                  </a:lnTo>
                  <a:lnTo>
                    <a:pt x="2386" y="4648"/>
                  </a:lnTo>
                  <a:lnTo>
                    <a:pt x="2388" y="4642"/>
                  </a:lnTo>
                  <a:lnTo>
                    <a:pt x="2388" y="4636"/>
                  </a:lnTo>
                  <a:lnTo>
                    <a:pt x="2388" y="4628"/>
                  </a:lnTo>
                  <a:lnTo>
                    <a:pt x="2390" y="4616"/>
                  </a:lnTo>
                  <a:lnTo>
                    <a:pt x="2386" y="4600"/>
                  </a:lnTo>
                  <a:lnTo>
                    <a:pt x="2384" y="4592"/>
                  </a:lnTo>
                  <a:lnTo>
                    <a:pt x="2378" y="4584"/>
                  </a:lnTo>
                  <a:lnTo>
                    <a:pt x="2366" y="4570"/>
                  </a:lnTo>
                  <a:lnTo>
                    <a:pt x="2354" y="4558"/>
                  </a:lnTo>
                  <a:lnTo>
                    <a:pt x="2350" y="4552"/>
                  </a:lnTo>
                  <a:lnTo>
                    <a:pt x="2348" y="4546"/>
                  </a:lnTo>
                  <a:lnTo>
                    <a:pt x="2344" y="4540"/>
                  </a:lnTo>
                  <a:lnTo>
                    <a:pt x="2342" y="4538"/>
                  </a:lnTo>
                  <a:lnTo>
                    <a:pt x="2334" y="4536"/>
                  </a:lnTo>
                  <a:lnTo>
                    <a:pt x="2324" y="4526"/>
                  </a:lnTo>
                  <a:lnTo>
                    <a:pt x="2310" y="4508"/>
                  </a:lnTo>
                  <a:lnTo>
                    <a:pt x="2306" y="4502"/>
                  </a:lnTo>
                  <a:lnTo>
                    <a:pt x="2304" y="4502"/>
                  </a:lnTo>
                  <a:lnTo>
                    <a:pt x="2300" y="4504"/>
                  </a:lnTo>
                  <a:lnTo>
                    <a:pt x="2296" y="4504"/>
                  </a:lnTo>
                  <a:lnTo>
                    <a:pt x="2292" y="4504"/>
                  </a:lnTo>
                  <a:lnTo>
                    <a:pt x="2286" y="4500"/>
                  </a:lnTo>
                  <a:lnTo>
                    <a:pt x="2276" y="4494"/>
                  </a:lnTo>
                  <a:lnTo>
                    <a:pt x="2272" y="4486"/>
                  </a:lnTo>
                  <a:lnTo>
                    <a:pt x="2270" y="4476"/>
                  </a:lnTo>
                  <a:lnTo>
                    <a:pt x="2264" y="4454"/>
                  </a:lnTo>
                  <a:lnTo>
                    <a:pt x="2262" y="4434"/>
                  </a:lnTo>
                  <a:lnTo>
                    <a:pt x="2260" y="4428"/>
                  </a:lnTo>
                  <a:lnTo>
                    <a:pt x="2258" y="4426"/>
                  </a:lnTo>
                  <a:lnTo>
                    <a:pt x="2254" y="4426"/>
                  </a:lnTo>
                  <a:lnTo>
                    <a:pt x="2252" y="4424"/>
                  </a:lnTo>
                  <a:lnTo>
                    <a:pt x="2248" y="4416"/>
                  </a:lnTo>
                  <a:lnTo>
                    <a:pt x="2244" y="4402"/>
                  </a:lnTo>
                  <a:lnTo>
                    <a:pt x="2244" y="4388"/>
                  </a:lnTo>
                  <a:lnTo>
                    <a:pt x="2242" y="4386"/>
                  </a:lnTo>
                  <a:lnTo>
                    <a:pt x="2240" y="4384"/>
                  </a:lnTo>
                  <a:lnTo>
                    <a:pt x="2230" y="4388"/>
                  </a:lnTo>
                  <a:lnTo>
                    <a:pt x="2226" y="4390"/>
                  </a:lnTo>
                  <a:lnTo>
                    <a:pt x="2222" y="4390"/>
                  </a:lnTo>
                  <a:lnTo>
                    <a:pt x="2220" y="4388"/>
                  </a:lnTo>
                  <a:lnTo>
                    <a:pt x="2220" y="4382"/>
                  </a:lnTo>
                  <a:lnTo>
                    <a:pt x="2218" y="4352"/>
                  </a:lnTo>
                  <a:lnTo>
                    <a:pt x="2218" y="4330"/>
                  </a:lnTo>
                  <a:lnTo>
                    <a:pt x="2220" y="4320"/>
                  </a:lnTo>
                  <a:lnTo>
                    <a:pt x="2224" y="4316"/>
                  </a:lnTo>
                  <a:lnTo>
                    <a:pt x="2226" y="4310"/>
                  </a:lnTo>
                  <a:lnTo>
                    <a:pt x="2228" y="4306"/>
                  </a:lnTo>
                  <a:lnTo>
                    <a:pt x="2232" y="4296"/>
                  </a:lnTo>
                  <a:lnTo>
                    <a:pt x="2234" y="4284"/>
                  </a:lnTo>
                  <a:lnTo>
                    <a:pt x="2236" y="4274"/>
                  </a:lnTo>
                  <a:lnTo>
                    <a:pt x="2242" y="4258"/>
                  </a:lnTo>
                  <a:lnTo>
                    <a:pt x="2248" y="4232"/>
                  </a:lnTo>
                  <a:lnTo>
                    <a:pt x="2252" y="4208"/>
                  </a:lnTo>
                  <a:lnTo>
                    <a:pt x="2252" y="4200"/>
                  </a:lnTo>
                  <a:lnTo>
                    <a:pt x="2252" y="4196"/>
                  </a:lnTo>
                  <a:lnTo>
                    <a:pt x="2248" y="4192"/>
                  </a:lnTo>
                  <a:lnTo>
                    <a:pt x="2248" y="4190"/>
                  </a:lnTo>
                  <a:lnTo>
                    <a:pt x="2248" y="4186"/>
                  </a:lnTo>
                  <a:lnTo>
                    <a:pt x="2250" y="4184"/>
                  </a:lnTo>
                  <a:lnTo>
                    <a:pt x="2252" y="4180"/>
                  </a:lnTo>
                  <a:lnTo>
                    <a:pt x="2256" y="4178"/>
                  </a:lnTo>
                  <a:lnTo>
                    <a:pt x="2272" y="4176"/>
                  </a:lnTo>
                  <a:lnTo>
                    <a:pt x="2278" y="4178"/>
                  </a:lnTo>
                  <a:lnTo>
                    <a:pt x="2282" y="4180"/>
                  </a:lnTo>
                  <a:lnTo>
                    <a:pt x="2286" y="4182"/>
                  </a:lnTo>
                  <a:lnTo>
                    <a:pt x="2286" y="4184"/>
                  </a:lnTo>
                  <a:lnTo>
                    <a:pt x="2284" y="4194"/>
                  </a:lnTo>
                  <a:lnTo>
                    <a:pt x="2282" y="4210"/>
                  </a:lnTo>
                  <a:lnTo>
                    <a:pt x="2282" y="4220"/>
                  </a:lnTo>
                  <a:lnTo>
                    <a:pt x="2284" y="4222"/>
                  </a:lnTo>
                  <a:lnTo>
                    <a:pt x="2286" y="4222"/>
                  </a:lnTo>
                  <a:lnTo>
                    <a:pt x="2292" y="4222"/>
                  </a:lnTo>
                  <a:lnTo>
                    <a:pt x="2296" y="4222"/>
                  </a:lnTo>
                  <a:lnTo>
                    <a:pt x="2300" y="4222"/>
                  </a:lnTo>
                  <a:lnTo>
                    <a:pt x="2304" y="4224"/>
                  </a:lnTo>
                  <a:lnTo>
                    <a:pt x="2306" y="4224"/>
                  </a:lnTo>
                  <a:lnTo>
                    <a:pt x="2310" y="4220"/>
                  </a:lnTo>
                  <a:lnTo>
                    <a:pt x="2316" y="4218"/>
                  </a:lnTo>
                  <a:lnTo>
                    <a:pt x="2318" y="4218"/>
                  </a:lnTo>
                  <a:lnTo>
                    <a:pt x="2322" y="4220"/>
                  </a:lnTo>
                  <a:lnTo>
                    <a:pt x="2330" y="4228"/>
                  </a:lnTo>
                  <a:lnTo>
                    <a:pt x="2336" y="4236"/>
                  </a:lnTo>
                  <a:lnTo>
                    <a:pt x="2342" y="4244"/>
                  </a:lnTo>
                  <a:lnTo>
                    <a:pt x="2346" y="4246"/>
                  </a:lnTo>
                  <a:lnTo>
                    <a:pt x="2350" y="4248"/>
                  </a:lnTo>
                  <a:lnTo>
                    <a:pt x="2354" y="4250"/>
                  </a:lnTo>
                  <a:lnTo>
                    <a:pt x="2356" y="4252"/>
                  </a:lnTo>
                  <a:lnTo>
                    <a:pt x="2360" y="4258"/>
                  </a:lnTo>
                  <a:lnTo>
                    <a:pt x="2362" y="4266"/>
                  </a:lnTo>
                  <a:lnTo>
                    <a:pt x="2364" y="4268"/>
                  </a:lnTo>
                  <a:lnTo>
                    <a:pt x="2368" y="4268"/>
                  </a:lnTo>
                  <a:lnTo>
                    <a:pt x="2362" y="4256"/>
                  </a:lnTo>
                  <a:lnTo>
                    <a:pt x="2362" y="4246"/>
                  </a:lnTo>
                  <a:lnTo>
                    <a:pt x="2362" y="4256"/>
                  </a:lnTo>
                  <a:lnTo>
                    <a:pt x="2368" y="4268"/>
                  </a:lnTo>
                  <a:lnTo>
                    <a:pt x="2374" y="4280"/>
                  </a:lnTo>
                  <a:lnTo>
                    <a:pt x="2376" y="4286"/>
                  </a:lnTo>
                  <a:lnTo>
                    <a:pt x="2374" y="4292"/>
                  </a:lnTo>
                  <a:lnTo>
                    <a:pt x="2374" y="4300"/>
                  </a:lnTo>
                  <a:lnTo>
                    <a:pt x="2376" y="4310"/>
                  </a:lnTo>
                  <a:lnTo>
                    <a:pt x="2378" y="4310"/>
                  </a:lnTo>
                  <a:lnTo>
                    <a:pt x="2380" y="4308"/>
                  </a:lnTo>
                  <a:lnTo>
                    <a:pt x="2386" y="4308"/>
                  </a:lnTo>
                  <a:lnTo>
                    <a:pt x="2388" y="4308"/>
                  </a:lnTo>
                  <a:lnTo>
                    <a:pt x="2388" y="4304"/>
                  </a:lnTo>
                  <a:lnTo>
                    <a:pt x="2388" y="4298"/>
                  </a:lnTo>
                  <a:lnTo>
                    <a:pt x="2388" y="4296"/>
                  </a:lnTo>
                  <a:lnTo>
                    <a:pt x="2390" y="4294"/>
                  </a:lnTo>
                  <a:lnTo>
                    <a:pt x="2392" y="4296"/>
                  </a:lnTo>
                  <a:lnTo>
                    <a:pt x="2396" y="4300"/>
                  </a:lnTo>
                  <a:lnTo>
                    <a:pt x="2398" y="4304"/>
                  </a:lnTo>
                  <a:lnTo>
                    <a:pt x="2398" y="4308"/>
                  </a:lnTo>
                  <a:lnTo>
                    <a:pt x="2394" y="4314"/>
                  </a:lnTo>
                  <a:lnTo>
                    <a:pt x="2390" y="4320"/>
                  </a:lnTo>
                  <a:lnTo>
                    <a:pt x="2390" y="4322"/>
                  </a:lnTo>
                  <a:lnTo>
                    <a:pt x="2392" y="4324"/>
                  </a:lnTo>
                  <a:lnTo>
                    <a:pt x="2396" y="4326"/>
                  </a:lnTo>
                  <a:lnTo>
                    <a:pt x="2398" y="4326"/>
                  </a:lnTo>
                  <a:lnTo>
                    <a:pt x="2402" y="4324"/>
                  </a:lnTo>
                  <a:lnTo>
                    <a:pt x="2404" y="4322"/>
                  </a:lnTo>
                  <a:lnTo>
                    <a:pt x="2406" y="4320"/>
                  </a:lnTo>
                  <a:lnTo>
                    <a:pt x="2406" y="4322"/>
                  </a:lnTo>
                  <a:lnTo>
                    <a:pt x="2412" y="4324"/>
                  </a:lnTo>
                  <a:lnTo>
                    <a:pt x="2416" y="4324"/>
                  </a:lnTo>
                  <a:lnTo>
                    <a:pt x="2422" y="4326"/>
                  </a:lnTo>
                  <a:lnTo>
                    <a:pt x="2424" y="4328"/>
                  </a:lnTo>
                  <a:lnTo>
                    <a:pt x="2428" y="4334"/>
                  </a:lnTo>
                  <a:lnTo>
                    <a:pt x="2430" y="4340"/>
                  </a:lnTo>
                  <a:lnTo>
                    <a:pt x="2434" y="4344"/>
                  </a:lnTo>
                  <a:lnTo>
                    <a:pt x="2436" y="4344"/>
                  </a:lnTo>
                  <a:lnTo>
                    <a:pt x="2438" y="4344"/>
                  </a:lnTo>
                  <a:lnTo>
                    <a:pt x="2444" y="4342"/>
                  </a:lnTo>
                  <a:lnTo>
                    <a:pt x="2446" y="4342"/>
                  </a:lnTo>
                  <a:lnTo>
                    <a:pt x="2450" y="4346"/>
                  </a:lnTo>
                  <a:lnTo>
                    <a:pt x="2452" y="4350"/>
                  </a:lnTo>
                  <a:lnTo>
                    <a:pt x="2452" y="4352"/>
                  </a:lnTo>
                  <a:lnTo>
                    <a:pt x="2448" y="4360"/>
                  </a:lnTo>
                  <a:lnTo>
                    <a:pt x="2444" y="4370"/>
                  </a:lnTo>
                  <a:lnTo>
                    <a:pt x="2442" y="4378"/>
                  </a:lnTo>
                  <a:lnTo>
                    <a:pt x="2440" y="4388"/>
                  </a:lnTo>
                  <a:lnTo>
                    <a:pt x="2440" y="4410"/>
                  </a:lnTo>
                  <a:lnTo>
                    <a:pt x="2442" y="4422"/>
                  </a:lnTo>
                  <a:lnTo>
                    <a:pt x="2444" y="4424"/>
                  </a:lnTo>
                  <a:lnTo>
                    <a:pt x="2446" y="4424"/>
                  </a:lnTo>
                  <a:lnTo>
                    <a:pt x="2450" y="4422"/>
                  </a:lnTo>
                  <a:lnTo>
                    <a:pt x="2456" y="4416"/>
                  </a:lnTo>
                  <a:lnTo>
                    <a:pt x="2478" y="4396"/>
                  </a:lnTo>
                  <a:lnTo>
                    <a:pt x="2488" y="4388"/>
                  </a:lnTo>
                  <a:lnTo>
                    <a:pt x="2496" y="4384"/>
                  </a:lnTo>
                  <a:lnTo>
                    <a:pt x="2500" y="4382"/>
                  </a:lnTo>
                  <a:lnTo>
                    <a:pt x="2502" y="4380"/>
                  </a:lnTo>
                  <a:lnTo>
                    <a:pt x="2502" y="4376"/>
                  </a:lnTo>
                  <a:lnTo>
                    <a:pt x="2502" y="4374"/>
                  </a:lnTo>
                  <a:lnTo>
                    <a:pt x="2508" y="4372"/>
                  </a:lnTo>
                  <a:lnTo>
                    <a:pt x="2512" y="4370"/>
                  </a:lnTo>
                  <a:lnTo>
                    <a:pt x="2516" y="4364"/>
                  </a:lnTo>
                  <a:lnTo>
                    <a:pt x="2520" y="4346"/>
                  </a:lnTo>
                  <a:lnTo>
                    <a:pt x="2524" y="4328"/>
                  </a:lnTo>
                  <a:lnTo>
                    <a:pt x="2526" y="4324"/>
                  </a:lnTo>
                  <a:lnTo>
                    <a:pt x="2526" y="4322"/>
                  </a:lnTo>
                  <a:lnTo>
                    <a:pt x="2528" y="4324"/>
                  </a:lnTo>
                  <a:lnTo>
                    <a:pt x="2534" y="4328"/>
                  </a:lnTo>
                  <a:lnTo>
                    <a:pt x="2536" y="4330"/>
                  </a:lnTo>
                  <a:lnTo>
                    <a:pt x="2538" y="4332"/>
                  </a:lnTo>
                  <a:lnTo>
                    <a:pt x="2544" y="4332"/>
                  </a:lnTo>
                  <a:lnTo>
                    <a:pt x="2548" y="4330"/>
                  </a:lnTo>
                  <a:lnTo>
                    <a:pt x="2556" y="4326"/>
                  </a:lnTo>
                  <a:lnTo>
                    <a:pt x="2566" y="4318"/>
                  </a:lnTo>
                  <a:lnTo>
                    <a:pt x="2576" y="4310"/>
                  </a:lnTo>
                  <a:lnTo>
                    <a:pt x="2584" y="4304"/>
                  </a:lnTo>
                  <a:lnTo>
                    <a:pt x="2598" y="4296"/>
                  </a:lnTo>
                  <a:lnTo>
                    <a:pt x="2604" y="4292"/>
                  </a:lnTo>
                  <a:lnTo>
                    <a:pt x="2610" y="4286"/>
                  </a:lnTo>
                  <a:lnTo>
                    <a:pt x="2614" y="4280"/>
                  </a:lnTo>
                  <a:lnTo>
                    <a:pt x="2618" y="4272"/>
                  </a:lnTo>
                  <a:lnTo>
                    <a:pt x="2622" y="4252"/>
                  </a:lnTo>
                  <a:lnTo>
                    <a:pt x="2622" y="4238"/>
                  </a:lnTo>
                  <a:lnTo>
                    <a:pt x="2624" y="4228"/>
                  </a:lnTo>
                  <a:lnTo>
                    <a:pt x="2624" y="4224"/>
                  </a:lnTo>
                  <a:lnTo>
                    <a:pt x="2626" y="4222"/>
                  </a:lnTo>
                  <a:lnTo>
                    <a:pt x="2628" y="4222"/>
                  </a:lnTo>
                  <a:lnTo>
                    <a:pt x="2630" y="4220"/>
                  </a:lnTo>
                  <a:lnTo>
                    <a:pt x="2630" y="4214"/>
                  </a:lnTo>
                  <a:lnTo>
                    <a:pt x="2628" y="4206"/>
                  </a:lnTo>
                  <a:lnTo>
                    <a:pt x="2624" y="4198"/>
                  </a:lnTo>
                  <a:lnTo>
                    <a:pt x="2622" y="4194"/>
                  </a:lnTo>
                  <a:lnTo>
                    <a:pt x="2622" y="4190"/>
                  </a:lnTo>
                  <a:lnTo>
                    <a:pt x="2624" y="4174"/>
                  </a:lnTo>
                  <a:lnTo>
                    <a:pt x="2624" y="4152"/>
                  </a:lnTo>
                  <a:lnTo>
                    <a:pt x="2622" y="4138"/>
                  </a:lnTo>
                  <a:lnTo>
                    <a:pt x="2616" y="4122"/>
                  </a:lnTo>
                  <a:lnTo>
                    <a:pt x="2606" y="4096"/>
                  </a:lnTo>
                  <a:lnTo>
                    <a:pt x="2598" y="4080"/>
                  </a:lnTo>
                  <a:lnTo>
                    <a:pt x="2590" y="4068"/>
                  </a:lnTo>
                  <a:lnTo>
                    <a:pt x="2584" y="4056"/>
                  </a:lnTo>
                  <a:lnTo>
                    <a:pt x="2580" y="4046"/>
                  </a:lnTo>
                  <a:lnTo>
                    <a:pt x="2572" y="4042"/>
                  </a:lnTo>
                  <a:lnTo>
                    <a:pt x="2562" y="4034"/>
                  </a:lnTo>
                  <a:lnTo>
                    <a:pt x="2548" y="4020"/>
                  </a:lnTo>
                  <a:lnTo>
                    <a:pt x="2534" y="4002"/>
                  </a:lnTo>
                  <a:lnTo>
                    <a:pt x="2522" y="3986"/>
                  </a:lnTo>
                  <a:lnTo>
                    <a:pt x="2514" y="3972"/>
                  </a:lnTo>
                  <a:lnTo>
                    <a:pt x="2510" y="3966"/>
                  </a:lnTo>
                  <a:lnTo>
                    <a:pt x="2510" y="3960"/>
                  </a:lnTo>
                  <a:lnTo>
                    <a:pt x="2508" y="3954"/>
                  </a:lnTo>
                  <a:lnTo>
                    <a:pt x="2506" y="3950"/>
                  </a:lnTo>
                  <a:lnTo>
                    <a:pt x="2500" y="3946"/>
                  </a:lnTo>
                  <a:lnTo>
                    <a:pt x="2492" y="3940"/>
                  </a:lnTo>
                  <a:lnTo>
                    <a:pt x="2486" y="3934"/>
                  </a:lnTo>
                  <a:lnTo>
                    <a:pt x="2482" y="3926"/>
                  </a:lnTo>
                  <a:lnTo>
                    <a:pt x="2478" y="3916"/>
                  </a:lnTo>
                  <a:lnTo>
                    <a:pt x="2478" y="3904"/>
                  </a:lnTo>
                  <a:lnTo>
                    <a:pt x="2480" y="3894"/>
                  </a:lnTo>
                  <a:lnTo>
                    <a:pt x="2482" y="3884"/>
                  </a:lnTo>
                  <a:lnTo>
                    <a:pt x="2486" y="3874"/>
                  </a:lnTo>
                  <a:lnTo>
                    <a:pt x="2492" y="3864"/>
                  </a:lnTo>
                  <a:lnTo>
                    <a:pt x="2498" y="3856"/>
                  </a:lnTo>
                  <a:lnTo>
                    <a:pt x="2506" y="3848"/>
                  </a:lnTo>
                  <a:lnTo>
                    <a:pt x="2512" y="3842"/>
                  </a:lnTo>
                  <a:lnTo>
                    <a:pt x="2516" y="3836"/>
                  </a:lnTo>
                  <a:lnTo>
                    <a:pt x="2518" y="3826"/>
                  </a:lnTo>
                  <a:lnTo>
                    <a:pt x="2520" y="3816"/>
                  </a:lnTo>
                  <a:lnTo>
                    <a:pt x="2522" y="3812"/>
                  </a:lnTo>
                  <a:lnTo>
                    <a:pt x="2526" y="3808"/>
                  </a:lnTo>
                  <a:lnTo>
                    <a:pt x="2532" y="3806"/>
                  </a:lnTo>
                  <a:lnTo>
                    <a:pt x="2534" y="3806"/>
                  </a:lnTo>
                  <a:lnTo>
                    <a:pt x="2536" y="3808"/>
                  </a:lnTo>
                  <a:lnTo>
                    <a:pt x="2540" y="3808"/>
                  </a:lnTo>
                  <a:lnTo>
                    <a:pt x="2544" y="3804"/>
                  </a:lnTo>
                  <a:lnTo>
                    <a:pt x="2546" y="3800"/>
                  </a:lnTo>
                  <a:lnTo>
                    <a:pt x="2548" y="3794"/>
                  </a:lnTo>
                  <a:lnTo>
                    <a:pt x="2554" y="3790"/>
                  </a:lnTo>
                  <a:lnTo>
                    <a:pt x="2562" y="3784"/>
                  </a:lnTo>
                  <a:lnTo>
                    <a:pt x="2568" y="3782"/>
                  </a:lnTo>
                  <a:lnTo>
                    <a:pt x="2572" y="3782"/>
                  </a:lnTo>
                  <a:lnTo>
                    <a:pt x="2574" y="3778"/>
                  </a:lnTo>
                  <a:lnTo>
                    <a:pt x="2576" y="3780"/>
                  </a:lnTo>
                  <a:lnTo>
                    <a:pt x="2578" y="3780"/>
                  </a:lnTo>
                  <a:lnTo>
                    <a:pt x="2582" y="3780"/>
                  </a:lnTo>
                  <a:lnTo>
                    <a:pt x="2584" y="3776"/>
                  </a:lnTo>
                  <a:lnTo>
                    <a:pt x="2584" y="3774"/>
                  </a:lnTo>
                  <a:lnTo>
                    <a:pt x="2586" y="3776"/>
                  </a:lnTo>
                  <a:lnTo>
                    <a:pt x="2590" y="3778"/>
                  </a:lnTo>
                  <a:lnTo>
                    <a:pt x="2592" y="3778"/>
                  </a:lnTo>
                  <a:lnTo>
                    <a:pt x="2594" y="3774"/>
                  </a:lnTo>
                  <a:lnTo>
                    <a:pt x="2592" y="3772"/>
                  </a:lnTo>
                  <a:lnTo>
                    <a:pt x="2592" y="3768"/>
                  </a:lnTo>
                  <a:lnTo>
                    <a:pt x="2592" y="3762"/>
                  </a:lnTo>
                  <a:lnTo>
                    <a:pt x="2592" y="3760"/>
                  </a:lnTo>
                  <a:lnTo>
                    <a:pt x="2594" y="3762"/>
                  </a:lnTo>
                  <a:lnTo>
                    <a:pt x="2596" y="3766"/>
                  </a:lnTo>
                  <a:lnTo>
                    <a:pt x="2602" y="3772"/>
                  </a:lnTo>
                  <a:lnTo>
                    <a:pt x="2604" y="3774"/>
                  </a:lnTo>
                  <a:lnTo>
                    <a:pt x="2610" y="3776"/>
                  </a:lnTo>
                  <a:lnTo>
                    <a:pt x="2614" y="3776"/>
                  </a:lnTo>
                  <a:lnTo>
                    <a:pt x="2616" y="3778"/>
                  </a:lnTo>
                  <a:lnTo>
                    <a:pt x="2614" y="3782"/>
                  </a:lnTo>
                  <a:lnTo>
                    <a:pt x="2614" y="3784"/>
                  </a:lnTo>
                  <a:lnTo>
                    <a:pt x="2616" y="3786"/>
                  </a:lnTo>
                  <a:lnTo>
                    <a:pt x="2620" y="3786"/>
                  </a:lnTo>
                  <a:lnTo>
                    <a:pt x="2630" y="3784"/>
                  </a:lnTo>
                  <a:lnTo>
                    <a:pt x="2632" y="3782"/>
                  </a:lnTo>
                  <a:lnTo>
                    <a:pt x="2634" y="3778"/>
                  </a:lnTo>
                  <a:lnTo>
                    <a:pt x="2632" y="3772"/>
                  </a:lnTo>
                  <a:lnTo>
                    <a:pt x="2634" y="3772"/>
                  </a:lnTo>
                  <a:lnTo>
                    <a:pt x="2636" y="3778"/>
                  </a:lnTo>
                  <a:lnTo>
                    <a:pt x="2640" y="3782"/>
                  </a:lnTo>
                  <a:lnTo>
                    <a:pt x="2642" y="3782"/>
                  </a:lnTo>
                  <a:lnTo>
                    <a:pt x="2644" y="3782"/>
                  </a:lnTo>
                  <a:lnTo>
                    <a:pt x="2648" y="3784"/>
                  </a:lnTo>
                  <a:lnTo>
                    <a:pt x="2648" y="3786"/>
                  </a:lnTo>
                  <a:lnTo>
                    <a:pt x="2646" y="3788"/>
                  </a:lnTo>
                  <a:lnTo>
                    <a:pt x="2642" y="3794"/>
                  </a:lnTo>
                  <a:lnTo>
                    <a:pt x="2640" y="3802"/>
                  </a:lnTo>
                  <a:lnTo>
                    <a:pt x="2638" y="3810"/>
                  </a:lnTo>
                  <a:lnTo>
                    <a:pt x="2640" y="3816"/>
                  </a:lnTo>
                  <a:lnTo>
                    <a:pt x="2642" y="3818"/>
                  </a:lnTo>
                  <a:lnTo>
                    <a:pt x="2642" y="3820"/>
                  </a:lnTo>
                  <a:lnTo>
                    <a:pt x="2642" y="3824"/>
                  </a:lnTo>
                  <a:lnTo>
                    <a:pt x="2644" y="3828"/>
                  </a:lnTo>
                  <a:lnTo>
                    <a:pt x="2646" y="3832"/>
                  </a:lnTo>
                  <a:lnTo>
                    <a:pt x="2648" y="3836"/>
                  </a:lnTo>
                  <a:lnTo>
                    <a:pt x="2648" y="3840"/>
                  </a:lnTo>
                  <a:lnTo>
                    <a:pt x="2648" y="3842"/>
                  </a:lnTo>
                  <a:lnTo>
                    <a:pt x="2652" y="3844"/>
                  </a:lnTo>
                  <a:lnTo>
                    <a:pt x="2664" y="3842"/>
                  </a:lnTo>
                  <a:lnTo>
                    <a:pt x="2672" y="3838"/>
                  </a:lnTo>
                  <a:lnTo>
                    <a:pt x="2674" y="3836"/>
                  </a:lnTo>
                  <a:lnTo>
                    <a:pt x="2674" y="3834"/>
                  </a:lnTo>
                  <a:lnTo>
                    <a:pt x="2670" y="3828"/>
                  </a:lnTo>
                  <a:lnTo>
                    <a:pt x="2668" y="3820"/>
                  </a:lnTo>
                  <a:lnTo>
                    <a:pt x="2666" y="3814"/>
                  </a:lnTo>
                  <a:lnTo>
                    <a:pt x="2662" y="3812"/>
                  </a:lnTo>
                  <a:lnTo>
                    <a:pt x="2660" y="3812"/>
                  </a:lnTo>
                  <a:lnTo>
                    <a:pt x="2658" y="3810"/>
                  </a:lnTo>
                  <a:lnTo>
                    <a:pt x="2660" y="3804"/>
                  </a:lnTo>
                  <a:lnTo>
                    <a:pt x="2666" y="3800"/>
                  </a:lnTo>
                  <a:lnTo>
                    <a:pt x="2684" y="3788"/>
                  </a:lnTo>
                  <a:lnTo>
                    <a:pt x="2692" y="3784"/>
                  </a:lnTo>
                  <a:lnTo>
                    <a:pt x="2698" y="3782"/>
                  </a:lnTo>
                  <a:lnTo>
                    <a:pt x="2704" y="3784"/>
                  </a:lnTo>
                  <a:lnTo>
                    <a:pt x="2716" y="3780"/>
                  </a:lnTo>
                  <a:lnTo>
                    <a:pt x="2722" y="3778"/>
                  </a:lnTo>
                  <a:lnTo>
                    <a:pt x="2726" y="3774"/>
                  </a:lnTo>
                  <a:lnTo>
                    <a:pt x="2730" y="3768"/>
                  </a:lnTo>
                  <a:lnTo>
                    <a:pt x="2730" y="3764"/>
                  </a:lnTo>
                  <a:lnTo>
                    <a:pt x="2736" y="3766"/>
                  </a:lnTo>
                  <a:lnTo>
                    <a:pt x="2740" y="3768"/>
                  </a:lnTo>
                  <a:lnTo>
                    <a:pt x="2742" y="3772"/>
                  </a:lnTo>
                  <a:lnTo>
                    <a:pt x="2746" y="3768"/>
                  </a:lnTo>
                  <a:lnTo>
                    <a:pt x="2750" y="3764"/>
                  </a:lnTo>
                  <a:lnTo>
                    <a:pt x="2752" y="3766"/>
                  </a:lnTo>
                  <a:lnTo>
                    <a:pt x="2754" y="3768"/>
                  </a:lnTo>
                  <a:lnTo>
                    <a:pt x="2758" y="3764"/>
                  </a:lnTo>
                  <a:lnTo>
                    <a:pt x="2762" y="3760"/>
                  </a:lnTo>
                  <a:lnTo>
                    <a:pt x="2764" y="3760"/>
                  </a:lnTo>
                  <a:lnTo>
                    <a:pt x="2768" y="3760"/>
                  </a:lnTo>
                  <a:lnTo>
                    <a:pt x="2772" y="3762"/>
                  </a:lnTo>
                  <a:lnTo>
                    <a:pt x="2774" y="3760"/>
                  </a:lnTo>
                  <a:lnTo>
                    <a:pt x="2774" y="3756"/>
                  </a:lnTo>
                  <a:lnTo>
                    <a:pt x="2776" y="3750"/>
                  </a:lnTo>
                  <a:lnTo>
                    <a:pt x="2778" y="3752"/>
                  </a:lnTo>
                  <a:lnTo>
                    <a:pt x="2780" y="3754"/>
                  </a:lnTo>
                  <a:lnTo>
                    <a:pt x="2782" y="3754"/>
                  </a:lnTo>
                  <a:lnTo>
                    <a:pt x="2784" y="3752"/>
                  </a:lnTo>
                  <a:lnTo>
                    <a:pt x="2788" y="3748"/>
                  </a:lnTo>
                  <a:lnTo>
                    <a:pt x="2790" y="3748"/>
                  </a:lnTo>
                  <a:lnTo>
                    <a:pt x="2792" y="3748"/>
                  </a:lnTo>
                  <a:lnTo>
                    <a:pt x="2796" y="3744"/>
                  </a:lnTo>
                  <a:lnTo>
                    <a:pt x="2798" y="3740"/>
                  </a:lnTo>
                  <a:lnTo>
                    <a:pt x="2798" y="3736"/>
                  </a:lnTo>
                  <a:lnTo>
                    <a:pt x="2794" y="3724"/>
                  </a:lnTo>
                  <a:lnTo>
                    <a:pt x="2792" y="3714"/>
                  </a:lnTo>
                  <a:lnTo>
                    <a:pt x="2790" y="3712"/>
                  </a:lnTo>
                  <a:lnTo>
                    <a:pt x="2792" y="3708"/>
                  </a:lnTo>
                  <a:lnTo>
                    <a:pt x="2794" y="3708"/>
                  </a:lnTo>
                  <a:lnTo>
                    <a:pt x="2796" y="3710"/>
                  </a:lnTo>
                  <a:lnTo>
                    <a:pt x="2804" y="3720"/>
                  </a:lnTo>
                  <a:lnTo>
                    <a:pt x="2808" y="3726"/>
                  </a:lnTo>
                  <a:lnTo>
                    <a:pt x="2812" y="3730"/>
                  </a:lnTo>
                  <a:lnTo>
                    <a:pt x="2810" y="3734"/>
                  </a:lnTo>
                  <a:lnTo>
                    <a:pt x="2810" y="3738"/>
                  </a:lnTo>
                  <a:lnTo>
                    <a:pt x="2812" y="3738"/>
                  </a:lnTo>
                  <a:lnTo>
                    <a:pt x="2818" y="3740"/>
                  </a:lnTo>
                  <a:lnTo>
                    <a:pt x="2820" y="3742"/>
                  </a:lnTo>
                  <a:lnTo>
                    <a:pt x="2824" y="3742"/>
                  </a:lnTo>
                  <a:lnTo>
                    <a:pt x="2826" y="3740"/>
                  </a:lnTo>
                  <a:lnTo>
                    <a:pt x="2828" y="3736"/>
                  </a:lnTo>
                  <a:lnTo>
                    <a:pt x="2828" y="3734"/>
                  </a:lnTo>
                  <a:lnTo>
                    <a:pt x="2826" y="3730"/>
                  </a:lnTo>
                  <a:lnTo>
                    <a:pt x="2826" y="3726"/>
                  </a:lnTo>
                  <a:lnTo>
                    <a:pt x="2826" y="3724"/>
                  </a:lnTo>
                  <a:lnTo>
                    <a:pt x="2828" y="3724"/>
                  </a:lnTo>
                  <a:lnTo>
                    <a:pt x="2830" y="3728"/>
                  </a:lnTo>
                  <a:lnTo>
                    <a:pt x="2834" y="3730"/>
                  </a:lnTo>
                  <a:lnTo>
                    <a:pt x="2836" y="3732"/>
                  </a:lnTo>
                  <a:lnTo>
                    <a:pt x="2838" y="3730"/>
                  </a:lnTo>
                  <a:lnTo>
                    <a:pt x="2840" y="3728"/>
                  </a:lnTo>
                  <a:lnTo>
                    <a:pt x="2838" y="3724"/>
                  </a:lnTo>
                  <a:lnTo>
                    <a:pt x="2836" y="3720"/>
                  </a:lnTo>
                  <a:lnTo>
                    <a:pt x="2838" y="3718"/>
                  </a:lnTo>
                  <a:lnTo>
                    <a:pt x="2840" y="3716"/>
                  </a:lnTo>
                  <a:lnTo>
                    <a:pt x="2842" y="3716"/>
                  </a:lnTo>
                  <a:lnTo>
                    <a:pt x="2844" y="3718"/>
                  </a:lnTo>
                  <a:lnTo>
                    <a:pt x="2846" y="3724"/>
                  </a:lnTo>
                  <a:lnTo>
                    <a:pt x="2846" y="3726"/>
                  </a:lnTo>
                  <a:lnTo>
                    <a:pt x="2848" y="3728"/>
                  </a:lnTo>
                  <a:lnTo>
                    <a:pt x="2850" y="3728"/>
                  </a:lnTo>
                  <a:lnTo>
                    <a:pt x="2854" y="3724"/>
                  </a:lnTo>
                  <a:lnTo>
                    <a:pt x="2860" y="3718"/>
                  </a:lnTo>
                  <a:lnTo>
                    <a:pt x="2864" y="3716"/>
                  </a:lnTo>
                  <a:lnTo>
                    <a:pt x="2874" y="3722"/>
                  </a:lnTo>
                  <a:lnTo>
                    <a:pt x="2876" y="3722"/>
                  </a:lnTo>
                  <a:lnTo>
                    <a:pt x="2878" y="3722"/>
                  </a:lnTo>
                  <a:lnTo>
                    <a:pt x="2878" y="3718"/>
                  </a:lnTo>
                  <a:lnTo>
                    <a:pt x="2878" y="3714"/>
                  </a:lnTo>
                  <a:lnTo>
                    <a:pt x="2878" y="3712"/>
                  </a:lnTo>
                  <a:lnTo>
                    <a:pt x="2880" y="3712"/>
                  </a:lnTo>
                  <a:lnTo>
                    <a:pt x="2882" y="3712"/>
                  </a:lnTo>
                  <a:lnTo>
                    <a:pt x="2884" y="3716"/>
                  </a:lnTo>
                  <a:lnTo>
                    <a:pt x="2886" y="3718"/>
                  </a:lnTo>
                  <a:lnTo>
                    <a:pt x="2894" y="3716"/>
                  </a:lnTo>
                  <a:lnTo>
                    <a:pt x="2902" y="3712"/>
                  </a:lnTo>
                  <a:lnTo>
                    <a:pt x="2910" y="3710"/>
                  </a:lnTo>
                  <a:lnTo>
                    <a:pt x="2914" y="3706"/>
                  </a:lnTo>
                  <a:lnTo>
                    <a:pt x="2916" y="3702"/>
                  </a:lnTo>
                  <a:lnTo>
                    <a:pt x="2918" y="3698"/>
                  </a:lnTo>
                  <a:lnTo>
                    <a:pt x="2918" y="3696"/>
                  </a:lnTo>
                  <a:lnTo>
                    <a:pt x="2922" y="3694"/>
                  </a:lnTo>
                  <a:lnTo>
                    <a:pt x="2926" y="3692"/>
                  </a:lnTo>
                  <a:lnTo>
                    <a:pt x="2924" y="3690"/>
                  </a:lnTo>
                  <a:lnTo>
                    <a:pt x="2922" y="3688"/>
                  </a:lnTo>
                  <a:lnTo>
                    <a:pt x="2924" y="3686"/>
                  </a:lnTo>
                  <a:lnTo>
                    <a:pt x="2926" y="3684"/>
                  </a:lnTo>
                  <a:lnTo>
                    <a:pt x="2930" y="3678"/>
                  </a:lnTo>
                  <a:lnTo>
                    <a:pt x="2932" y="3674"/>
                  </a:lnTo>
                  <a:lnTo>
                    <a:pt x="2936" y="3674"/>
                  </a:lnTo>
                  <a:lnTo>
                    <a:pt x="2940" y="3674"/>
                  </a:lnTo>
                  <a:lnTo>
                    <a:pt x="2944" y="3672"/>
                  </a:lnTo>
                  <a:lnTo>
                    <a:pt x="2948" y="3668"/>
                  </a:lnTo>
                  <a:lnTo>
                    <a:pt x="2954" y="3662"/>
                  </a:lnTo>
                  <a:lnTo>
                    <a:pt x="2956" y="3662"/>
                  </a:lnTo>
                  <a:lnTo>
                    <a:pt x="2956" y="3664"/>
                  </a:lnTo>
                  <a:lnTo>
                    <a:pt x="2958" y="3666"/>
                  </a:lnTo>
                  <a:lnTo>
                    <a:pt x="2960" y="3662"/>
                  </a:lnTo>
                  <a:lnTo>
                    <a:pt x="2974" y="3648"/>
                  </a:lnTo>
                  <a:lnTo>
                    <a:pt x="2980" y="3642"/>
                  </a:lnTo>
                  <a:lnTo>
                    <a:pt x="2980" y="3638"/>
                  </a:lnTo>
                  <a:lnTo>
                    <a:pt x="2978" y="3636"/>
                  </a:lnTo>
                  <a:lnTo>
                    <a:pt x="2976" y="3632"/>
                  </a:lnTo>
                  <a:lnTo>
                    <a:pt x="2978" y="3626"/>
                  </a:lnTo>
                  <a:lnTo>
                    <a:pt x="2980" y="3624"/>
                  </a:lnTo>
                  <a:lnTo>
                    <a:pt x="2982" y="3624"/>
                  </a:lnTo>
                  <a:lnTo>
                    <a:pt x="2984" y="3626"/>
                  </a:lnTo>
                  <a:lnTo>
                    <a:pt x="2986" y="3628"/>
                  </a:lnTo>
                  <a:lnTo>
                    <a:pt x="2988" y="3626"/>
                  </a:lnTo>
                  <a:lnTo>
                    <a:pt x="2990" y="3626"/>
                  </a:lnTo>
                  <a:lnTo>
                    <a:pt x="2994" y="3628"/>
                  </a:lnTo>
                  <a:lnTo>
                    <a:pt x="2998" y="3630"/>
                  </a:lnTo>
                  <a:lnTo>
                    <a:pt x="3000" y="3624"/>
                  </a:lnTo>
                  <a:lnTo>
                    <a:pt x="3004" y="3616"/>
                  </a:lnTo>
                  <a:lnTo>
                    <a:pt x="3008" y="3614"/>
                  </a:lnTo>
                  <a:lnTo>
                    <a:pt x="3012" y="3610"/>
                  </a:lnTo>
                  <a:lnTo>
                    <a:pt x="3016" y="3608"/>
                  </a:lnTo>
                  <a:lnTo>
                    <a:pt x="3016" y="3606"/>
                  </a:lnTo>
                  <a:lnTo>
                    <a:pt x="3012" y="3602"/>
                  </a:lnTo>
                  <a:lnTo>
                    <a:pt x="3010" y="3598"/>
                  </a:lnTo>
                  <a:lnTo>
                    <a:pt x="3010" y="3594"/>
                  </a:lnTo>
                  <a:lnTo>
                    <a:pt x="3012" y="3590"/>
                  </a:lnTo>
                  <a:lnTo>
                    <a:pt x="3014" y="3594"/>
                  </a:lnTo>
                  <a:lnTo>
                    <a:pt x="3018" y="3596"/>
                  </a:lnTo>
                  <a:lnTo>
                    <a:pt x="3022" y="3596"/>
                  </a:lnTo>
                  <a:lnTo>
                    <a:pt x="3026" y="3594"/>
                  </a:lnTo>
                  <a:lnTo>
                    <a:pt x="3030" y="3590"/>
                  </a:lnTo>
                  <a:lnTo>
                    <a:pt x="3030" y="3588"/>
                  </a:lnTo>
                  <a:lnTo>
                    <a:pt x="3028" y="3588"/>
                  </a:lnTo>
                  <a:lnTo>
                    <a:pt x="3024" y="3588"/>
                  </a:lnTo>
                  <a:lnTo>
                    <a:pt x="3020" y="3586"/>
                  </a:lnTo>
                  <a:lnTo>
                    <a:pt x="3020" y="3582"/>
                  </a:lnTo>
                  <a:lnTo>
                    <a:pt x="3022" y="3578"/>
                  </a:lnTo>
                  <a:lnTo>
                    <a:pt x="3024" y="3576"/>
                  </a:lnTo>
                  <a:lnTo>
                    <a:pt x="3026" y="3576"/>
                  </a:lnTo>
                  <a:lnTo>
                    <a:pt x="3030" y="3578"/>
                  </a:lnTo>
                  <a:lnTo>
                    <a:pt x="3032" y="3580"/>
                  </a:lnTo>
                  <a:lnTo>
                    <a:pt x="3038" y="3586"/>
                  </a:lnTo>
                  <a:lnTo>
                    <a:pt x="3040" y="3586"/>
                  </a:lnTo>
                  <a:lnTo>
                    <a:pt x="3042" y="3582"/>
                  </a:lnTo>
                  <a:lnTo>
                    <a:pt x="3038" y="3576"/>
                  </a:lnTo>
                  <a:lnTo>
                    <a:pt x="3036" y="3572"/>
                  </a:lnTo>
                  <a:lnTo>
                    <a:pt x="3038" y="3568"/>
                  </a:lnTo>
                  <a:lnTo>
                    <a:pt x="3042" y="3558"/>
                  </a:lnTo>
                  <a:lnTo>
                    <a:pt x="3044" y="3552"/>
                  </a:lnTo>
                  <a:lnTo>
                    <a:pt x="3040" y="3552"/>
                  </a:lnTo>
                  <a:lnTo>
                    <a:pt x="3038" y="3552"/>
                  </a:lnTo>
                  <a:lnTo>
                    <a:pt x="3036" y="3550"/>
                  </a:lnTo>
                  <a:lnTo>
                    <a:pt x="3038" y="3546"/>
                  </a:lnTo>
                  <a:lnTo>
                    <a:pt x="3042" y="3540"/>
                  </a:lnTo>
                  <a:lnTo>
                    <a:pt x="3048" y="3536"/>
                  </a:lnTo>
                  <a:lnTo>
                    <a:pt x="3052" y="3534"/>
                  </a:lnTo>
                  <a:lnTo>
                    <a:pt x="3052" y="3532"/>
                  </a:lnTo>
                  <a:lnTo>
                    <a:pt x="3050" y="3532"/>
                  </a:lnTo>
                  <a:lnTo>
                    <a:pt x="3046" y="3526"/>
                  </a:lnTo>
                  <a:lnTo>
                    <a:pt x="3042" y="3522"/>
                  </a:lnTo>
                  <a:lnTo>
                    <a:pt x="3040" y="3518"/>
                  </a:lnTo>
                  <a:lnTo>
                    <a:pt x="3038" y="3518"/>
                  </a:lnTo>
                  <a:lnTo>
                    <a:pt x="3042" y="3516"/>
                  </a:lnTo>
                  <a:lnTo>
                    <a:pt x="3046" y="3514"/>
                  </a:lnTo>
                  <a:lnTo>
                    <a:pt x="3046" y="3516"/>
                  </a:lnTo>
                  <a:lnTo>
                    <a:pt x="3048" y="3520"/>
                  </a:lnTo>
                  <a:lnTo>
                    <a:pt x="3050" y="3524"/>
                  </a:lnTo>
                  <a:lnTo>
                    <a:pt x="3054" y="3524"/>
                  </a:lnTo>
                  <a:lnTo>
                    <a:pt x="3058" y="3522"/>
                  </a:lnTo>
                  <a:lnTo>
                    <a:pt x="3060" y="3520"/>
                  </a:lnTo>
                  <a:lnTo>
                    <a:pt x="3062" y="3518"/>
                  </a:lnTo>
                  <a:lnTo>
                    <a:pt x="3062" y="3512"/>
                  </a:lnTo>
                  <a:lnTo>
                    <a:pt x="3060" y="3510"/>
                  </a:lnTo>
                  <a:lnTo>
                    <a:pt x="3060" y="3508"/>
                  </a:lnTo>
                  <a:lnTo>
                    <a:pt x="3062" y="3506"/>
                  </a:lnTo>
                  <a:lnTo>
                    <a:pt x="3068" y="3502"/>
                  </a:lnTo>
                  <a:lnTo>
                    <a:pt x="3074" y="3492"/>
                  </a:lnTo>
                  <a:lnTo>
                    <a:pt x="3080" y="3482"/>
                  </a:lnTo>
                  <a:lnTo>
                    <a:pt x="3080" y="3478"/>
                  </a:lnTo>
                  <a:lnTo>
                    <a:pt x="3080" y="3474"/>
                  </a:lnTo>
                  <a:lnTo>
                    <a:pt x="3080" y="3470"/>
                  </a:lnTo>
                  <a:lnTo>
                    <a:pt x="3080" y="3468"/>
                  </a:lnTo>
                  <a:lnTo>
                    <a:pt x="3084" y="3462"/>
                  </a:lnTo>
                  <a:lnTo>
                    <a:pt x="3090" y="3454"/>
                  </a:lnTo>
                  <a:lnTo>
                    <a:pt x="3098" y="3440"/>
                  </a:lnTo>
                  <a:lnTo>
                    <a:pt x="3100" y="3436"/>
                  </a:lnTo>
                  <a:lnTo>
                    <a:pt x="3102" y="3432"/>
                  </a:lnTo>
                  <a:lnTo>
                    <a:pt x="3104" y="3434"/>
                  </a:lnTo>
                  <a:lnTo>
                    <a:pt x="3106" y="3436"/>
                  </a:lnTo>
                  <a:lnTo>
                    <a:pt x="3108" y="3440"/>
                  </a:lnTo>
                  <a:lnTo>
                    <a:pt x="3110" y="3440"/>
                  </a:lnTo>
                  <a:lnTo>
                    <a:pt x="3112" y="3440"/>
                  </a:lnTo>
                  <a:lnTo>
                    <a:pt x="3116" y="3436"/>
                  </a:lnTo>
                  <a:lnTo>
                    <a:pt x="3120" y="3434"/>
                  </a:lnTo>
                  <a:lnTo>
                    <a:pt x="3122" y="3432"/>
                  </a:lnTo>
                  <a:lnTo>
                    <a:pt x="3118" y="3424"/>
                  </a:lnTo>
                  <a:lnTo>
                    <a:pt x="3116" y="3420"/>
                  </a:lnTo>
                  <a:lnTo>
                    <a:pt x="3116" y="3416"/>
                  </a:lnTo>
                  <a:lnTo>
                    <a:pt x="3118" y="3414"/>
                  </a:lnTo>
                  <a:lnTo>
                    <a:pt x="3122" y="3412"/>
                  </a:lnTo>
                  <a:lnTo>
                    <a:pt x="3122" y="3410"/>
                  </a:lnTo>
                  <a:lnTo>
                    <a:pt x="3122" y="3408"/>
                  </a:lnTo>
                  <a:lnTo>
                    <a:pt x="3122" y="3402"/>
                  </a:lnTo>
                  <a:lnTo>
                    <a:pt x="3122" y="3400"/>
                  </a:lnTo>
                  <a:lnTo>
                    <a:pt x="3124" y="3398"/>
                  </a:lnTo>
                  <a:lnTo>
                    <a:pt x="3120" y="3392"/>
                  </a:lnTo>
                  <a:lnTo>
                    <a:pt x="3118" y="3390"/>
                  </a:lnTo>
                  <a:lnTo>
                    <a:pt x="3124" y="3390"/>
                  </a:lnTo>
                  <a:lnTo>
                    <a:pt x="3128" y="3390"/>
                  </a:lnTo>
                  <a:lnTo>
                    <a:pt x="3132" y="3388"/>
                  </a:lnTo>
                  <a:lnTo>
                    <a:pt x="3134" y="3384"/>
                  </a:lnTo>
                  <a:lnTo>
                    <a:pt x="3134" y="3376"/>
                  </a:lnTo>
                  <a:lnTo>
                    <a:pt x="3134" y="3370"/>
                  </a:lnTo>
                  <a:lnTo>
                    <a:pt x="3132" y="3366"/>
                  </a:lnTo>
                  <a:lnTo>
                    <a:pt x="3128" y="3362"/>
                  </a:lnTo>
                  <a:lnTo>
                    <a:pt x="3136" y="3356"/>
                  </a:lnTo>
                  <a:lnTo>
                    <a:pt x="3140" y="3352"/>
                  </a:lnTo>
                  <a:lnTo>
                    <a:pt x="3136" y="3350"/>
                  </a:lnTo>
                  <a:lnTo>
                    <a:pt x="3128" y="3348"/>
                  </a:lnTo>
                  <a:lnTo>
                    <a:pt x="3122" y="3344"/>
                  </a:lnTo>
                  <a:lnTo>
                    <a:pt x="3118" y="3338"/>
                  </a:lnTo>
                  <a:lnTo>
                    <a:pt x="3112" y="3332"/>
                  </a:lnTo>
                  <a:lnTo>
                    <a:pt x="3108" y="3330"/>
                  </a:lnTo>
                  <a:lnTo>
                    <a:pt x="3102" y="3330"/>
                  </a:lnTo>
                  <a:lnTo>
                    <a:pt x="3096" y="3334"/>
                  </a:lnTo>
                  <a:lnTo>
                    <a:pt x="3086" y="3338"/>
                  </a:lnTo>
                  <a:lnTo>
                    <a:pt x="3082" y="3338"/>
                  </a:lnTo>
                  <a:lnTo>
                    <a:pt x="3078" y="3334"/>
                  </a:lnTo>
                  <a:lnTo>
                    <a:pt x="3076" y="3332"/>
                  </a:lnTo>
                  <a:lnTo>
                    <a:pt x="3074" y="3330"/>
                  </a:lnTo>
                  <a:lnTo>
                    <a:pt x="3070" y="3332"/>
                  </a:lnTo>
                  <a:lnTo>
                    <a:pt x="3070" y="3328"/>
                  </a:lnTo>
                  <a:lnTo>
                    <a:pt x="3072" y="3326"/>
                  </a:lnTo>
                  <a:lnTo>
                    <a:pt x="3074" y="3324"/>
                  </a:lnTo>
                  <a:lnTo>
                    <a:pt x="3082" y="3326"/>
                  </a:lnTo>
                  <a:lnTo>
                    <a:pt x="3088" y="3326"/>
                  </a:lnTo>
                  <a:lnTo>
                    <a:pt x="3090" y="3326"/>
                  </a:lnTo>
                  <a:lnTo>
                    <a:pt x="3092" y="3324"/>
                  </a:lnTo>
                  <a:lnTo>
                    <a:pt x="3098" y="3316"/>
                  </a:lnTo>
                  <a:lnTo>
                    <a:pt x="3106" y="3310"/>
                  </a:lnTo>
                  <a:lnTo>
                    <a:pt x="3116" y="3304"/>
                  </a:lnTo>
                  <a:lnTo>
                    <a:pt x="3124" y="3302"/>
                  </a:lnTo>
                  <a:lnTo>
                    <a:pt x="3128" y="3300"/>
                  </a:lnTo>
                  <a:lnTo>
                    <a:pt x="3132" y="3298"/>
                  </a:lnTo>
                  <a:lnTo>
                    <a:pt x="3132" y="3294"/>
                  </a:lnTo>
                  <a:lnTo>
                    <a:pt x="3130" y="3290"/>
                  </a:lnTo>
                  <a:lnTo>
                    <a:pt x="3122" y="3278"/>
                  </a:lnTo>
                  <a:lnTo>
                    <a:pt x="3110" y="3268"/>
                  </a:lnTo>
                  <a:lnTo>
                    <a:pt x="3100" y="3258"/>
                  </a:lnTo>
                  <a:lnTo>
                    <a:pt x="3090" y="3254"/>
                  </a:lnTo>
                  <a:lnTo>
                    <a:pt x="3086" y="3252"/>
                  </a:lnTo>
                  <a:lnTo>
                    <a:pt x="3086" y="3250"/>
                  </a:lnTo>
                  <a:lnTo>
                    <a:pt x="3086" y="3248"/>
                  </a:lnTo>
                  <a:lnTo>
                    <a:pt x="3086" y="3246"/>
                  </a:lnTo>
                  <a:lnTo>
                    <a:pt x="3086" y="3244"/>
                  </a:lnTo>
                  <a:lnTo>
                    <a:pt x="3082" y="3242"/>
                  </a:lnTo>
                  <a:lnTo>
                    <a:pt x="3078" y="3240"/>
                  </a:lnTo>
                  <a:lnTo>
                    <a:pt x="3074" y="3242"/>
                  </a:lnTo>
                  <a:lnTo>
                    <a:pt x="3068" y="3246"/>
                  </a:lnTo>
                  <a:lnTo>
                    <a:pt x="3062" y="3246"/>
                  </a:lnTo>
                  <a:lnTo>
                    <a:pt x="3056" y="3244"/>
                  </a:lnTo>
                  <a:lnTo>
                    <a:pt x="3050" y="3242"/>
                  </a:lnTo>
                  <a:lnTo>
                    <a:pt x="3046" y="3236"/>
                  </a:lnTo>
                  <a:lnTo>
                    <a:pt x="3044" y="3232"/>
                  </a:lnTo>
                  <a:lnTo>
                    <a:pt x="3042" y="3228"/>
                  </a:lnTo>
                  <a:lnTo>
                    <a:pt x="3044" y="3224"/>
                  </a:lnTo>
                  <a:lnTo>
                    <a:pt x="3046" y="3224"/>
                  </a:lnTo>
                  <a:lnTo>
                    <a:pt x="3048" y="3224"/>
                  </a:lnTo>
                  <a:lnTo>
                    <a:pt x="3052" y="3230"/>
                  </a:lnTo>
                  <a:lnTo>
                    <a:pt x="3056" y="3238"/>
                  </a:lnTo>
                  <a:lnTo>
                    <a:pt x="3060" y="3242"/>
                  </a:lnTo>
                  <a:lnTo>
                    <a:pt x="3062" y="3244"/>
                  </a:lnTo>
                  <a:lnTo>
                    <a:pt x="3066" y="3242"/>
                  </a:lnTo>
                  <a:lnTo>
                    <a:pt x="3072" y="3240"/>
                  </a:lnTo>
                  <a:lnTo>
                    <a:pt x="3078" y="3236"/>
                  </a:lnTo>
                  <a:lnTo>
                    <a:pt x="3080" y="3236"/>
                  </a:lnTo>
                  <a:lnTo>
                    <a:pt x="3084" y="3236"/>
                  </a:lnTo>
                  <a:lnTo>
                    <a:pt x="3088" y="3240"/>
                  </a:lnTo>
                  <a:lnTo>
                    <a:pt x="3090" y="3242"/>
                  </a:lnTo>
                  <a:lnTo>
                    <a:pt x="3092" y="3246"/>
                  </a:lnTo>
                  <a:lnTo>
                    <a:pt x="3094" y="3248"/>
                  </a:lnTo>
                  <a:lnTo>
                    <a:pt x="3098" y="3248"/>
                  </a:lnTo>
                  <a:lnTo>
                    <a:pt x="3104" y="3248"/>
                  </a:lnTo>
                  <a:lnTo>
                    <a:pt x="3110" y="3250"/>
                  </a:lnTo>
                  <a:lnTo>
                    <a:pt x="3122" y="3256"/>
                  </a:lnTo>
                  <a:lnTo>
                    <a:pt x="3128" y="3258"/>
                  </a:lnTo>
                  <a:lnTo>
                    <a:pt x="3130" y="3258"/>
                  </a:lnTo>
                  <a:lnTo>
                    <a:pt x="3132" y="3256"/>
                  </a:lnTo>
                  <a:lnTo>
                    <a:pt x="3132" y="3254"/>
                  </a:lnTo>
                  <a:lnTo>
                    <a:pt x="3128" y="3244"/>
                  </a:lnTo>
                  <a:lnTo>
                    <a:pt x="3120" y="3236"/>
                  </a:lnTo>
                  <a:lnTo>
                    <a:pt x="3114" y="3230"/>
                  </a:lnTo>
                  <a:lnTo>
                    <a:pt x="3112" y="3226"/>
                  </a:lnTo>
                  <a:lnTo>
                    <a:pt x="3108" y="3220"/>
                  </a:lnTo>
                  <a:lnTo>
                    <a:pt x="3100" y="3212"/>
                  </a:lnTo>
                  <a:lnTo>
                    <a:pt x="3092" y="3206"/>
                  </a:lnTo>
                  <a:lnTo>
                    <a:pt x="3090" y="3200"/>
                  </a:lnTo>
                  <a:lnTo>
                    <a:pt x="3090" y="3192"/>
                  </a:lnTo>
                  <a:lnTo>
                    <a:pt x="3088" y="3186"/>
                  </a:lnTo>
                  <a:lnTo>
                    <a:pt x="3086" y="3178"/>
                  </a:lnTo>
                  <a:lnTo>
                    <a:pt x="3082" y="3168"/>
                  </a:lnTo>
                  <a:lnTo>
                    <a:pt x="3078" y="3158"/>
                  </a:lnTo>
                  <a:lnTo>
                    <a:pt x="3072" y="3138"/>
                  </a:lnTo>
                  <a:lnTo>
                    <a:pt x="3070" y="3130"/>
                  </a:lnTo>
                  <a:lnTo>
                    <a:pt x="3066" y="3122"/>
                  </a:lnTo>
                  <a:lnTo>
                    <a:pt x="3060" y="3116"/>
                  </a:lnTo>
                  <a:lnTo>
                    <a:pt x="3052" y="3112"/>
                  </a:lnTo>
                  <a:lnTo>
                    <a:pt x="3044" y="3108"/>
                  </a:lnTo>
                  <a:lnTo>
                    <a:pt x="3040" y="3104"/>
                  </a:lnTo>
                  <a:lnTo>
                    <a:pt x="3036" y="3098"/>
                  </a:lnTo>
                  <a:lnTo>
                    <a:pt x="3034" y="3094"/>
                  </a:lnTo>
                  <a:lnTo>
                    <a:pt x="3032" y="3094"/>
                  </a:lnTo>
                  <a:lnTo>
                    <a:pt x="3026" y="3096"/>
                  </a:lnTo>
                  <a:lnTo>
                    <a:pt x="3022" y="3096"/>
                  </a:lnTo>
                  <a:lnTo>
                    <a:pt x="3022" y="3092"/>
                  </a:lnTo>
                  <a:lnTo>
                    <a:pt x="3024" y="3084"/>
                  </a:lnTo>
                  <a:lnTo>
                    <a:pt x="3026" y="3076"/>
                  </a:lnTo>
                  <a:lnTo>
                    <a:pt x="3038" y="3058"/>
                  </a:lnTo>
                  <a:lnTo>
                    <a:pt x="3044" y="3052"/>
                  </a:lnTo>
                  <a:lnTo>
                    <a:pt x="3048" y="3048"/>
                  </a:lnTo>
                  <a:lnTo>
                    <a:pt x="3054" y="3044"/>
                  </a:lnTo>
                  <a:lnTo>
                    <a:pt x="3056" y="3042"/>
                  </a:lnTo>
                  <a:lnTo>
                    <a:pt x="3058" y="3038"/>
                  </a:lnTo>
                  <a:lnTo>
                    <a:pt x="3062" y="3034"/>
                  </a:lnTo>
                  <a:lnTo>
                    <a:pt x="3064" y="3032"/>
                  </a:lnTo>
                  <a:lnTo>
                    <a:pt x="3064" y="3028"/>
                  </a:lnTo>
                  <a:lnTo>
                    <a:pt x="3062" y="3024"/>
                  </a:lnTo>
                  <a:lnTo>
                    <a:pt x="3060" y="3020"/>
                  </a:lnTo>
                  <a:lnTo>
                    <a:pt x="3060" y="3018"/>
                  </a:lnTo>
                  <a:lnTo>
                    <a:pt x="3062" y="3018"/>
                  </a:lnTo>
                  <a:lnTo>
                    <a:pt x="3064" y="3016"/>
                  </a:lnTo>
                  <a:lnTo>
                    <a:pt x="3066" y="3016"/>
                  </a:lnTo>
                  <a:lnTo>
                    <a:pt x="3066" y="3020"/>
                  </a:lnTo>
                  <a:lnTo>
                    <a:pt x="3068" y="3022"/>
                  </a:lnTo>
                  <a:lnTo>
                    <a:pt x="3070" y="3024"/>
                  </a:lnTo>
                  <a:lnTo>
                    <a:pt x="3072" y="3024"/>
                  </a:lnTo>
                  <a:lnTo>
                    <a:pt x="3076" y="3022"/>
                  </a:lnTo>
                  <a:lnTo>
                    <a:pt x="3080" y="3020"/>
                  </a:lnTo>
                  <a:lnTo>
                    <a:pt x="3082" y="3018"/>
                  </a:lnTo>
                  <a:lnTo>
                    <a:pt x="3084" y="3012"/>
                  </a:lnTo>
                  <a:lnTo>
                    <a:pt x="3086" y="3008"/>
                  </a:lnTo>
                  <a:lnTo>
                    <a:pt x="3088" y="3006"/>
                  </a:lnTo>
                  <a:lnTo>
                    <a:pt x="3090" y="3008"/>
                  </a:lnTo>
                  <a:lnTo>
                    <a:pt x="3092" y="3008"/>
                  </a:lnTo>
                  <a:lnTo>
                    <a:pt x="3094" y="3006"/>
                  </a:lnTo>
                  <a:lnTo>
                    <a:pt x="3096" y="3002"/>
                  </a:lnTo>
                  <a:lnTo>
                    <a:pt x="3100" y="2996"/>
                  </a:lnTo>
                  <a:lnTo>
                    <a:pt x="3106" y="2990"/>
                  </a:lnTo>
                  <a:lnTo>
                    <a:pt x="3114" y="2988"/>
                  </a:lnTo>
                  <a:lnTo>
                    <a:pt x="3118" y="2988"/>
                  </a:lnTo>
                  <a:lnTo>
                    <a:pt x="3122" y="2986"/>
                  </a:lnTo>
                  <a:lnTo>
                    <a:pt x="3128" y="2982"/>
                  </a:lnTo>
                  <a:lnTo>
                    <a:pt x="3134" y="2976"/>
                  </a:lnTo>
                  <a:lnTo>
                    <a:pt x="3136" y="2976"/>
                  </a:lnTo>
                  <a:lnTo>
                    <a:pt x="3138" y="2978"/>
                  </a:lnTo>
                  <a:lnTo>
                    <a:pt x="3140" y="2978"/>
                  </a:lnTo>
                  <a:lnTo>
                    <a:pt x="3142" y="2976"/>
                  </a:lnTo>
                  <a:lnTo>
                    <a:pt x="3142" y="2978"/>
                  </a:lnTo>
                  <a:lnTo>
                    <a:pt x="3144" y="2980"/>
                  </a:lnTo>
                  <a:lnTo>
                    <a:pt x="3144" y="2982"/>
                  </a:lnTo>
                  <a:lnTo>
                    <a:pt x="3148" y="2984"/>
                  </a:lnTo>
                  <a:lnTo>
                    <a:pt x="3152" y="2982"/>
                  </a:lnTo>
                  <a:lnTo>
                    <a:pt x="3156" y="2980"/>
                  </a:lnTo>
                  <a:lnTo>
                    <a:pt x="3158" y="2978"/>
                  </a:lnTo>
                  <a:lnTo>
                    <a:pt x="3156" y="2974"/>
                  </a:lnTo>
                  <a:lnTo>
                    <a:pt x="3156" y="2972"/>
                  </a:lnTo>
                  <a:lnTo>
                    <a:pt x="3156" y="2970"/>
                  </a:lnTo>
                  <a:lnTo>
                    <a:pt x="3158" y="2966"/>
                  </a:lnTo>
                  <a:lnTo>
                    <a:pt x="3162" y="2960"/>
                  </a:lnTo>
                  <a:lnTo>
                    <a:pt x="3164" y="2958"/>
                  </a:lnTo>
                  <a:lnTo>
                    <a:pt x="3164" y="2956"/>
                  </a:lnTo>
                  <a:lnTo>
                    <a:pt x="3158" y="2952"/>
                  </a:lnTo>
                  <a:lnTo>
                    <a:pt x="3150" y="2950"/>
                  </a:lnTo>
                  <a:lnTo>
                    <a:pt x="3144" y="2946"/>
                  </a:lnTo>
                  <a:lnTo>
                    <a:pt x="3140" y="2942"/>
                  </a:lnTo>
                  <a:lnTo>
                    <a:pt x="3138" y="2944"/>
                  </a:lnTo>
                  <a:lnTo>
                    <a:pt x="3134" y="2948"/>
                  </a:lnTo>
                  <a:lnTo>
                    <a:pt x="3132" y="2948"/>
                  </a:lnTo>
                  <a:lnTo>
                    <a:pt x="3126" y="2950"/>
                  </a:lnTo>
                  <a:lnTo>
                    <a:pt x="3116" y="2948"/>
                  </a:lnTo>
                  <a:lnTo>
                    <a:pt x="3114" y="2944"/>
                  </a:lnTo>
                  <a:lnTo>
                    <a:pt x="3112" y="2942"/>
                  </a:lnTo>
                  <a:lnTo>
                    <a:pt x="3108" y="2942"/>
                  </a:lnTo>
                  <a:lnTo>
                    <a:pt x="3102" y="2942"/>
                  </a:lnTo>
                  <a:lnTo>
                    <a:pt x="3100" y="2938"/>
                  </a:lnTo>
                  <a:lnTo>
                    <a:pt x="3096" y="2934"/>
                  </a:lnTo>
                  <a:lnTo>
                    <a:pt x="3094" y="2930"/>
                  </a:lnTo>
                  <a:lnTo>
                    <a:pt x="3090" y="2930"/>
                  </a:lnTo>
                  <a:lnTo>
                    <a:pt x="3080" y="2930"/>
                  </a:lnTo>
                  <a:lnTo>
                    <a:pt x="3072" y="2934"/>
                  </a:lnTo>
                  <a:lnTo>
                    <a:pt x="3066" y="2940"/>
                  </a:lnTo>
                  <a:lnTo>
                    <a:pt x="3062" y="2946"/>
                  </a:lnTo>
                  <a:lnTo>
                    <a:pt x="3056" y="2950"/>
                  </a:lnTo>
                  <a:lnTo>
                    <a:pt x="3052" y="2952"/>
                  </a:lnTo>
                  <a:lnTo>
                    <a:pt x="3050" y="2954"/>
                  </a:lnTo>
                  <a:lnTo>
                    <a:pt x="3050" y="2958"/>
                  </a:lnTo>
                  <a:lnTo>
                    <a:pt x="3052" y="2962"/>
                  </a:lnTo>
                  <a:lnTo>
                    <a:pt x="3050" y="2964"/>
                  </a:lnTo>
                  <a:lnTo>
                    <a:pt x="3044" y="2966"/>
                  </a:lnTo>
                  <a:lnTo>
                    <a:pt x="3032" y="2968"/>
                  </a:lnTo>
                  <a:lnTo>
                    <a:pt x="3026" y="2968"/>
                  </a:lnTo>
                  <a:lnTo>
                    <a:pt x="3020" y="2964"/>
                  </a:lnTo>
                  <a:lnTo>
                    <a:pt x="3018" y="2960"/>
                  </a:lnTo>
                  <a:lnTo>
                    <a:pt x="3014" y="2956"/>
                  </a:lnTo>
                  <a:lnTo>
                    <a:pt x="3014" y="2946"/>
                  </a:lnTo>
                  <a:lnTo>
                    <a:pt x="3014" y="2940"/>
                  </a:lnTo>
                  <a:lnTo>
                    <a:pt x="3016" y="2938"/>
                  </a:lnTo>
                  <a:lnTo>
                    <a:pt x="3018" y="2934"/>
                  </a:lnTo>
                  <a:lnTo>
                    <a:pt x="3018" y="2930"/>
                  </a:lnTo>
                  <a:lnTo>
                    <a:pt x="3014" y="2922"/>
                  </a:lnTo>
                  <a:lnTo>
                    <a:pt x="3008" y="2914"/>
                  </a:lnTo>
                  <a:lnTo>
                    <a:pt x="3004" y="2912"/>
                  </a:lnTo>
                  <a:lnTo>
                    <a:pt x="3002" y="2912"/>
                  </a:lnTo>
                  <a:lnTo>
                    <a:pt x="2996" y="2914"/>
                  </a:lnTo>
                  <a:lnTo>
                    <a:pt x="2988" y="2914"/>
                  </a:lnTo>
                  <a:lnTo>
                    <a:pt x="2980" y="2914"/>
                  </a:lnTo>
                  <a:lnTo>
                    <a:pt x="2976" y="2912"/>
                  </a:lnTo>
                  <a:lnTo>
                    <a:pt x="2974" y="2910"/>
                  </a:lnTo>
                  <a:lnTo>
                    <a:pt x="2970" y="2906"/>
                  </a:lnTo>
                  <a:lnTo>
                    <a:pt x="2966" y="2904"/>
                  </a:lnTo>
                  <a:lnTo>
                    <a:pt x="2962" y="2900"/>
                  </a:lnTo>
                  <a:lnTo>
                    <a:pt x="2958" y="2890"/>
                  </a:lnTo>
                  <a:lnTo>
                    <a:pt x="2958" y="2880"/>
                  </a:lnTo>
                  <a:lnTo>
                    <a:pt x="2960" y="2872"/>
                  </a:lnTo>
                  <a:lnTo>
                    <a:pt x="2962" y="2868"/>
                  </a:lnTo>
                  <a:lnTo>
                    <a:pt x="2964" y="2862"/>
                  </a:lnTo>
                  <a:lnTo>
                    <a:pt x="2966" y="2856"/>
                  </a:lnTo>
                  <a:lnTo>
                    <a:pt x="2970" y="2854"/>
                  </a:lnTo>
                  <a:lnTo>
                    <a:pt x="2976" y="2854"/>
                  </a:lnTo>
                  <a:lnTo>
                    <a:pt x="2982" y="2860"/>
                  </a:lnTo>
                  <a:lnTo>
                    <a:pt x="2986" y="2864"/>
                  </a:lnTo>
                  <a:lnTo>
                    <a:pt x="2988" y="2864"/>
                  </a:lnTo>
                  <a:lnTo>
                    <a:pt x="2992" y="2862"/>
                  </a:lnTo>
                  <a:lnTo>
                    <a:pt x="2996" y="2856"/>
                  </a:lnTo>
                  <a:lnTo>
                    <a:pt x="3000" y="2856"/>
                  </a:lnTo>
                  <a:lnTo>
                    <a:pt x="3002" y="2856"/>
                  </a:lnTo>
                  <a:lnTo>
                    <a:pt x="3010" y="2856"/>
                  </a:lnTo>
                  <a:lnTo>
                    <a:pt x="3018" y="2854"/>
                  </a:lnTo>
                  <a:lnTo>
                    <a:pt x="3024" y="2846"/>
                  </a:lnTo>
                  <a:lnTo>
                    <a:pt x="3026" y="2836"/>
                  </a:lnTo>
                  <a:lnTo>
                    <a:pt x="3026" y="2830"/>
                  </a:lnTo>
                  <a:lnTo>
                    <a:pt x="3032" y="2824"/>
                  </a:lnTo>
                  <a:lnTo>
                    <a:pt x="3044" y="2814"/>
                  </a:lnTo>
                  <a:lnTo>
                    <a:pt x="3058" y="2806"/>
                  </a:lnTo>
                  <a:lnTo>
                    <a:pt x="3070" y="2802"/>
                  </a:lnTo>
                  <a:lnTo>
                    <a:pt x="3076" y="2798"/>
                  </a:lnTo>
                  <a:lnTo>
                    <a:pt x="3078" y="2794"/>
                  </a:lnTo>
                  <a:lnTo>
                    <a:pt x="3080" y="2786"/>
                  </a:lnTo>
                  <a:lnTo>
                    <a:pt x="3088" y="2778"/>
                  </a:lnTo>
                  <a:lnTo>
                    <a:pt x="3094" y="2770"/>
                  </a:lnTo>
                  <a:lnTo>
                    <a:pt x="3094" y="2768"/>
                  </a:lnTo>
                  <a:lnTo>
                    <a:pt x="3096" y="2766"/>
                  </a:lnTo>
                  <a:lnTo>
                    <a:pt x="3100" y="2762"/>
                  </a:lnTo>
                  <a:lnTo>
                    <a:pt x="3104" y="2760"/>
                  </a:lnTo>
                  <a:lnTo>
                    <a:pt x="3108" y="2760"/>
                  </a:lnTo>
                  <a:lnTo>
                    <a:pt x="3114" y="2760"/>
                  </a:lnTo>
                  <a:lnTo>
                    <a:pt x="3120" y="2762"/>
                  </a:lnTo>
                  <a:lnTo>
                    <a:pt x="3122" y="2762"/>
                  </a:lnTo>
                  <a:lnTo>
                    <a:pt x="3124" y="2762"/>
                  </a:lnTo>
                  <a:lnTo>
                    <a:pt x="3128" y="2760"/>
                  </a:lnTo>
                  <a:lnTo>
                    <a:pt x="3130" y="2760"/>
                  </a:lnTo>
                  <a:lnTo>
                    <a:pt x="3132" y="2764"/>
                  </a:lnTo>
                  <a:lnTo>
                    <a:pt x="3138" y="2770"/>
                  </a:lnTo>
                  <a:lnTo>
                    <a:pt x="3144" y="2778"/>
                  </a:lnTo>
                  <a:lnTo>
                    <a:pt x="3146" y="2782"/>
                  </a:lnTo>
                  <a:lnTo>
                    <a:pt x="3144" y="2790"/>
                  </a:lnTo>
                  <a:lnTo>
                    <a:pt x="3138" y="2800"/>
                  </a:lnTo>
                  <a:lnTo>
                    <a:pt x="3132" y="2806"/>
                  </a:lnTo>
                  <a:lnTo>
                    <a:pt x="3128" y="2810"/>
                  </a:lnTo>
                  <a:lnTo>
                    <a:pt x="3120" y="2816"/>
                  </a:lnTo>
                  <a:lnTo>
                    <a:pt x="3114" y="2820"/>
                  </a:lnTo>
                  <a:lnTo>
                    <a:pt x="3114" y="2822"/>
                  </a:lnTo>
                  <a:lnTo>
                    <a:pt x="3114" y="2824"/>
                  </a:lnTo>
                  <a:lnTo>
                    <a:pt x="3116" y="2826"/>
                  </a:lnTo>
                  <a:lnTo>
                    <a:pt x="3114" y="2828"/>
                  </a:lnTo>
                  <a:lnTo>
                    <a:pt x="3110" y="2832"/>
                  </a:lnTo>
                  <a:lnTo>
                    <a:pt x="3104" y="2834"/>
                  </a:lnTo>
                  <a:lnTo>
                    <a:pt x="3104" y="2836"/>
                  </a:lnTo>
                  <a:lnTo>
                    <a:pt x="3106" y="2836"/>
                  </a:lnTo>
                  <a:lnTo>
                    <a:pt x="3110" y="2840"/>
                  </a:lnTo>
                  <a:lnTo>
                    <a:pt x="3116" y="2844"/>
                  </a:lnTo>
                  <a:lnTo>
                    <a:pt x="3120" y="2850"/>
                  </a:lnTo>
                  <a:lnTo>
                    <a:pt x="3122" y="2854"/>
                  </a:lnTo>
                  <a:lnTo>
                    <a:pt x="3122" y="2858"/>
                  </a:lnTo>
                  <a:lnTo>
                    <a:pt x="3120" y="2862"/>
                  </a:lnTo>
                  <a:lnTo>
                    <a:pt x="3118" y="2864"/>
                  </a:lnTo>
                  <a:lnTo>
                    <a:pt x="3116" y="2862"/>
                  </a:lnTo>
                  <a:lnTo>
                    <a:pt x="3112" y="2860"/>
                  </a:lnTo>
                  <a:lnTo>
                    <a:pt x="3110" y="2862"/>
                  </a:lnTo>
                  <a:lnTo>
                    <a:pt x="3108" y="2864"/>
                  </a:lnTo>
                  <a:lnTo>
                    <a:pt x="3106" y="2868"/>
                  </a:lnTo>
                  <a:lnTo>
                    <a:pt x="3102" y="2868"/>
                  </a:lnTo>
                  <a:lnTo>
                    <a:pt x="3100" y="2876"/>
                  </a:lnTo>
                  <a:lnTo>
                    <a:pt x="3100" y="2880"/>
                  </a:lnTo>
                  <a:lnTo>
                    <a:pt x="3102" y="2882"/>
                  </a:lnTo>
                  <a:lnTo>
                    <a:pt x="3104" y="2882"/>
                  </a:lnTo>
                  <a:lnTo>
                    <a:pt x="3106" y="2880"/>
                  </a:lnTo>
                  <a:lnTo>
                    <a:pt x="3112" y="2878"/>
                  </a:lnTo>
                  <a:lnTo>
                    <a:pt x="3120" y="2874"/>
                  </a:lnTo>
                  <a:lnTo>
                    <a:pt x="3124" y="2874"/>
                  </a:lnTo>
                  <a:lnTo>
                    <a:pt x="3124" y="2872"/>
                  </a:lnTo>
                  <a:lnTo>
                    <a:pt x="3124" y="2868"/>
                  </a:lnTo>
                  <a:lnTo>
                    <a:pt x="3124" y="2866"/>
                  </a:lnTo>
                  <a:lnTo>
                    <a:pt x="3128" y="2866"/>
                  </a:lnTo>
                  <a:lnTo>
                    <a:pt x="3132" y="2866"/>
                  </a:lnTo>
                  <a:lnTo>
                    <a:pt x="3136" y="2864"/>
                  </a:lnTo>
                  <a:lnTo>
                    <a:pt x="3142" y="2856"/>
                  </a:lnTo>
                  <a:lnTo>
                    <a:pt x="3148" y="2848"/>
                  </a:lnTo>
                  <a:lnTo>
                    <a:pt x="3152" y="2844"/>
                  </a:lnTo>
                  <a:lnTo>
                    <a:pt x="3156" y="2840"/>
                  </a:lnTo>
                  <a:lnTo>
                    <a:pt x="3162" y="2836"/>
                  </a:lnTo>
                  <a:lnTo>
                    <a:pt x="3164" y="2834"/>
                  </a:lnTo>
                  <a:lnTo>
                    <a:pt x="3168" y="2832"/>
                  </a:lnTo>
                  <a:lnTo>
                    <a:pt x="3176" y="2830"/>
                  </a:lnTo>
                  <a:lnTo>
                    <a:pt x="3182" y="2830"/>
                  </a:lnTo>
                  <a:lnTo>
                    <a:pt x="3186" y="2828"/>
                  </a:lnTo>
                  <a:lnTo>
                    <a:pt x="3188" y="2826"/>
                  </a:lnTo>
                  <a:lnTo>
                    <a:pt x="3190" y="2822"/>
                  </a:lnTo>
                  <a:lnTo>
                    <a:pt x="3194" y="2822"/>
                  </a:lnTo>
                  <a:lnTo>
                    <a:pt x="3196" y="2824"/>
                  </a:lnTo>
                  <a:lnTo>
                    <a:pt x="3200" y="2822"/>
                  </a:lnTo>
                  <a:lnTo>
                    <a:pt x="3202" y="2820"/>
                  </a:lnTo>
                  <a:lnTo>
                    <a:pt x="3206" y="2820"/>
                  </a:lnTo>
                  <a:lnTo>
                    <a:pt x="3212" y="2820"/>
                  </a:lnTo>
                  <a:lnTo>
                    <a:pt x="3220" y="2818"/>
                  </a:lnTo>
                  <a:lnTo>
                    <a:pt x="3226" y="2816"/>
                  </a:lnTo>
                  <a:lnTo>
                    <a:pt x="3230" y="2812"/>
                  </a:lnTo>
                  <a:lnTo>
                    <a:pt x="3232" y="2808"/>
                  </a:lnTo>
                  <a:lnTo>
                    <a:pt x="3230" y="2812"/>
                  </a:lnTo>
                  <a:lnTo>
                    <a:pt x="3232" y="2818"/>
                  </a:lnTo>
                  <a:lnTo>
                    <a:pt x="3236" y="2824"/>
                  </a:lnTo>
                  <a:lnTo>
                    <a:pt x="3242" y="2828"/>
                  </a:lnTo>
                  <a:lnTo>
                    <a:pt x="3244" y="2830"/>
                  </a:lnTo>
                  <a:lnTo>
                    <a:pt x="3246" y="2828"/>
                  </a:lnTo>
                  <a:lnTo>
                    <a:pt x="3250" y="2828"/>
                  </a:lnTo>
                  <a:lnTo>
                    <a:pt x="3254" y="2828"/>
                  </a:lnTo>
                  <a:lnTo>
                    <a:pt x="3264" y="2832"/>
                  </a:lnTo>
                  <a:lnTo>
                    <a:pt x="3268" y="2836"/>
                  </a:lnTo>
                  <a:lnTo>
                    <a:pt x="3272" y="2840"/>
                  </a:lnTo>
                  <a:lnTo>
                    <a:pt x="3274" y="2846"/>
                  </a:lnTo>
                  <a:lnTo>
                    <a:pt x="3272" y="2850"/>
                  </a:lnTo>
                  <a:lnTo>
                    <a:pt x="3264" y="2868"/>
                  </a:lnTo>
                  <a:lnTo>
                    <a:pt x="3262" y="2876"/>
                  </a:lnTo>
                  <a:lnTo>
                    <a:pt x="3262" y="2878"/>
                  </a:lnTo>
                  <a:lnTo>
                    <a:pt x="3264" y="2880"/>
                  </a:lnTo>
                  <a:lnTo>
                    <a:pt x="3266" y="2884"/>
                  </a:lnTo>
                  <a:lnTo>
                    <a:pt x="3262" y="2886"/>
                  </a:lnTo>
                  <a:lnTo>
                    <a:pt x="3258" y="2892"/>
                  </a:lnTo>
                  <a:lnTo>
                    <a:pt x="3254" y="2900"/>
                  </a:lnTo>
                  <a:lnTo>
                    <a:pt x="3250" y="2906"/>
                  </a:lnTo>
                  <a:lnTo>
                    <a:pt x="3248" y="2910"/>
                  </a:lnTo>
                  <a:lnTo>
                    <a:pt x="3244" y="2914"/>
                  </a:lnTo>
                  <a:lnTo>
                    <a:pt x="3242" y="2914"/>
                  </a:lnTo>
                  <a:lnTo>
                    <a:pt x="3252" y="2916"/>
                  </a:lnTo>
                  <a:lnTo>
                    <a:pt x="3258" y="2918"/>
                  </a:lnTo>
                  <a:lnTo>
                    <a:pt x="3260" y="2918"/>
                  </a:lnTo>
                  <a:lnTo>
                    <a:pt x="3258" y="2920"/>
                  </a:lnTo>
                  <a:lnTo>
                    <a:pt x="3258" y="2922"/>
                  </a:lnTo>
                  <a:lnTo>
                    <a:pt x="3254" y="2924"/>
                  </a:lnTo>
                  <a:lnTo>
                    <a:pt x="3256" y="2926"/>
                  </a:lnTo>
                  <a:lnTo>
                    <a:pt x="3262" y="2928"/>
                  </a:lnTo>
                  <a:lnTo>
                    <a:pt x="3268" y="2928"/>
                  </a:lnTo>
                  <a:lnTo>
                    <a:pt x="3270" y="2930"/>
                  </a:lnTo>
                  <a:lnTo>
                    <a:pt x="3270" y="2932"/>
                  </a:lnTo>
                  <a:lnTo>
                    <a:pt x="3270" y="2934"/>
                  </a:lnTo>
                  <a:lnTo>
                    <a:pt x="3270" y="2938"/>
                  </a:lnTo>
                  <a:lnTo>
                    <a:pt x="3274" y="2936"/>
                  </a:lnTo>
                  <a:lnTo>
                    <a:pt x="3278" y="2934"/>
                  </a:lnTo>
                  <a:lnTo>
                    <a:pt x="3280" y="2930"/>
                  </a:lnTo>
                  <a:lnTo>
                    <a:pt x="3282" y="2924"/>
                  </a:lnTo>
                  <a:lnTo>
                    <a:pt x="3284" y="2922"/>
                  </a:lnTo>
                  <a:lnTo>
                    <a:pt x="3292" y="2926"/>
                  </a:lnTo>
                  <a:lnTo>
                    <a:pt x="3300" y="2934"/>
                  </a:lnTo>
                  <a:lnTo>
                    <a:pt x="3302" y="2934"/>
                  </a:lnTo>
                  <a:lnTo>
                    <a:pt x="3304" y="2930"/>
                  </a:lnTo>
                  <a:lnTo>
                    <a:pt x="3304" y="2928"/>
                  </a:lnTo>
                  <a:lnTo>
                    <a:pt x="3306" y="2926"/>
                  </a:lnTo>
                  <a:lnTo>
                    <a:pt x="3312" y="2928"/>
                  </a:lnTo>
                  <a:lnTo>
                    <a:pt x="3318" y="2930"/>
                  </a:lnTo>
                  <a:lnTo>
                    <a:pt x="3324" y="2930"/>
                  </a:lnTo>
                  <a:lnTo>
                    <a:pt x="3324" y="2934"/>
                  </a:lnTo>
                  <a:lnTo>
                    <a:pt x="3322" y="2934"/>
                  </a:lnTo>
                  <a:lnTo>
                    <a:pt x="3320" y="2938"/>
                  </a:lnTo>
                  <a:lnTo>
                    <a:pt x="3320" y="2942"/>
                  </a:lnTo>
                  <a:lnTo>
                    <a:pt x="3324" y="2948"/>
                  </a:lnTo>
                  <a:lnTo>
                    <a:pt x="3326" y="2954"/>
                  </a:lnTo>
                  <a:lnTo>
                    <a:pt x="3326" y="2958"/>
                  </a:lnTo>
                  <a:lnTo>
                    <a:pt x="3324" y="2960"/>
                  </a:lnTo>
                  <a:lnTo>
                    <a:pt x="3324" y="2962"/>
                  </a:lnTo>
                  <a:lnTo>
                    <a:pt x="3324" y="2966"/>
                  </a:lnTo>
                  <a:lnTo>
                    <a:pt x="3328" y="2970"/>
                  </a:lnTo>
                  <a:lnTo>
                    <a:pt x="3332" y="2974"/>
                  </a:lnTo>
                  <a:lnTo>
                    <a:pt x="3334" y="2976"/>
                  </a:lnTo>
                  <a:lnTo>
                    <a:pt x="3334" y="2980"/>
                  </a:lnTo>
                  <a:lnTo>
                    <a:pt x="3332" y="2982"/>
                  </a:lnTo>
                  <a:lnTo>
                    <a:pt x="3330" y="2980"/>
                  </a:lnTo>
                  <a:lnTo>
                    <a:pt x="3328" y="2976"/>
                  </a:lnTo>
                  <a:lnTo>
                    <a:pt x="3326" y="2974"/>
                  </a:lnTo>
                  <a:lnTo>
                    <a:pt x="3322" y="2974"/>
                  </a:lnTo>
                  <a:lnTo>
                    <a:pt x="3312" y="2974"/>
                  </a:lnTo>
                  <a:lnTo>
                    <a:pt x="3310" y="2974"/>
                  </a:lnTo>
                  <a:lnTo>
                    <a:pt x="3312" y="2978"/>
                  </a:lnTo>
                  <a:lnTo>
                    <a:pt x="3312" y="2980"/>
                  </a:lnTo>
                  <a:lnTo>
                    <a:pt x="3312" y="2982"/>
                  </a:lnTo>
                  <a:lnTo>
                    <a:pt x="3310" y="2982"/>
                  </a:lnTo>
                  <a:lnTo>
                    <a:pt x="3308" y="2980"/>
                  </a:lnTo>
                  <a:lnTo>
                    <a:pt x="3306" y="2980"/>
                  </a:lnTo>
                  <a:lnTo>
                    <a:pt x="3302" y="2984"/>
                  </a:lnTo>
                  <a:lnTo>
                    <a:pt x="3302" y="2988"/>
                  </a:lnTo>
                  <a:lnTo>
                    <a:pt x="3304" y="2992"/>
                  </a:lnTo>
                  <a:lnTo>
                    <a:pt x="3308" y="2994"/>
                  </a:lnTo>
                  <a:lnTo>
                    <a:pt x="3312" y="2992"/>
                  </a:lnTo>
                  <a:lnTo>
                    <a:pt x="3314" y="2992"/>
                  </a:lnTo>
                  <a:lnTo>
                    <a:pt x="3316" y="2998"/>
                  </a:lnTo>
                  <a:lnTo>
                    <a:pt x="3318" y="3014"/>
                  </a:lnTo>
                  <a:lnTo>
                    <a:pt x="3318" y="3020"/>
                  </a:lnTo>
                  <a:lnTo>
                    <a:pt x="3320" y="3022"/>
                  </a:lnTo>
                  <a:lnTo>
                    <a:pt x="3324" y="3026"/>
                  </a:lnTo>
                  <a:lnTo>
                    <a:pt x="3324" y="3028"/>
                  </a:lnTo>
                  <a:lnTo>
                    <a:pt x="3322" y="3030"/>
                  </a:lnTo>
                  <a:lnTo>
                    <a:pt x="3324" y="3034"/>
                  </a:lnTo>
                  <a:lnTo>
                    <a:pt x="3326" y="3038"/>
                  </a:lnTo>
                  <a:lnTo>
                    <a:pt x="3324" y="3042"/>
                  </a:lnTo>
                  <a:lnTo>
                    <a:pt x="3320" y="3046"/>
                  </a:lnTo>
                  <a:lnTo>
                    <a:pt x="3316" y="3054"/>
                  </a:lnTo>
                  <a:lnTo>
                    <a:pt x="3308" y="3070"/>
                  </a:lnTo>
                  <a:lnTo>
                    <a:pt x="3308" y="3076"/>
                  </a:lnTo>
                  <a:lnTo>
                    <a:pt x="3308" y="3078"/>
                  </a:lnTo>
                  <a:lnTo>
                    <a:pt x="3310" y="3082"/>
                  </a:lnTo>
                  <a:lnTo>
                    <a:pt x="3310" y="3084"/>
                  </a:lnTo>
                  <a:lnTo>
                    <a:pt x="3312" y="3088"/>
                  </a:lnTo>
                  <a:lnTo>
                    <a:pt x="3312" y="3092"/>
                  </a:lnTo>
                  <a:lnTo>
                    <a:pt x="3314" y="3096"/>
                  </a:lnTo>
                  <a:lnTo>
                    <a:pt x="3312" y="3096"/>
                  </a:lnTo>
                  <a:lnTo>
                    <a:pt x="3308" y="3096"/>
                  </a:lnTo>
                  <a:lnTo>
                    <a:pt x="3308" y="3100"/>
                  </a:lnTo>
                  <a:lnTo>
                    <a:pt x="3310" y="3104"/>
                  </a:lnTo>
                  <a:lnTo>
                    <a:pt x="3312" y="3104"/>
                  </a:lnTo>
                  <a:lnTo>
                    <a:pt x="3316" y="3104"/>
                  </a:lnTo>
                  <a:lnTo>
                    <a:pt x="3316" y="3110"/>
                  </a:lnTo>
                  <a:lnTo>
                    <a:pt x="3316" y="3116"/>
                  </a:lnTo>
                  <a:lnTo>
                    <a:pt x="3318" y="3118"/>
                  </a:lnTo>
                  <a:lnTo>
                    <a:pt x="3322" y="3116"/>
                  </a:lnTo>
                  <a:lnTo>
                    <a:pt x="3326" y="3110"/>
                  </a:lnTo>
                  <a:lnTo>
                    <a:pt x="3330" y="3104"/>
                  </a:lnTo>
                  <a:lnTo>
                    <a:pt x="3330" y="3106"/>
                  </a:lnTo>
                  <a:lnTo>
                    <a:pt x="3330" y="3110"/>
                  </a:lnTo>
                  <a:lnTo>
                    <a:pt x="3330" y="3112"/>
                  </a:lnTo>
                  <a:lnTo>
                    <a:pt x="3334" y="3110"/>
                  </a:lnTo>
                  <a:lnTo>
                    <a:pt x="3334" y="3108"/>
                  </a:lnTo>
                  <a:lnTo>
                    <a:pt x="3338" y="3102"/>
                  </a:lnTo>
                  <a:lnTo>
                    <a:pt x="3342" y="3098"/>
                  </a:lnTo>
                  <a:lnTo>
                    <a:pt x="3346" y="3094"/>
                  </a:lnTo>
                  <a:lnTo>
                    <a:pt x="3348" y="3094"/>
                  </a:lnTo>
                  <a:lnTo>
                    <a:pt x="3348" y="3096"/>
                  </a:lnTo>
                  <a:lnTo>
                    <a:pt x="3346" y="3100"/>
                  </a:lnTo>
                  <a:lnTo>
                    <a:pt x="3344" y="3106"/>
                  </a:lnTo>
                  <a:lnTo>
                    <a:pt x="3346" y="3108"/>
                  </a:lnTo>
                  <a:lnTo>
                    <a:pt x="3350" y="3110"/>
                  </a:lnTo>
                  <a:lnTo>
                    <a:pt x="3354" y="3108"/>
                  </a:lnTo>
                  <a:lnTo>
                    <a:pt x="3356" y="3106"/>
                  </a:lnTo>
                  <a:lnTo>
                    <a:pt x="3356" y="3104"/>
                  </a:lnTo>
                  <a:lnTo>
                    <a:pt x="3354" y="3096"/>
                  </a:lnTo>
                  <a:lnTo>
                    <a:pt x="3354" y="3094"/>
                  </a:lnTo>
                  <a:lnTo>
                    <a:pt x="3356" y="3092"/>
                  </a:lnTo>
                  <a:lnTo>
                    <a:pt x="3358" y="3092"/>
                  </a:lnTo>
                  <a:lnTo>
                    <a:pt x="3358" y="3094"/>
                  </a:lnTo>
                  <a:lnTo>
                    <a:pt x="3360" y="3102"/>
                  </a:lnTo>
                  <a:lnTo>
                    <a:pt x="3362" y="3100"/>
                  </a:lnTo>
                  <a:lnTo>
                    <a:pt x="3366" y="3096"/>
                  </a:lnTo>
                  <a:lnTo>
                    <a:pt x="3368" y="3094"/>
                  </a:lnTo>
                  <a:lnTo>
                    <a:pt x="3368" y="3092"/>
                  </a:lnTo>
                  <a:lnTo>
                    <a:pt x="3364" y="3088"/>
                  </a:lnTo>
                  <a:lnTo>
                    <a:pt x="3362" y="3086"/>
                  </a:lnTo>
                  <a:lnTo>
                    <a:pt x="3366" y="3084"/>
                  </a:lnTo>
                  <a:lnTo>
                    <a:pt x="3376" y="3084"/>
                  </a:lnTo>
                  <a:lnTo>
                    <a:pt x="3384" y="3086"/>
                  </a:lnTo>
                  <a:lnTo>
                    <a:pt x="3390" y="3090"/>
                  </a:lnTo>
                  <a:lnTo>
                    <a:pt x="3394" y="3090"/>
                  </a:lnTo>
                  <a:lnTo>
                    <a:pt x="3396" y="3088"/>
                  </a:lnTo>
                  <a:lnTo>
                    <a:pt x="3396" y="3084"/>
                  </a:lnTo>
                  <a:lnTo>
                    <a:pt x="3396" y="3082"/>
                  </a:lnTo>
                  <a:lnTo>
                    <a:pt x="3400" y="3078"/>
                  </a:lnTo>
                  <a:lnTo>
                    <a:pt x="3406" y="3076"/>
                  </a:lnTo>
                  <a:lnTo>
                    <a:pt x="3412" y="3078"/>
                  </a:lnTo>
                  <a:lnTo>
                    <a:pt x="3418" y="3078"/>
                  </a:lnTo>
                  <a:lnTo>
                    <a:pt x="3422" y="3076"/>
                  </a:lnTo>
                  <a:lnTo>
                    <a:pt x="3428" y="3070"/>
                  </a:lnTo>
                  <a:lnTo>
                    <a:pt x="3434" y="3058"/>
                  </a:lnTo>
                  <a:lnTo>
                    <a:pt x="3438" y="3044"/>
                  </a:lnTo>
                  <a:lnTo>
                    <a:pt x="3440" y="3032"/>
                  </a:lnTo>
                  <a:lnTo>
                    <a:pt x="3440" y="3026"/>
                  </a:lnTo>
                  <a:lnTo>
                    <a:pt x="3436" y="3026"/>
                  </a:lnTo>
                  <a:lnTo>
                    <a:pt x="3434" y="3026"/>
                  </a:lnTo>
                  <a:lnTo>
                    <a:pt x="3432" y="3018"/>
                  </a:lnTo>
                  <a:lnTo>
                    <a:pt x="3434" y="3008"/>
                  </a:lnTo>
                  <a:lnTo>
                    <a:pt x="3436" y="3002"/>
                  </a:lnTo>
                  <a:lnTo>
                    <a:pt x="3436" y="2994"/>
                  </a:lnTo>
                  <a:lnTo>
                    <a:pt x="3436" y="2980"/>
                  </a:lnTo>
                  <a:lnTo>
                    <a:pt x="3432" y="2964"/>
                  </a:lnTo>
                  <a:lnTo>
                    <a:pt x="3426" y="2948"/>
                  </a:lnTo>
                  <a:lnTo>
                    <a:pt x="3418" y="2934"/>
                  </a:lnTo>
                  <a:lnTo>
                    <a:pt x="3410" y="2922"/>
                  </a:lnTo>
                  <a:lnTo>
                    <a:pt x="3402" y="2910"/>
                  </a:lnTo>
                  <a:lnTo>
                    <a:pt x="3398" y="2902"/>
                  </a:lnTo>
                  <a:lnTo>
                    <a:pt x="3392" y="2886"/>
                  </a:lnTo>
                  <a:lnTo>
                    <a:pt x="3388" y="2882"/>
                  </a:lnTo>
                  <a:lnTo>
                    <a:pt x="3386" y="2880"/>
                  </a:lnTo>
                  <a:lnTo>
                    <a:pt x="3380" y="2876"/>
                  </a:lnTo>
                  <a:lnTo>
                    <a:pt x="3374" y="2866"/>
                  </a:lnTo>
                  <a:lnTo>
                    <a:pt x="3370" y="2862"/>
                  </a:lnTo>
                  <a:lnTo>
                    <a:pt x="3366" y="2858"/>
                  </a:lnTo>
                  <a:lnTo>
                    <a:pt x="3360" y="2856"/>
                  </a:lnTo>
                  <a:lnTo>
                    <a:pt x="3354" y="2856"/>
                  </a:lnTo>
                  <a:lnTo>
                    <a:pt x="3352" y="2852"/>
                  </a:lnTo>
                  <a:lnTo>
                    <a:pt x="3352" y="2850"/>
                  </a:lnTo>
                  <a:lnTo>
                    <a:pt x="3354" y="2848"/>
                  </a:lnTo>
                  <a:lnTo>
                    <a:pt x="3356" y="2848"/>
                  </a:lnTo>
                  <a:lnTo>
                    <a:pt x="3358" y="2848"/>
                  </a:lnTo>
                  <a:lnTo>
                    <a:pt x="3360" y="2848"/>
                  </a:lnTo>
                  <a:lnTo>
                    <a:pt x="3360" y="2838"/>
                  </a:lnTo>
                  <a:lnTo>
                    <a:pt x="3358" y="2830"/>
                  </a:lnTo>
                  <a:lnTo>
                    <a:pt x="3358" y="2826"/>
                  </a:lnTo>
                  <a:lnTo>
                    <a:pt x="3360" y="2822"/>
                  </a:lnTo>
                  <a:lnTo>
                    <a:pt x="3362" y="2822"/>
                  </a:lnTo>
                  <a:lnTo>
                    <a:pt x="3368" y="2820"/>
                  </a:lnTo>
                  <a:lnTo>
                    <a:pt x="3372" y="2818"/>
                  </a:lnTo>
                  <a:lnTo>
                    <a:pt x="3374" y="2814"/>
                  </a:lnTo>
                  <a:lnTo>
                    <a:pt x="3376" y="2810"/>
                  </a:lnTo>
                  <a:lnTo>
                    <a:pt x="3378" y="2808"/>
                  </a:lnTo>
                  <a:lnTo>
                    <a:pt x="3384" y="2810"/>
                  </a:lnTo>
                  <a:lnTo>
                    <a:pt x="3386" y="2810"/>
                  </a:lnTo>
                  <a:lnTo>
                    <a:pt x="3390" y="2810"/>
                  </a:lnTo>
                  <a:lnTo>
                    <a:pt x="3396" y="2806"/>
                  </a:lnTo>
                  <a:lnTo>
                    <a:pt x="3402" y="2800"/>
                  </a:lnTo>
                  <a:lnTo>
                    <a:pt x="3426" y="2776"/>
                  </a:lnTo>
                  <a:lnTo>
                    <a:pt x="3434" y="2768"/>
                  </a:lnTo>
                  <a:lnTo>
                    <a:pt x="3442" y="2766"/>
                  </a:lnTo>
                  <a:lnTo>
                    <a:pt x="3444" y="2764"/>
                  </a:lnTo>
                  <a:lnTo>
                    <a:pt x="3446" y="2762"/>
                  </a:lnTo>
                  <a:lnTo>
                    <a:pt x="3448" y="2754"/>
                  </a:lnTo>
                  <a:lnTo>
                    <a:pt x="3448" y="2746"/>
                  </a:lnTo>
                  <a:lnTo>
                    <a:pt x="3448" y="2738"/>
                  </a:lnTo>
                  <a:lnTo>
                    <a:pt x="3448" y="2734"/>
                  </a:lnTo>
                  <a:lnTo>
                    <a:pt x="3448" y="2732"/>
                  </a:lnTo>
                  <a:lnTo>
                    <a:pt x="3446" y="2730"/>
                  </a:lnTo>
                  <a:lnTo>
                    <a:pt x="3444" y="2728"/>
                  </a:lnTo>
                  <a:lnTo>
                    <a:pt x="3444" y="2724"/>
                  </a:lnTo>
                  <a:lnTo>
                    <a:pt x="3450" y="2714"/>
                  </a:lnTo>
                  <a:lnTo>
                    <a:pt x="3464" y="2694"/>
                  </a:lnTo>
                  <a:lnTo>
                    <a:pt x="3474" y="2684"/>
                  </a:lnTo>
                  <a:lnTo>
                    <a:pt x="3478" y="2682"/>
                  </a:lnTo>
                  <a:lnTo>
                    <a:pt x="3480" y="2684"/>
                  </a:lnTo>
                  <a:lnTo>
                    <a:pt x="3482" y="2684"/>
                  </a:lnTo>
                  <a:lnTo>
                    <a:pt x="3488" y="2682"/>
                  </a:lnTo>
                  <a:lnTo>
                    <a:pt x="3492" y="2678"/>
                  </a:lnTo>
                  <a:lnTo>
                    <a:pt x="3492" y="2674"/>
                  </a:lnTo>
                  <a:lnTo>
                    <a:pt x="3492" y="2666"/>
                  </a:lnTo>
                  <a:lnTo>
                    <a:pt x="3492" y="2664"/>
                  </a:lnTo>
                  <a:lnTo>
                    <a:pt x="3498" y="2664"/>
                  </a:lnTo>
                  <a:lnTo>
                    <a:pt x="3506" y="2666"/>
                  </a:lnTo>
                  <a:lnTo>
                    <a:pt x="3510" y="2664"/>
                  </a:lnTo>
                  <a:lnTo>
                    <a:pt x="3514" y="2658"/>
                  </a:lnTo>
                  <a:lnTo>
                    <a:pt x="3518" y="2650"/>
                  </a:lnTo>
                  <a:lnTo>
                    <a:pt x="3524" y="2640"/>
                  </a:lnTo>
                  <a:lnTo>
                    <a:pt x="3524" y="2632"/>
                  </a:lnTo>
                  <a:lnTo>
                    <a:pt x="3526" y="2628"/>
                  </a:lnTo>
                  <a:lnTo>
                    <a:pt x="3528" y="2626"/>
                  </a:lnTo>
                  <a:lnTo>
                    <a:pt x="3532" y="2626"/>
                  </a:lnTo>
                  <a:lnTo>
                    <a:pt x="3536" y="2626"/>
                  </a:lnTo>
                  <a:lnTo>
                    <a:pt x="3536" y="2628"/>
                  </a:lnTo>
                  <a:lnTo>
                    <a:pt x="3536" y="2634"/>
                  </a:lnTo>
                  <a:lnTo>
                    <a:pt x="3534" y="2638"/>
                  </a:lnTo>
                  <a:lnTo>
                    <a:pt x="3536" y="2638"/>
                  </a:lnTo>
                  <a:lnTo>
                    <a:pt x="3538" y="2638"/>
                  </a:lnTo>
                  <a:lnTo>
                    <a:pt x="3542" y="2636"/>
                  </a:lnTo>
                  <a:lnTo>
                    <a:pt x="3548" y="2632"/>
                  </a:lnTo>
                  <a:lnTo>
                    <a:pt x="3550" y="2632"/>
                  </a:lnTo>
                  <a:lnTo>
                    <a:pt x="3552" y="2634"/>
                  </a:lnTo>
                  <a:lnTo>
                    <a:pt x="3552" y="2638"/>
                  </a:lnTo>
                  <a:lnTo>
                    <a:pt x="3552" y="2646"/>
                  </a:lnTo>
                  <a:lnTo>
                    <a:pt x="3554" y="2648"/>
                  </a:lnTo>
                  <a:lnTo>
                    <a:pt x="3556" y="2650"/>
                  </a:lnTo>
                  <a:lnTo>
                    <a:pt x="3570" y="2654"/>
                  </a:lnTo>
                  <a:lnTo>
                    <a:pt x="3580" y="2660"/>
                  </a:lnTo>
                  <a:lnTo>
                    <a:pt x="3584" y="2660"/>
                  </a:lnTo>
                  <a:lnTo>
                    <a:pt x="3590" y="2658"/>
                  </a:lnTo>
                  <a:lnTo>
                    <a:pt x="3598" y="2656"/>
                  </a:lnTo>
                  <a:lnTo>
                    <a:pt x="3608" y="2652"/>
                  </a:lnTo>
                  <a:lnTo>
                    <a:pt x="3616" y="2650"/>
                  </a:lnTo>
                  <a:lnTo>
                    <a:pt x="3622" y="2644"/>
                  </a:lnTo>
                  <a:lnTo>
                    <a:pt x="3632" y="2638"/>
                  </a:lnTo>
                  <a:lnTo>
                    <a:pt x="3648" y="2628"/>
                  </a:lnTo>
                  <a:lnTo>
                    <a:pt x="3658" y="2620"/>
                  </a:lnTo>
                  <a:lnTo>
                    <a:pt x="3666" y="2610"/>
                  </a:lnTo>
                  <a:lnTo>
                    <a:pt x="3686" y="2584"/>
                  </a:lnTo>
                  <a:lnTo>
                    <a:pt x="3712" y="2550"/>
                  </a:lnTo>
                  <a:lnTo>
                    <a:pt x="3728" y="2530"/>
                  </a:lnTo>
                  <a:lnTo>
                    <a:pt x="3748" y="2508"/>
                  </a:lnTo>
                  <a:lnTo>
                    <a:pt x="3768" y="2488"/>
                  </a:lnTo>
                  <a:lnTo>
                    <a:pt x="3780" y="2468"/>
                  </a:lnTo>
                  <a:lnTo>
                    <a:pt x="3790" y="2454"/>
                  </a:lnTo>
                  <a:lnTo>
                    <a:pt x="3796" y="2440"/>
                  </a:lnTo>
                  <a:lnTo>
                    <a:pt x="3804" y="2418"/>
                  </a:lnTo>
                  <a:lnTo>
                    <a:pt x="3808" y="2408"/>
                  </a:lnTo>
                  <a:lnTo>
                    <a:pt x="3816" y="2400"/>
                  </a:lnTo>
                  <a:lnTo>
                    <a:pt x="3824" y="2394"/>
                  </a:lnTo>
                  <a:lnTo>
                    <a:pt x="3828" y="2388"/>
                  </a:lnTo>
                  <a:lnTo>
                    <a:pt x="3832" y="2378"/>
                  </a:lnTo>
                  <a:lnTo>
                    <a:pt x="3834" y="2372"/>
                  </a:lnTo>
                  <a:lnTo>
                    <a:pt x="3838" y="2366"/>
                  </a:lnTo>
                  <a:lnTo>
                    <a:pt x="3844" y="2358"/>
                  </a:lnTo>
                  <a:lnTo>
                    <a:pt x="3854" y="2346"/>
                  </a:lnTo>
                  <a:lnTo>
                    <a:pt x="3860" y="2340"/>
                  </a:lnTo>
                  <a:lnTo>
                    <a:pt x="3866" y="2334"/>
                  </a:lnTo>
                  <a:lnTo>
                    <a:pt x="3874" y="2316"/>
                  </a:lnTo>
                  <a:lnTo>
                    <a:pt x="3880" y="2296"/>
                  </a:lnTo>
                  <a:lnTo>
                    <a:pt x="3882" y="2276"/>
                  </a:lnTo>
                  <a:lnTo>
                    <a:pt x="3884" y="2256"/>
                  </a:lnTo>
                  <a:lnTo>
                    <a:pt x="3884" y="2238"/>
                  </a:lnTo>
                  <a:lnTo>
                    <a:pt x="3882" y="2224"/>
                  </a:lnTo>
                  <a:lnTo>
                    <a:pt x="3880" y="2212"/>
                  </a:lnTo>
                  <a:lnTo>
                    <a:pt x="3878" y="2204"/>
                  </a:lnTo>
                  <a:lnTo>
                    <a:pt x="3878" y="2198"/>
                  </a:lnTo>
                  <a:lnTo>
                    <a:pt x="3880" y="2192"/>
                  </a:lnTo>
                  <a:lnTo>
                    <a:pt x="3882" y="2188"/>
                  </a:lnTo>
                  <a:lnTo>
                    <a:pt x="3888" y="2178"/>
                  </a:lnTo>
                  <a:lnTo>
                    <a:pt x="3892" y="2170"/>
                  </a:lnTo>
                  <a:lnTo>
                    <a:pt x="3896" y="2160"/>
                  </a:lnTo>
                  <a:lnTo>
                    <a:pt x="3898" y="2150"/>
                  </a:lnTo>
                  <a:lnTo>
                    <a:pt x="3904" y="2142"/>
                  </a:lnTo>
                  <a:lnTo>
                    <a:pt x="3914" y="2128"/>
                  </a:lnTo>
                  <a:lnTo>
                    <a:pt x="3920" y="2122"/>
                  </a:lnTo>
                  <a:lnTo>
                    <a:pt x="3922" y="2116"/>
                  </a:lnTo>
                  <a:lnTo>
                    <a:pt x="3920" y="2110"/>
                  </a:lnTo>
                  <a:lnTo>
                    <a:pt x="3916" y="2104"/>
                  </a:lnTo>
                  <a:lnTo>
                    <a:pt x="3910" y="2098"/>
                  </a:lnTo>
                  <a:lnTo>
                    <a:pt x="3908" y="2094"/>
                  </a:lnTo>
                  <a:lnTo>
                    <a:pt x="3908" y="2090"/>
                  </a:lnTo>
                  <a:lnTo>
                    <a:pt x="3910" y="2086"/>
                  </a:lnTo>
                  <a:lnTo>
                    <a:pt x="3910" y="2078"/>
                  </a:lnTo>
                  <a:lnTo>
                    <a:pt x="3910" y="2072"/>
                  </a:lnTo>
                  <a:lnTo>
                    <a:pt x="3906" y="2066"/>
                  </a:lnTo>
                  <a:lnTo>
                    <a:pt x="3904" y="2062"/>
                  </a:lnTo>
                  <a:lnTo>
                    <a:pt x="3906" y="2058"/>
                  </a:lnTo>
                  <a:lnTo>
                    <a:pt x="3914" y="2052"/>
                  </a:lnTo>
                  <a:lnTo>
                    <a:pt x="3918" y="2050"/>
                  </a:lnTo>
                  <a:lnTo>
                    <a:pt x="3920" y="2046"/>
                  </a:lnTo>
                  <a:lnTo>
                    <a:pt x="3918" y="2042"/>
                  </a:lnTo>
                  <a:lnTo>
                    <a:pt x="3910" y="2034"/>
                  </a:lnTo>
                  <a:lnTo>
                    <a:pt x="3892" y="2020"/>
                  </a:lnTo>
                  <a:lnTo>
                    <a:pt x="3880" y="2010"/>
                  </a:lnTo>
                  <a:lnTo>
                    <a:pt x="3864" y="1990"/>
                  </a:lnTo>
                  <a:lnTo>
                    <a:pt x="3858" y="1986"/>
                  </a:lnTo>
                  <a:lnTo>
                    <a:pt x="3854" y="1984"/>
                  </a:lnTo>
                  <a:lnTo>
                    <a:pt x="3842" y="1984"/>
                  </a:lnTo>
                  <a:lnTo>
                    <a:pt x="3832" y="1986"/>
                  </a:lnTo>
                  <a:lnTo>
                    <a:pt x="3826" y="1986"/>
                  </a:lnTo>
                  <a:lnTo>
                    <a:pt x="3820" y="1984"/>
                  </a:lnTo>
                  <a:lnTo>
                    <a:pt x="3814" y="1982"/>
                  </a:lnTo>
                  <a:lnTo>
                    <a:pt x="3812" y="1984"/>
                  </a:lnTo>
                  <a:lnTo>
                    <a:pt x="3808" y="1996"/>
                  </a:lnTo>
                  <a:lnTo>
                    <a:pt x="3804" y="2004"/>
                  </a:lnTo>
                  <a:lnTo>
                    <a:pt x="3800" y="2012"/>
                  </a:lnTo>
                  <a:lnTo>
                    <a:pt x="3792" y="2018"/>
                  </a:lnTo>
                  <a:lnTo>
                    <a:pt x="3780" y="2024"/>
                  </a:lnTo>
                  <a:lnTo>
                    <a:pt x="3772" y="2026"/>
                  </a:lnTo>
                  <a:lnTo>
                    <a:pt x="3766" y="2026"/>
                  </a:lnTo>
                  <a:lnTo>
                    <a:pt x="3764" y="2024"/>
                  </a:lnTo>
                  <a:lnTo>
                    <a:pt x="3762" y="2022"/>
                  </a:lnTo>
                  <a:lnTo>
                    <a:pt x="3760" y="2018"/>
                  </a:lnTo>
                  <a:lnTo>
                    <a:pt x="3762" y="2014"/>
                  </a:lnTo>
                  <a:lnTo>
                    <a:pt x="3764" y="2002"/>
                  </a:lnTo>
                  <a:lnTo>
                    <a:pt x="3768" y="1992"/>
                  </a:lnTo>
                  <a:lnTo>
                    <a:pt x="3772" y="1984"/>
                  </a:lnTo>
                  <a:lnTo>
                    <a:pt x="3770" y="1982"/>
                  </a:lnTo>
                  <a:lnTo>
                    <a:pt x="3768" y="1980"/>
                  </a:lnTo>
                  <a:lnTo>
                    <a:pt x="3766" y="1980"/>
                  </a:lnTo>
                  <a:lnTo>
                    <a:pt x="3760" y="1982"/>
                  </a:lnTo>
                  <a:lnTo>
                    <a:pt x="3750" y="1986"/>
                  </a:lnTo>
                  <a:lnTo>
                    <a:pt x="3746" y="1992"/>
                  </a:lnTo>
                  <a:lnTo>
                    <a:pt x="3746" y="1996"/>
                  </a:lnTo>
                  <a:lnTo>
                    <a:pt x="3748" y="2000"/>
                  </a:lnTo>
                  <a:lnTo>
                    <a:pt x="3750" y="2002"/>
                  </a:lnTo>
                  <a:lnTo>
                    <a:pt x="3750" y="2004"/>
                  </a:lnTo>
                  <a:lnTo>
                    <a:pt x="3746" y="2008"/>
                  </a:lnTo>
                  <a:lnTo>
                    <a:pt x="3738" y="2008"/>
                  </a:lnTo>
                  <a:lnTo>
                    <a:pt x="3732" y="2008"/>
                  </a:lnTo>
                  <a:lnTo>
                    <a:pt x="3730" y="2008"/>
                  </a:lnTo>
                  <a:lnTo>
                    <a:pt x="3728" y="2006"/>
                  </a:lnTo>
                  <a:lnTo>
                    <a:pt x="3728" y="2002"/>
                  </a:lnTo>
                  <a:lnTo>
                    <a:pt x="3730" y="1994"/>
                  </a:lnTo>
                  <a:lnTo>
                    <a:pt x="3734" y="1986"/>
                  </a:lnTo>
                  <a:lnTo>
                    <a:pt x="3736" y="1976"/>
                  </a:lnTo>
                  <a:lnTo>
                    <a:pt x="3736" y="1972"/>
                  </a:lnTo>
                  <a:lnTo>
                    <a:pt x="3734" y="1968"/>
                  </a:lnTo>
                  <a:lnTo>
                    <a:pt x="3732" y="1966"/>
                  </a:lnTo>
                  <a:lnTo>
                    <a:pt x="3728" y="1962"/>
                  </a:lnTo>
                  <a:lnTo>
                    <a:pt x="3722" y="1962"/>
                  </a:lnTo>
                  <a:lnTo>
                    <a:pt x="3714" y="1960"/>
                  </a:lnTo>
                  <a:lnTo>
                    <a:pt x="3696" y="1962"/>
                  </a:lnTo>
                  <a:lnTo>
                    <a:pt x="3682" y="1960"/>
                  </a:lnTo>
                  <a:lnTo>
                    <a:pt x="3672" y="1958"/>
                  </a:lnTo>
                  <a:lnTo>
                    <a:pt x="3666" y="1954"/>
                  </a:lnTo>
                  <a:lnTo>
                    <a:pt x="3666" y="1950"/>
                  </a:lnTo>
                  <a:lnTo>
                    <a:pt x="3666" y="1948"/>
                  </a:lnTo>
                  <a:lnTo>
                    <a:pt x="3674" y="1938"/>
                  </a:lnTo>
                  <a:lnTo>
                    <a:pt x="3686" y="1928"/>
                  </a:lnTo>
                  <a:lnTo>
                    <a:pt x="3706" y="1912"/>
                  </a:lnTo>
                  <a:lnTo>
                    <a:pt x="3746" y="1886"/>
                  </a:lnTo>
                  <a:lnTo>
                    <a:pt x="3768" y="1868"/>
                  </a:lnTo>
                  <a:lnTo>
                    <a:pt x="3776" y="1862"/>
                  </a:lnTo>
                  <a:lnTo>
                    <a:pt x="3782" y="1852"/>
                  </a:lnTo>
                  <a:lnTo>
                    <a:pt x="3788" y="1844"/>
                  </a:lnTo>
                  <a:lnTo>
                    <a:pt x="3794" y="1832"/>
                  </a:lnTo>
                  <a:lnTo>
                    <a:pt x="3802" y="1818"/>
                  </a:lnTo>
                  <a:lnTo>
                    <a:pt x="3812" y="1808"/>
                  </a:lnTo>
                  <a:lnTo>
                    <a:pt x="3824" y="1800"/>
                  </a:lnTo>
                  <a:lnTo>
                    <a:pt x="3838" y="1790"/>
                  </a:lnTo>
                  <a:lnTo>
                    <a:pt x="3852" y="1782"/>
                  </a:lnTo>
                  <a:lnTo>
                    <a:pt x="3866" y="1772"/>
                  </a:lnTo>
                  <a:lnTo>
                    <a:pt x="3878" y="1760"/>
                  </a:lnTo>
                  <a:lnTo>
                    <a:pt x="3882" y="1752"/>
                  </a:lnTo>
                  <a:lnTo>
                    <a:pt x="3886" y="1746"/>
                  </a:lnTo>
                  <a:lnTo>
                    <a:pt x="3894" y="1728"/>
                  </a:lnTo>
                  <a:lnTo>
                    <a:pt x="3908" y="1712"/>
                  </a:lnTo>
                  <a:lnTo>
                    <a:pt x="3926" y="1696"/>
                  </a:lnTo>
                  <a:lnTo>
                    <a:pt x="3944" y="1682"/>
                  </a:lnTo>
                  <a:lnTo>
                    <a:pt x="3966" y="1672"/>
                  </a:lnTo>
                  <a:lnTo>
                    <a:pt x="3986" y="1664"/>
                  </a:lnTo>
                  <a:lnTo>
                    <a:pt x="4006" y="1660"/>
                  </a:lnTo>
                  <a:lnTo>
                    <a:pt x="4014" y="1660"/>
                  </a:lnTo>
                  <a:lnTo>
                    <a:pt x="4022" y="1662"/>
                  </a:lnTo>
                  <a:lnTo>
                    <a:pt x="4036" y="1664"/>
                  </a:lnTo>
                  <a:lnTo>
                    <a:pt x="4048" y="1666"/>
                  </a:lnTo>
                  <a:lnTo>
                    <a:pt x="4068" y="1664"/>
                  </a:lnTo>
                  <a:lnTo>
                    <a:pt x="4082" y="1664"/>
                  </a:lnTo>
                  <a:lnTo>
                    <a:pt x="4090" y="1666"/>
                  </a:lnTo>
                  <a:lnTo>
                    <a:pt x="4098" y="1670"/>
                  </a:lnTo>
                  <a:lnTo>
                    <a:pt x="4104" y="1672"/>
                  </a:lnTo>
                  <a:lnTo>
                    <a:pt x="4108" y="1672"/>
                  </a:lnTo>
                  <a:lnTo>
                    <a:pt x="4110" y="1670"/>
                  </a:lnTo>
                  <a:lnTo>
                    <a:pt x="4112" y="1666"/>
                  </a:lnTo>
                  <a:lnTo>
                    <a:pt x="4116" y="1662"/>
                  </a:lnTo>
                  <a:lnTo>
                    <a:pt x="4124" y="1660"/>
                  </a:lnTo>
                  <a:lnTo>
                    <a:pt x="4136" y="1658"/>
                  </a:lnTo>
                  <a:lnTo>
                    <a:pt x="4154" y="1660"/>
                  </a:lnTo>
                  <a:lnTo>
                    <a:pt x="4188" y="1668"/>
                  </a:lnTo>
                  <a:lnTo>
                    <a:pt x="4200" y="1670"/>
                  </a:lnTo>
                  <a:lnTo>
                    <a:pt x="4208" y="1670"/>
                  </a:lnTo>
                  <a:lnTo>
                    <a:pt x="4214" y="1670"/>
                  </a:lnTo>
                  <a:lnTo>
                    <a:pt x="4220" y="1666"/>
                  </a:lnTo>
                  <a:lnTo>
                    <a:pt x="4224" y="1658"/>
                  </a:lnTo>
                  <a:lnTo>
                    <a:pt x="4228" y="1648"/>
                  </a:lnTo>
                  <a:lnTo>
                    <a:pt x="4230" y="1646"/>
                  </a:lnTo>
                  <a:lnTo>
                    <a:pt x="4236" y="1644"/>
                  </a:lnTo>
                  <a:lnTo>
                    <a:pt x="4250" y="1642"/>
                  </a:lnTo>
                  <a:lnTo>
                    <a:pt x="4272" y="1642"/>
                  </a:lnTo>
                  <a:lnTo>
                    <a:pt x="4294" y="1644"/>
                  </a:lnTo>
                  <a:lnTo>
                    <a:pt x="4314" y="1648"/>
                  </a:lnTo>
                  <a:lnTo>
                    <a:pt x="4322" y="1652"/>
                  </a:lnTo>
                  <a:lnTo>
                    <a:pt x="4328" y="1656"/>
                  </a:lnTo>
                  <a:lnTo>
                    <a:pt x="4330" y="1660"/>
                  </a:lnTo>
                  <a:lnTo>
                    <a:pt x="4330" y="1664"/>
                  </a:lnTo>
                  <a:lnTo>
                    <a:pt x="4328" y="1670"/>
                  </a:lnTo>
                  <a:lnTo>
                    <a:pt x="4320" y="1676"/>
                  </a:lnTo>
                  <a:lnTo>
                    <a:pt x="4314" y="1682"/>
                  </a:lnTo>
                  <a:lnTo>
                    <a:pt x="4312" y="1686"/>
                  </a:lnTo>
                  <a:lnTo>
                    <a:pt x="4312" y="1688"/>
                  </a:lnTo>
                  <a:lnTo>
                    <a:pt x="4314" y="1690"/>
                  </a:lnTo>
                  <a:lnTo>
                    <a:pt x="4324" y="1692"/>
                  </a:lnTo>
                  <a:lnTo>
                    <a:pt x="4340" y="1690"/>
                  </a:lnTo>
                  <a:lnTo>
                    <a:pt x="4358" y="1688"/>
                  </a:lnTo>
                  <a:lnTo>
                    <a:pt x="4374" y="1684"/>
                  </a:lnTo>
                  <a:lnTo>
                    <a:pt x="4386" y="1680"/>
                  </a:lnTo>
                  <a:lnTo>
                    <a:pt x="4394" y="1676"/>
                  </a:lnTo>
                  <a:lnTo>
                    <a:pt x="4398" y="1670"/>
                  </a:lnTo>
                  <a:lnTo>
                    <a:pt x="4404" y="1670"/>
                  </a:lnTo>
                  <a:lnTo>
                    <a:pt x="4410" y="1674"/>
                  </a:lnTo>
                  <a:lnTo>
                    <a:pt x="4418" y="1678"/>
                  </a:lnTo>
                  <a:lnTo>
                    <a:pt x="4426" y="1682"/>
                  </a:lnTo>
                  <a:lnTo>
                    <a:pt x="4436" y="1684"/>
                  </a:lnTo>
                  <a:lnTo>
                    <a:pt x="4448" y="1682"/>
                  </a:lnTo>
                  <a:lnTo>
                    <a:pt x="4454" y="1680"/>
                  </a:lnTo>
                  <a:lnTo>
                    <a:pt x="4462" y="1676"/>
                  </a:lnTo>
                  <a:lnTo>
                    <a:pt x="4466" y="1672"/>
                  </a:lnTo>
                  <a:lnTo>
                    <a:pt x="4468" y="1668"/>
                  </a:lnTo>
                  <a:lnTo>
                    <a:pt x="4468" y="1664"/>
                  </a:lnTo>
                  <a:lnTo>
                    <a:pt x="4466" y="1660"/>
                  </a:lnTo>
                  <a:lnTo>
                    <a:pt x="4458" y="1652"/>
                  </a:lnTo>
                  <a:lnTo>
                    <a:pt x="4448" y="1646"/>
                  </a:lnTo>
                  <a:lnTo>
                    <a:pt x="4442" y="1642"/>
                  </a:lnTo>
                  <a:lnTo>
                    <a:pt x="4440" y="1636"/>
                  </a:lnTo>
                  <a:lnTo>
                    <a:pt x="4438" y="1632"/>
                  </a:lnTo>
                  <a:lnTo>
                    <a:pt x="4438" y="1626"/>
                  </a:lnTo>
                  <a:lnTo>
                    <a:pt x="4440" y="1618"/>
                  </a:lnTo>
                  <a:lnTo>
                    <a:pt x="4446" y="1612"/>
                  </a:lnTo>
                  <a:lnTo>
                    <a:pt x="4456" y="1602"/>
                  </a:lnTo>
                  <a:lnTo>
                    <a:pt x="4468" y="1592"/>
                  </a:lnTo>
                  <a:lnTo>
                    <a:pt x="4496" y="1572"/>
                  </a:lnTo>
                  <a:lnTo>
                    <a:pt x="4514" y="1556"/>
                  </a:lnTo>
                  <a:lnTo>
                    <a:pt x="4536" y="1530"/>
                  </a:lnTo>
                  <a:lnTo>
                    <a:pt x="4546" y="1522"/>
                  </a:lnTo>
                  <a:lnTo>
                    <a:pt x="4562" y="1514"/>
                  </a:lnTo>
                  <a:lnTo>
                    <a:pt x="4584" y="1508"/>
                  </a:lnTo>
                  <a:lnTo>
                    <a:pt x="4616" y="1502"/>
                  </a:lnTo>
                  <a:lnTo>
                    <a:pt x="4630" y="1502"/>
                  </a:lnTo>
                  <a:lnTo>
                    <a:pt x="4642" y="1504"/>
                  </a:lnTo>
                  <a:lnTo>
                    <a:pt x="4650" y="1508"/>
                  </a:lnTo>
                  <a:lnTo>
                    <a:pt x="4656" y="1514"/>
                  </a:lnTo>
                  <a:lnTo>
                    <a:pt x="4660" y="1520"/>
                  </a:lnTo>
                  <a:lnTo>
                    <a:pt x="4664" y="1528"/>
                  </a:lnTo>
                  <a:lnTo>
                    <a:pt x="4664" y="1546"/>
                  </a:lnTo>
                  <a:lnTo>
                    <a:pt x="4666" y="1562"/>
                  </a:lnTo>
                  <a:lnTo>
                    <a:pt x="4666" y="1568"/>
                  </a:lnTo>
                  <a:lnTo>
                    <a:pt x="4668" y="1574"/>
                  </a:lnTo>
                  <a:lnTo>
                    <a:pt x="4672" y="1578"/>
                  </a:lnTo>
                  <a:lnTo>
                    <a:pt x="4676" y="1580"/>
                  </a:lnTo>
                  <a:lnTo>
                    <a:pt x="4684" y="1578"/>
                  </a:lnTo>
                  <a:lnTo>
                    <a:pt x="4694" y="1574"/>
                  </a:lnTo>
                  <a:lnTo>
                    <a:pt x="4714" y="1562"/>
                  </a:lnTo>
                  <a:lnTo>
                    <a:pt x="4728" y="1550"/>
                  </a:lnTo>
                  <a:lnTo>
                    <a:pt x="4738" y="1540"/>
                  </a:lnTo>
                  <a:lnTo>
                    <a:pt x="4746" y="1530"/>
                  </a:lnTo>
                  <a:lnTo>
                    <a:pt x="4752" y="1524"/>
                  </a:lnTo>
                  <a:lnTo>
                    <a:pt x="4758" y="1520"/>
                  </a:lnTo>
                  <a:lnTo>
                    <a:pt x="4766" y="1518"/>
                  </a:lnTo>
                  <a:lnTo>
                    <a:pt x="4778" y="1520"/>
                  </a:lnTo>
                  <a:lnTo>
                    <a:pt x="4784" y="1522"/>
                  </a:lnTo>
                  <a:lnTo>
                    <a:pt x="4788" y="1520"/>
                  </a:lnTo>
                  <a:lnTo>
                    <a:pt x="4790" y="1518"/>
                  </a:lnTo>
                  <a:lnTo>
                    <a:pt x="4792" y="1514"/>
                  </a:lnTo>
                  <a:lnTo>
                    <a:pt x="4790" y="1502"/>
                  </a:lnTo>
                  <a:lnTo>
                    <a:pt x="4788" y="1486"/>
                  </a:lnTo>
                  <a:lnTo>
                    <a:pt x="4788" y="1472"/>
                  </a:lnTo>
                  <a:lnTo>
                    <a:pt x="4790" y="1464"/>
                  </a:lnTo>
                  <a:lnTo>
                    <a:pt x="4792" y="1458"/>
                  </a:lnTo>
                  <a:lnTo>
                    <a:pt x="4796" y="1452"/>
                  </a:lnTo>
                  <a:lnTo>
                    <a:pt x="4802" y="1448"/>
                  </a:lnTo>
                  <a:lnTo>
                    <a:pt x="4812" y="1446"/>
                  </a:lnTo>
                  <a:lnTo>
                    <a:pt x="4824" y="1446"/>
                  </a:lnTo>
                  <a:lnTo>
                    <a:pt x="4854" y="1446"/>
                  </a:lnTo>
                  <a:lnTo>
                    <a:pt x="4856" y="1448"/>
                  </a:lnTo>
                  <a:lnTo>
                    <a:pt x="4858" y="1448"/>
                  </a:lnTo>
                  <a:lnTo>
                    <a:pt x="4854" y="1452"/>
                  </a:lnTo>
                  <a:lnTo>
                    <a:pt x="4848" y="1460"/>
                  </a:lnTo>
                  <a:lnTo>
                    <a:pt x="4838" y="1472"/>
                  </a:lnTo>
                  <a:lnTo>
                    <a:pt x="4830" y="1490"/>
                  </a:lnTo>
                  <a:lnTo>
                    <a:pt x="4828" y="1500"/>
                  </a:lnTo>
                  <a:lnTo>
                    <a:pt x="4824" y="1512"/>
                  </a:lnTo>
                  <a:lnTo>
                    <a:pt x="4822" y="1526"/>
                  </a:lnTo>
                  <a:lnTo>
                    <a:pt x="4818" y="1536"/>
                  </a:lnTo>
                  <a:lnTo>
                    <a:pt x="4814" y="1544"/>
                  </a:lnTo>
                  <a:lnTo>
                    <a:pt x="4810" y="1552"/>
                  </a:lnTo>
                  <a:lnTo>
                    <a:pt x="4798" y="1564"/>
                  </a:lnTo>
                  <a:lnTo>
                    <a:pt x="4784" y="1572"/>
                  </a:lnTo>
                  <a:lnTo>
                    <a:pt x="4766" y="1582"/>
                  </a:lnTo>
                  <a:lnTo>
                    <a:pt x="4748" y="1594"/>
                  </a:lnTo>
                  <a:lnTo>
                    <a:pt x="4726" y="1612"/>
                  </a:lnTo>
                  <a:lnTo>
                    <a:pt x="4716" y="1622"/>
                  </a:lnTo>
                  <a:lnTo>
                    <a:pt x="4704" y="1636"/>
                  </a:lnTo>
                  <a:lnTo>
                    <a:pt x="4664" y="1686"/>
                  </a:lnTo>
                  <a:lnTo>
                    <a:pt x="4646" y="1706"/>
                  </a:lnTo>
                  <a:lnTo>
                    <a:pt x="4630" y="1722"/>
                  </a:lnTo>
                  <a:lnTo>
                    <a:pt x="4614" y="1734"/>
                  </a:lnTo>
                  <a:lnTo>
                    <a:pt x="4600" y="1744"/>
                  </a:lnTo>
                  <a:lnTo>
                    <a:pt x="4584" y="1752"/>
                  </a:lnTo>
                  <a:lnTo>
                    <a:pt x="4568" y="1756"/>
                  </a:lnTo>
                  <a:lnTo>
                    <a:pt x="4554" y="1760"/>
                  </a:lnTo>
                  <a:lnTo>
                    <a:pt x="4546" y="1764"/>
                  </a:lnTo>
                  <a:lnTo>
                    <a:pt x="4544" y="1770"/>
                  </a:lnTo>
                  <a:lnTo>
                    <a:pt x="4542" y="1776"/>
                  </a:lnTo>
                  <a:lnTo>
                    <a:pt x="4542" y="1784"/>
                  </a:lnTo>
                  <a:lnTo>
                    <a:pt x="4540" y="1792"/>
                  </a:lnTo>
                  <a:lnTo>
                    <a:pt x="4532" y="1802"/>
                  </a:lnTo>
                  <a:lnTo>
                    <a:pt x="4520" y="1812"/>
                  </a:lnTo>
                  <a:lnTo>
                    <a:pt x="4514" y="1820"/>
                  </a:lnTo>
                  <a:lnTo>
                    <a:pt x="4508" y="1828"/>
                  </a:lnTo>
                  <a:lnTo>
                    <a:pt x="4502" y="1840"/>
                  </a:lnTo>
                  <a:lnTo>
                    <a:pt x="4498" y="1854"/>
                  </a:lnTo>
                  <a:lnTo>
                    <a:pt x="4496" y="1868"/>
                  </a:lnTo>
                  <a:lnTo>
                    <a:pt x="4494" y="1886"/>
                  </a:lnTo>
                  <a:lnTo>
                    <a:pt x="4494" y="1922"/>
                  </a:lnTo>
                  <a:lnTo>
                    <a:pt x="4496" y="1962"/>
                  </a:lnTo>
                  <a:lnTo>
                    <a:pt x="4502" y="2006"/>
                  </a:lnTo>
                  <a:lnTo>
                    <a:pt x="4508" y="2050"/>
                  </a:lnTo>
                  <a:lnTo>
                    <a:pt x="4518" y="2092"/>
                  </a:lnTo>
                  <a:lnTo>
                    <a:pt x="4520" y="2110"/>
                  </a:lnTo>
                  <a:lnTo>
                    <a:pt x="4522" y="2132"/>
                  </a:lnTo>
                  <a:lnTo>
                    <a:pt x="4526" y="2152"/>
                  </a:lnTo>
                  <a:lnTo>
                    <a:pt x="4530" y="2168"/>
                  </a:lnTo>
                  <a:lnTo>
                    <a:pt x="4532" y="2172"/>
                  </a:lnTo>
                  <a:lnTo>
                    <a:pt x="4536" y="2176"/>
                  </a:lnTo>
                  <a:lnTo>
                    <a:pt x="4542" y="2178"/>
                  </a:lnTo>
                  <a:lnTo>
                    <a:pt x="4548" y="2176"/>
                  </a:lnTo>
                  <a:lnTo>
                    <a:pt x="4556" y="2172"/>
                  </a:lnTo>
                  <a:lnTo>
                    <a:pt x="4564" y="2164"/>
                  </a:lnTo>
                  <a:lnTo>
                    <a:pt x="4574" y="2152"/>
                  </a:lnTo>
                  <a:lnTo>
                    <a:pt x="4588" y="2136"/>
                  </a:lnTo>
                  <a:lnTo>
                    <a:pt x="4594" y="2124"/>
                  </a:lnTo>
                  <a:lnTo>
                    <a:pt x="4600" y="2114"/>
                  </a:lnTo>
                  <a:lnTo>
                    <a:pt x="4608" y="2094"/>
                  </a:lnTo>
                  <a:lnTo>
                    <a:pt x="4610" y="2080"/>
                  </a:lnTo>
                  <a:lnTo>
                    <a:pt x="4612" y="2068"/>
                  </a:lnTo>
                  <a:lnTo>
                    <a:pt x="4612" y="2060"/>
                  </a:lnTo>
                  <a:lnTo>
                    <a:pt x="4614" y="2056"/>
                  </a:lnTo>
                  <a:lnTo>
                    <a:pt x="4618" y="2054"/>
                  </a:lnTo>
                  <a:lnTo>
                    <a:pt x="4626" y="2050"/>
                  </a:lnTo>
                  <a:lnTo>
                    <a:pt x="4644" y="2050"/>
                  </a:lnTo>
                  <a:lnTo>
                    <a:pt x="4654" y="2048"/>
                  </a:lnTo>
                  <a:lnTo>
                    <a:pt x="4660" y="2046"/>
                  </a:lnTo>
                  <a:lnTo>
                    <a:pt x="4664" y="2042"/>
                  </a:lnTo>
                  <a:lnTo>
                    <a:pt x="4668" y="2038"/>
                  </a:lnTo>
                  <a:lnTo>
                    <a:pt x="4670" y="2024"/>
                  </a:lnTo>
                  <a:lnTo>
                    <a:pt x="4670" y="2010"/>
                  </a:lnTo>
                  <a:lnTo>
                    <a:pt x="4670" y="1996"/>
                  </a:lnTo>
                  <a:lnTo>
                    <a:pt x="4672" y="1988"/>
                  </a:lnTo>
                  <a:lnTo>
                    <a:pt x="4676" y="1982"/>
                  </a:lnTo>
                  <a:lnTo>
                    <a:pt x="4680" y="1976"/>
                  </a:lnTo>
                  <a:lnTo>
                    <a:pt x="4686" y="1972"/>
                  </a:lnTo>
                  <a:lnTo>
                    <a:pt x="4694" y="1968"/>
                  </a:lnTo>
                  <a:lnTo>
                    <a:pt x="4704" y="1968"/>
                  </a:lnTo>
                  <a:lnTo>
                    <a:pt x="4730" y="1964"/>
                  </a:lnTo>
                  <a:lnTo>
                    <a:pt x="4740" y="1960"/>
                  </a:lnTo>
                  <a:lnTo>
                    <a:pt x="4744" y="1956"/>
                  </a:lnTo>
                  <a:lnTo>
                    <a:pt x="4748" y="1952"/>
                  </a:lnTo>
                  <a:lnTo>
                    <a:pt x="4750" y="1948"/>
                  </a:lnTo>
                  <a:lnTo>
                    <a:pt x="4750" y="1944"/>
                  </a:lnTo>
                  <a:lnTo>
                    <a:pt x="4748" y="1938"/>
                  </a:lnTo>
                  <a:lnTo>
                    <a:pt x="4744" y="1926"/>
                  </a:lnTo>
                  <a:lnTo>
                    <a:pt x="4740" y="1912"/>
                  </a:lnTo>
                  <a:lnTo>
                    <a:pt x="4738" y="1904"/>
                  </a:lnTo>
                  <a:lnTo>
                    <a:pt x="4738" y="1896"/>
                  </a:lnTo>
                  <a:lnTo>
                    <a:pt x="4740" y="1888"/>
                  </a:lnTo>
                  <a:lnTo>
                    <a:pt x="4744" y="1880"/>
                  </a:lnTo>
                  <a:lnTo>
                    <a:pt x="4748" y="1874"/>
                  </a:lnTo>
                  <a:lnTo>
                    <a:pt x="4752" y="1870"/>
                  </a:lnTo>
                  <a:lnTo>
                    <a:pt x="4756" y="1866"/>
                  </a:lnTo>
                  <a:lnTo>
                    <a:pt x="4760" y="1866"/>
                  </a:lnTo>
                  <a:lnTo>
                    <a:pt x="4770" y="1866"/>
                  </a:lnTo>
                  <a:lnTo>
                    <a:pt x="4778" y="1870"/>
                  </a:lnTo>
                  <a:lnTo>
                    <a:pt x="4784" y="1874"/>
                  </a:lnTo>
                  <a:lnTo>
                    <a:pt x="4792" y="1874"/>
                  </a:lnTo>
                  <a:lnTo>
                    <a:pt x="4794" y="1874"/>
                  </a:lnTo>
                  <a:lnTo>
                    <a:pt x="4796" y="1872"/>
                  </a:lnTo>
                  <a:lnTo>
                    <a:pt x="4800" y="1862"/>
                  </a:lnTo>
                  <a:lnTo>
                    <a:pt x="4800" y="1854"/>
                  </a:lnTo>
                  <a:lnTo>
                    <a:pt x="4800" y="1846"/>
                  </a:lnTo>
                  <a:lnTo>
                    <a:pt x="4798" y="1840"/>
                  </a:lnTo>
                  <a:lnTo>
                    <a:pt x="4796" y="1836"/>
                  </a:lnTo>
                  <a:lnTo>
                    <a:pt x="4788" y="1828"/>
                  </a:lnTo>
                  <a:lnTo>
                    <a:pt x="4782" y="1822"/>
                  </a:lnTo>
                  <a:lnTo>
                    <a:pt x="4774" y="1816"/>
                  </a:lnTo>
                  <a:lnTo>
                    <a:pt x="4772" y="1814"/>
                  </a:lnTo>
                  <a:lnTo>
                    <a:pt x="4772" y="1810"/>
                  </a:lnTo>
                  <a:lnTo>
                    <a:pt x="4772" y="1806"/>
                  </a:lnTo>
                  <a:lnTo>
                    <a:pt x="4774" y="1802"/>
                  </a:lnTo>
                  <a:lnTo>
                    <a:pt x="4782" y="1790"/>
                  </a:lnTo>
                  <a:lnTo>
                    <a:pt x="4790" y="1780"/>
                  </a:lnTo>
                  <a:lnTo>
                    <a:pt x="4794" y="1772"/>
                  </a:lnTo>
                  <a:lnTo>
                    <a:pt x="4794" y="1766"/>
                  </a:lnTo>
                  <a:lnTo>
                    <a:pt x="4792" y="1760"/>
                  </a:lnTo>
                  <a:lnTo>
                    <a:pt x="4788" y="1756"/>
                  </a:lnTo>
                  <a:lnTo>
                    <a:pt x="4782" y="1752"/>
                  </a:lnTo>
                  <a:lnTo>
                    <a:pt x="4768" y="1748"/>
                  </a:lnTo>
                  <a:lnTo>
                    <a:pt x="4756" y="1744"/>
                  </a:lnTo>
                  <a:lnTo>
                    <a:pt x="4750" y="1740"/>
                  </a:lnTo>
                  <a:lnTo>
                    <a:pt x="4746" y="1738"/>
                  </a:lnTo>
                  <a:lnTo>
                    <a:pt x="4746" y="1732"/>
                  </a:lnTo>
                  <a:lnTo>
                    <a:pt x="4748" y="1728"/>
                  </a:lnTo>
                  <a:lnTo>
                    <a:pt x="4752" y="1720"/>
                  </a:lnTo>
                  <a:lnTo>
                    <a:pt x="4762" y="1712"/>
                  </a:lnTo>
                  <a:lnTo>
                    <a:pt x="4782" y="1694"/>
                  </a:lnTo>
                  <a:lnTo>
                    <a:pt x="4794" y="1678"/>
                  </a:lnTo>
                  <a:lnTo>
                    <a:pt x="4800" y="1664"/>
                  </a:lnTo>
                  <a:lnTo>
                    <a:pt x="4804" y="1652"/>
                  </a:lnTo>
                  <a:lnTo>
                    <a:pt x="4806" y="1642"/>
                  </a:lnTo>
                  <a:lnTo>
                    <a:pt x="4810" y="1634"/>
                  </a:lnTo>
                  <a:lnTo>
                    <a:pt x="4816" y="1628"/>
                  </a:lnTo>
                  <a:lnTo>
                    <a:pt x="4828" y="1622"/>
                  </a:lnTo>
                  <a:lnTo>
                    <a:pt x="4840" y="1618"/>
                  </a:lnTo>
                  <a:lnTo>
                    <a:pt x="4848" y="1618"/>
                  </a:lnTo>
                  <a:lnTo>
                    <a:pt x="4852" y="1620"/>
                  </a:lnTo>
                  <a:lnTo>
                    <a:pt x="4854" y="1622"/>
                  </a:lnTo>
                  <a:lnTo>
                    <a:pt x="4856" y="1624"/>
                  </a:lnTo>
                  <a:lnTo>
                    <a:pt x="4862" y="1622"/>
                  </a:lnTo>
                  <a:lnTo>
                    <a:pt x="4872" y="1616"/>
                  </a:lnTo>
                  <a:lnTo>
                    <a:pt x="4888" y="1606"/>
                  </a:lnTo>
                  <a:lnTo>
                    <a:pt x="4900" y="1598"/>
                  </a:lnTo>
                  <a:lnTo>
                    <a:pt x="4908" y="1592"/>
                  </a:lnTo>
                  <a:lnTo>
                    <a:pt x="4914" y="1592"/>
                  </a:lnTo>
                  <a:lnTo>
                    <a:pt x="4916" y="1592"/>
                  </a:lnTo>
                  <a:lnTo>
                    <a:pt x="4918" y="1596"/>
                  </a:lnTo>
                  <a:lnTo>
                    <a:pt x="4918" y="1600"/>
                  </a:lnTo>
                  <a:lnTo>
                    <a:pt x="4914" y="1612"/>
                  </a:lnTo>
                  <a:lnTo>
                    <a:pt x="4910" y="1624"/>
                  </a:lnTo>
                  <a:lnTo>
                    <a:pt x="4910" y="1628"/>
                  </a:lnTo>
                  <a:lnTo>
                    <a:pt x="4910" y="1632"/>
                  </a:lnTo>
                  <a:lnTo>
                    <a:pt x="4912" y="1632"/>
                  </a:lnTo>
                  <a:lnTo>
                    <a:pt x="4916" y="1632"/>
                  </a:lnTo>
                  <a:lnTo>
                    <a:pt x="4934" y="1618"/>
                  </a:lnTo>
                  <a:lnTo>
                    <a:pt x="4958" y="1600"/>
                  </a:lnTo>
                  <a:lnTo>
                    <a:pt x="4980" y="1588"/>
                  </a:lnTo>
                  <a:lnTo>
                    <a:pt x="4990" y="1586"/>
                  </a:lnTo>
                  <a:lnTo>
                    <a:pt x="5000" y="1584"/>
                  </a:lnTo>
                  <a:lnTo>
                    <a:pt x="5016" y="1584"/>
                  </a:lnTo>
                  <a:lnTo>
                    <a:pt x="5032" y="1588"/>
                  </a:lnTo>
                  <a:lnTo>
                    <a:pt x="5048" y="1596"/>
                  </a:lnTo>
                  <a:lnTo>
                    <a:pt x="5060" y="1606"/>
                  </a:lnTo>
                  <a:lnTo>
                    <a:pt x="5072" y="1618"/>
                  </a:lnTo>
                  <a:lnTo>
                    <a:pt x="5080" y="1628"/>
                  </a:lnTo>
                  <a:lnTo>
                    <a:pt x="5082" y="1630"/>
                  </a:lnTo>
                  <a:lnTo>
                    <a:pt x="5084" y="1628"/>
                  </a:lnTo>
                  <a:lnTo>
                    <a:pt x="5086" y="1620"/>
                  </a:lnTo>
                  <a:lnTo>
                    <a:pt x="5094" y="1608"/>
                  </a:lnTo>
                  <a:lnTo>
                    <a:pt x="5108" y="1592"/>
                  </a:lnTo>
                  <a:lnTo>
                    <a:pt x="5118" y="1584"/>
                  </a:lnTo>
                  <a:lnTo>
                    <a:pt x="5132" y="1574"/>
                  </a:lnTo>
                  <a:lnTo>
                    <a:pt x="5148" y="1564"/>
                  </a:lnTo>
                  <a:lnTo>
                    <a:pt x="5168" y="1552"/>
                  </a:lnTo>
                  <a:lnTo>
                    <a:pt x="5186" y="1542"/>
                  </a:lnTo>
                  <a:lnTo>
                    <a:pt x="5202" y="1532"/>
                  </a:lnTo>
                  <a:lnTo>
                    <a:pt x="5236" y="1508"/>
                  </a:lnTo>
                  <a:lnTo>
                    <a:pt x="5252" y="1496"/>
                  </a:lnTo>
                  <a:lnTo>
                    <a:pt x="5272" y="1484"/>
                  </a:lnTo>
                  <a:lnTo>
                    <a:pt x="5290" y="1474"/>
                  </a:lnTo>
                  <a:lnTo>
                    <a:pt x="5312" y="1466"/>
                  </a:lnTo>
                  <a:lnTo>
                    <a:pt x="5330" y="1460"/>
                  </a:lnTo>
                  <a:lnTo>
                    <a:pt x="5348" y="1456"/>
                  </a:lnTo>
                  <a:lnTo>
                    <a:pt x="5362" y="1454"/>
                  </a:lnTo>
                  <a:lnTo>
                    <a:pt x="5374" y="1454"/>
                  </a:lnTo>
                  <a:lnTo>
                    <a:pt x="5396" y="1456"/>
                  </a:lnTo>
                  <a:lnTo>
                    <a:pt x="5410" y="1460"/>
                  </a:lnTo>
                  <a:lnTo>
                    <a:pt x="5422" y="1464"/>
                  </a:lnTo>
                  <a:lnTo>
                    <a:pt x="5430" y="1466"/>
                  </a:lnTo>
                  <a:lnTo>
                    <a:pt x="5434" y="1466"/>
                  </a:lnTo>
                  <a:lnTo>
                    <a:pt x="5438" y="1464"/>
                  </a:lnTo>
                  <a:lnTo>
                    <a:pt x="5448" y="1458"/>
                  </a:lnTo>
                  <a:lnTo>
                    <a:pt x="5454" y="1448"/>
                  </a:lnTo>
                  <a:lnTo>
                    <a:pt x="5458" y="1440"/>
                  </a:lnTo>
                  <a:lnTo>
                    <a:pt x="5456" y="1432"/>
                  </a:lnTo>
                  <a:lnTo>
                    <a:pt x="5450" y="1422"/>
                  </a:lnTo>
                  <a:lnTo>
                    <a:pt x="5436" y="1400"/>
                  </a:lnTo>
                  <a:lnTo>
                    <a:pt x="5428" y="1386"/>
                  </a:lnTo>
                  <a:lnTo>
                    <a:pt x="5420" y="1368"/>
                  </a:lnTo>
                  <a:lnTo>
                    <a:pt x="5412" y="1348"/>
                  </a:lnTo>
                  <a:lnTo>
                    <a:pt x="5404" y="1338"/>
                  </a:lnTo>
                  <a:lnTo>
                    <a:pt x="5400" y="1336"/>
                  </a:lnTo>
                  <a:lnTo>
                    <a:pt x="5396" y="1336"/>
                  </a:lnTo>
                  <a:lnTo>
                    <a:pt x="5390" y="1336"/>
                  </a:lnTo>
                  <a:lnTo>
                    <a:pt x="5384" y="1338"/>
                  </a:lnTo>
                  <a:lnTo>
                    <a:pt x="5378" y="1338"/>
                  </a:lnTo>
                  <a:lnTo>
                    <a:pt x="5376" y="1336"/>
                  </a:lnTo>
                  <a:lnTo>
                    <a:pt x="5374" y="1334"/>
                  </a:lnTo>
                  <a:lnTo>
                    <a:pt x="5368" y="1322"/>
                  </a:lnTo>
                  <a:lnTo>
                    <a:pt x="5368" y="1316"/>
                  </a:lnTo>
                  <a:lnTo>
                    <a:pt x="5368" y="1312"/>
                  </a:lnTo>
                  <a:lnTo>
                    <a:pt x="5372" y="1310"/>
                  </a:lnTo>
                  <a:lnTo>
                    <a:pt x="5374" y="1308"/>
                  </a:lnTo>
                  <a:lnTo>
                    <a:pt x="5384" y="1308"/>
                  </a:lnTo>
                  <a:lnTo>
                    <a:pt x="5398" y="1310"/>
                  </a:lnTo>
                  <a:lnTo>
                    <a:pt x="5414" y="1312"/>
                  </a:lnTo>
                  <a:lnTo>
                    <a:pt x="5432" y="1310"/>
                  </a:lnTo>
                  <a:lnTo>
                    <a:pt x="5440" y="1308"/>
                  </a:lnTo>
                  <a:lnTo>
                    <a:pt x="5448" y="1304"/>
                  </a:lnTo>
                  <a:lnTo>
                    <a:pt x="5454" y="1298"/>
                  </a:lnTo>
                  <a:lnTo>
                    <a:pt x="5462" y="1292"/>
                  </a:lnTo>
                  <a:lnTo>
                    <a:pt x="5478" y="1272"/>
                  </a:lnTo>
                  <a:lnTo>
                    <a:pt x="5478" y="1258"/>
                  </a:lnTo>
                  <a:lnTo>
                    <a:pt x="5486" y="1248"/>
                  </a:lnTo>
                  <a:lnTo>
                    <a:pt x="5490" y="1244"/>
                  </a:lnTo>
                  <a:lnTo>
                    <a:pt x="5490" y="1240"/>
                  </a:lnTo>
                  <a:lnTo>
                    <a:pt x="5490" y="1236"/>
                  </a:lnTo>
                  <a:lnTo>
                    <a:pt x="5488" y="1232"/>
                  </a:lnTo>
                  <a:lnTo>
                    <a:pt x="5480" y="1220"/>
                  </a:lnTo>
                  <a:lnTo>
                    <a:pt x="5478" y="1216"/>
                  </a:lnTo>
                  <a:lnTo>
                    <a:pt x="5478" y="1204"/>
                  </a:lnTo>
                  <a:lnTo>
                    <a:pt x="5480" y="1200"/>
                  </a:lnTo>
                  <a:lnTo>
                    <a:pt x="5484" y="1200"/>
                  </a:lnTo>
                  <a:lnTo>
                    <a:pt x="5490" y="1200"/>
                  </a:lnTo>
                  <a:lnTo>
                    <a:pt x="5496" y="1202"/>
                  </a:lnTo>
                  <a:lnTo>
                    <a:pt x="5502" y="1206"/>
                  </a:lnTo>
                  <a:lnTo>
                    <a:pt x="5510" y="1212"/>
                  </a:lnTo>
                  <a:lnTo>
                    <a:pt x="5516" y="1220"/>
                  </a:lnTo>
                  <a:lnTo>
                    <a:pt x="5520" y="1230"/>
                  </a:lnTo>
                  <a:lnTo>
                    <a:pt x="5524" y="1238"/>
                  </a:lnTo>
                  <a:lnTo>
                    <a:pt x="5530" y="1242"/>
                  </a:lnTo>
                  <a:lnTo>
                    <a:pt x="5536" y="1244"/>
                  </a:lnTo>
                  <a:lnTo>
                    <a:pt x="5542" y="1246"/>
                  </a:lnTo>
                  <a:lnTo>
                    <a:pt x="5556" y="1244"/>
                  </a:lnTo>
                  <a:lnTo>
                    <a:pt x="5572" y="1242"/>
                  </a:lnTo>
                  <a:lnTo>
                    <a:pt x="5588" y="1238"/>
                  </a:lnTo>
                  <a:lnTo>
                    <a:pt x="5596" y="1238"/>
                  </a:lnTo>
                  <a:lnTo>
                    <a:pt x="5604" y="1238"/>
                  </a:lnTo>
                  <a:lnTo>
                    <a:pt x="5610" y="1242"/>
                  </a:lnTo>
                  <a:lnTo>
                    <a:pt x="5618" y="1246"/>
                  </a:lnTo>
                  <a:lnTo>
                    <a:pt x="5624" y="1252"/>
                  </a:lnTo>
                  <a:lnTo>
                    <a:pt x="5628" y="1262"/>
                  </a:lnTo>
                  <a:lnTo>
                    <a:pt x="5638" y="1278"/>
                  </a:lnTo>
                  <a:lnTo>
                    <a:pt x="5648" y="1290"/>
                  </a:lnTo>
                  <a:lnTo>
                    <a:pt x="5656" y="1294"/>
                  </a:lnTo>
                  <a:lnTo>
                    <a:pt x="5664" y="1296"/>
                  </a:lnTo>
                  <a:lnTo>
                    <a:pt x="5674" y="1298"/>
                  </a:lnTo>
                  <a:lnTo>
                    <a:pt x="5682" y="1298"/>
                  </a:lnTo>
                  <a:lnTo>
                    <a:pt x="5690" y="1302"/>
                  </a:lnTo>
                  <a:lnTo>
                    <a:pt x="5696" y="1310"/>
                  </a:lnTo>
                  <a:lnTo>
                    <a:pt x="5700" y="1316"/>
                  </a:lnTo>
                  <a:lnTo>
                    <a:pt x="5706" y="1320"/>
                  </a:lnTo>
                  <a:lnTo>
                    <a:pt x="5710" y="1322"/>
                  </a:lnTo>
                  <a:lnTo>
                    <a:pt x="5716" y="1322"/>
                  </a:lnTo>
                  <a:lnTo>
                    <a:pt x="5726" y="1322"/>
                  </a:lnTo>
                  <a:lnTo>
                    <a:pt x="5738" y="1318"/>
                  </a:lnTo>
                  <a:lnTo>
                    <a:pt x="5748" y="1310"/>
                  </a:lnTo>
                  <a:lnTo>
                    <a:pt x="5756" y="1298"/>
                  </a:lnTo>
                  <a:lnTo>
                    <a:pt x="5764" y="1284"/>
                  </a:lnTo>
                  <a:lnTo>
                    <a:pt x="5766" y="1268"/>
                  </a:lnTo>
                  <a:lnTo>
                    <a:pt x="5768" y="1254"/>
                  </a:lnTo>
                  <a:lnTo>
                    <a:pt x="5770" y="1248"/>
                  </a:lnTo>
                  <a:lnTo>
                    <a:pt x="5774" y="1246"/>
                  </a:lnTo>
                  <a:lnTo>
                    <a:pt x="5782" y="1240"/>
                  </a:lnTo>
                  <a:lnTo>
                    <a:pt x="5792" y="1238"/>
                  </a:lnTo>
                  <a:lnTo>
                    <a:pt x="5802" y="1238"/>
                  </a:lnTo>
                  <a:lnTo>
                    <a:pt x="5816" y="1234"/>
                  </a:lnTo>
                  <a:lnTo>
                    <a:pt x="5830" y="1228"/>
                  </a:lnTo>
                  <a:lnTo>
                    <a:pt x="5836" y="1222"/>
                  </a:lnTo>
                  <a:lnTo>
                    <a:pt x="5844" y="1216"/>
                  </a:lnTo>
                  <a:lnTo>
                    <a:pt x="5854" y="1204"/>
                  </a:lnTo>
                  <a:lnTo>
                    <a:pt x="5856" y="1198"/>
                  </a:lnTo>
                  <a:lnTo>
                    <a:pt x="5856" y="1196"/>
                  </a:lnTo>
                  <a:lnTo>
                    <a:pt x="5854" y="1194"/>
                  </a:lnTo>
                  <a:lnTo>
                    <a:pt x="5846" y="1194"/>
                  </a:lnTo>
                  <a:lnTo>
                    <a:pt x="5836" y="1192"/>
                  </a:lnTo>
                  <a:lnTo>
                    <a:pt x="5824" y="1188"/>
                  </a:lnTo>
                  <a:lnTo>
                    <a:pt x="5816" y="1184"/>
                  </a:lnTo>
                  <a:lnTo>
                    <a:pt x="5810" y="1180"/>
                  </a:lnTo>
                  <a:lnTo>
                    <a:pt x="5804" y="1174"/>
                  </a:lnTo>
                  <a:lnTo>
                    <a:pt x="5798" y="1166"/>
                  </a:lnTo>
                  <a:close/>
                </a:path>
              </a:pathLst>
            </a:custGeom>
            <a:grpFill/>
            <a:ln w="6350">
              <a:noFill/>
              <a:round/>
              <a:headEnd/>
              <a:tailEnd/>
            </a:ln>
          </p:spPr>
          <p:txBody>
            <a:bodyPr/>
            <a:lstStyle/>
            <a:p>
              <a:endParaRPr lang="en-US" b="1" dirty="0"/>
            </a:p>
          </p:txBody>
        </p:sp>
        <p:sp>
          <p:nvSpPr>
            <p:cNvPr id="8" name="Freeform 6004">
              <a:extLst>
                <a:ext uri="{FF2B5EF4-FFF2-40B4-BE49-F238E27FC236}">
                  <a16:creationId xmlns:a16="http://schemas.microsoft.com/office/drawing/2014/main" id="{C234E250-D638-4A52-94C8-AB626C0AF989}"/>
                </a:ext>
              </a:extLst>
            </p:cNvPr>
            <p:cNvSpPr>
              <a:spLocks/>
            </p:cNvSpPr>
            <p:nvPr/>
          </p:nvSpPr>
          <p:spPr bwMode="auto">
            <a:xfrm>
              <a:off x="3948495" y="4209922"/>
              <a:ext cx="3572" cy="4030"/>
            </a:xfrm>
            <a:custGeom>
              <a:avLst/>
              <a:gdLst/>
              <a:ahLst/>
              <a:cxnLst>
                <a:cxn ang="0">
                  <a:pos x="0" y="6"/>
                </a:cxn>
                <a:cxn ang="0">
                  <a:pos x="0" y="6"/>
                </a:cxn>
                <a:cxn ang="0">
                  <a:pos x="2" y="8"/>
                </a:cxn>
                <a:cxn ang="0">
                  <a:pos x="4" y="10"/>
                </a:cxn>
                <a:cxn ang="0">
                  <a:pos x="6" y="8"/>
                </a:cxn>
                <a:cxn ang="0">
                  <a:pos x="8" y="4"/>
                </a:cxn>
                <a:cxn ang="0">
                  <a:pos x="8" y="4"/>
                </a:cxn>
                <a:cxn ang="0">
                  <a:pos x="6" y="0"/>
                </a:cxn>
                <a:cxn ang="0">
                  <a:pos x="4" y="2"/>
                </a:cxn>
                <a:cxn ang="0">
                  <a:pos x="2" y="4"/>
                </a:cxn>
                <a:cxn ang="0">
                  <a:pos x="0" y="6"/>
                </a:cxn>
                <a:cxn ang="0">
                  <a:pos x="0" y="6"/>
                </a:cxn>
              </a:cxnLst>
              <a:rect l="0" t="0" r="r" b="b"/>
              <a:pathLst>
                <a:path w="8" h="10">
                  <a:moveTo>
                    <a:pt x="0" y="6"/>
                  </a:moveTo>
                  <a:lnTo>
                    <a:pt x="0" y="6"/>
                  </a:lnTo>
                  <a:lnTo>
                    <a:pt x="2" y="8"/>
                  </a:lnTo>
                  <a:lnTo>
                    <a:pt x="4" y="10"/>
                  </a:lnTo>
                  <a:lnTo>
                    <a:pt x="6" y="8"/>
                  </a:lnTo>
                  <a:lnTo>
                    <a:pt x="8" y="4"/>
                  </a:lnTo>
                  <a:lnTo>
                    <a:pt x="8" y="4"/>
                  </a:lnTo>
                  <a:lnTo>
                    <a:pt x="6" y="0"/>
                  </a:lnTo>
                  <a:lnTo>
                    <a:pt x="4" y="2"/>
                  </a:lnTo>
                  <a:lnTo>
                    <a:pt x="2" y="4"/>
                  </a:lnTo>
                  <a:lnTo>
                    <a:pt x="0" y="6"/>
                  </a:lnTo>
                  <a:lnTo>
                    <a:pt x="0" y="6"/>
                  </a:lnTo>
                  <a:close/>
                </a:path>
              </a:pathLst>
            </a:custGeom>
            <a:grpFill/>
            <a:ln w="6350">
              <a:noFill/>
              <a:round/>
              <a:headEnd/>
              <a:tailEnd/>
            </a:ln>
          </p:spPr>
          <p:txBody>
            <a:bodyPr/>
            <a:lstStyle/>
            <a:p>
              <a:endParaRPr lang="en-US" b="1" dirty="0"/>
            </a:p>
          </p:txBody>
        </p:sp>
        <p:grpSp>
          <p:nvGrpSpPr>
            <p:cNvPr id="9" name="Gruppe 224">
              <a:extLst>
                <a:ext uri="{FF2B5EF4-FFF2-40B4-BE49-F238E27FC236}">
                  <a16:creationId xmlns:a16="http://schemas.microsoft.com/office/drawing/2014/main" id="{5F17C7AD-6097-43C0-9B9F-E6849DBB7280}"/>
                </a:ext>
              </a:extLst>
            </p:cNvPr>
            <p:cNvGrpSpPr/>
            <p:nvPr/>
          </p:nvGrpSpPr>
          <p:grpSpPr bwMode="auto">
            <a:xfrm>
              <a:off x="1504597" y="2399471"/>
              <a:ext cx="2802847" cy="1873326"/>
              <a:chOff x="93979" y="699453"/>
              <a:chExt cx="3986530" cy="2951480"/>
            </a:xfrm>
            <a:grpFill/>
          </p:grpSpPr>
          <p:sp>
            <p:nvSpPr>
              <p:cNvPr id="17" name="Freeform 6016">
                <a:extLst>
                  <a:ext uri="{FF2B5EF4-FFF2-40B4-BE49-F238E27FC236}">
                    <a16:creationId xmlns:a16="http://schemas.microsoft.com/office/drawing/2014/main" id="{161F0D1E-FA2D-4759-8F60-8BFE1ABFD430}"/>
                  </a:ext>
                </a:extLst>
              </p:cNvPr>
              <p:cNvSpPr>
                <a:spLocks/>
              </p:cNvSpPr>
              <p:nvPr/>
            </p:nvSpPr>
            <p:spPr bwMode="auto">
              <a:xfrm>
                <a:off x="1352550" y="1099503"/>
                <a:ext cx="40640" cy="26670"/>
              </a:xfrm>
              <a:custGeom>
                <a:avLst/>
                <a:gdLst/>
                <a:ahLst/>
                <a:cxnLst>
                  <a:cxn ang="0">
                    <a:pos x="54" y="2"/>
                  </a:cxn>
                  <a:cxn ang="0">
                    <a:pos x="54" y="2"/>
                  </a:cxn>
                  <a:cxn ang="0">
                    <a:pos x="32" y="12"/>
                  </a:cxn>
                  <a:cxn ang="0">
                    <a:pos x="10" y="24"/>
                  </a:cxn>
                  <a:cxn ang="0">
                    <a:pos x="4" y="30"/>
                  </a:cxn>
                  <a:cxn ang="0">
                    <a:pos x="0" y="36"/>
                  </a:cxn>
                  <a:cxn ang="0">
                    <a:pos x="2" y="38"/>
                  </a:cxn>
                  <a:cxn ang="0">
                    <a:pos x="4" y="40"/>
                  </a:cxn>
                  <a:cxn ang="0">
                    <a:pos x="16" y="42"/>
                  </a:cxn>
                  <a:cxn ang="0">
                    <a:pos x="16" y="42"/>
                  </a:cxn>
                  <a:cxn ang="0">
                    <a:pos x="22" y="42"/>
                  </a:cxn>
                  <a:cxn ang="0">
                    <a:pos x="28" y="42"/>
                  </a:cxn>
                  <a:cxn ang="0">
                    <a:pos x="40" y="36"/>
                  </a:cxn>
                  <a:cxn ang="0">
                    <a:pos x="50" y="28"/>
                  </a:cxn>
                  <a:cxn ang="0">
                    <a:pos x="58" y="20"/>
                  </a:cxn>
                  <a:cxn ang="0">
                    <a:pos x="62" y="10"/>
                  </a:cxn>
                  <a:cxn ang="0">
                    <a:pos x="64" y="4"/>
                  </a:cxn>
                  <a:cxn ang="0">
                    <a:pos x="64" y="2"/>
                  </a:cxn>
                  <a:cxn ang="0">
                    <a:pos x="62" y="0"/>
                  </a:cxn>
                  <a:cxn ang="0">
                    <a:pos x="58" y="0"/>
                  </a:cxn>
                  <a:cxn ang="0">
                    <a:pos x="54" y="2"/>
                  </a:cxn>
                  <a:cxn ang="0">
                    <a:pos x="54" y="2"/>
                  </a:cxn>
                </a:cxnLst>
                <a:rect l="0" t="0" r="r" b="b"/>
                <a:pathLst>
                  <a:path w="64" h="42">
                    <a:moveTo>
                      <a:pt x="54" y="2"/>
                    </a:moveTo>
                    <a:lnTo>
                      <a:pt x="54" y="2"/>
                    </a:lnTo>
                    <a:lnTo>
                      <a:pt x="32" y="12"/>
                    </a:lnTo>
                    <a:lnTo>
                      <a:pt x="10" y="24"/>
                    </a:lnTo>
                    <a:lnTo>
                      <a:pt x="4" y="30"/>
                    </a:lnTo>
                    <a:lnTo>
                      <a:pt x="0" y="36"/>
                    </a:lnTo>
                    <a:lnTo>
                      <a:pt x="2" y="38"/>
                    </a:lnTo>
                    <a:lnTo>
                      <a:pt x="4" y="40"/>
                    </a:lnTo>
                    <a:lnTo>
                      <a:pt x="16" y="42"/>
                    </a:lnTo>
                    <a:lnTo>
                      <a:pt x="16" y="42"/>
                    </a:lnTo>
                    <a:lnTo>
                      <a:pt x="22" y="42"/>
                    </a:lnTo>
                    <a:lnTo>
                      <a:pt x="28" y="42"/>
                    </a:lnTo>
                    <a:lnTo>
                      <a:pt x="40" y="36"/>
                    </a:lnTo>
                    <a:lnTo>
                      <a:pt x="50" y="28"/>
                    </a:lnTo>
                    <a:lnTo>
                      <a:pt x="58" y="20"/>
                    </a:lnTo>
                    <a:lnTo>
                      <a:pt x="62" y="10"/>
                    </a:lnTo>
                    <a:lnTo>
                      <a:pt x="64" y="4"/>
                    </a:lnTo>
                    <a:lnTo>
                      <a:pt x="64" y="2"/>
                    </a:lnTo>
                    <a:lnTo>
                      <a:pt x="62" y="0"/>
                    </a:lnTo>
                    <a:lnTo>
                      <a:pt x="58" y="0"/>
                    </a:lnTo>
                    <a:lnTo>
                      <a:pt x="54" y="2"/>
                    </a:lnTo>
                    <a:lnTo>
                      <a:pt x="54" y="2"/>
                    </a:lnTo>
                    <a:close/>
                  </a:path>
                </a:pathLst>
              </a:custGeom>
              <a:grpFill/>
              <a:ln w="6350">
                <a:noFill/>
                <a:round/>
                <a:headEnd/>
                <a:tailEnd/>
              </a:ln>
            </p:spPr>
            <p:txBody>
              <a:bodyPr/>
              <a:lstStyle/>
              <a:p>
                <a:endParaRPr lang="en-US" b="1" dirty="0"/>
              </a:p>
            </p:txBody>
          </p:sp>
          <p:sp>
            <p:nvSpPr>
              <p:cNvPr id="18" name="Freeform 6017">
                <a:extLst>
                  <a:ext uri="{FF2B5EF4-FFF2-40B4-BE49-F238E27FC236}">
                    <a16:creationId xmlns:a16="http://schemas.microsoft.com/office/drawing/2014/main" id="{F774CF59-AABE-45F2-AFED-64A1E0DE025A}"/>
                  </a:ext>
                </a:extLst>
              </p:cNvPr>
              <p:cNvSpPr>
                <a:spLocks/>
              </p:cNvSpPr>
              <p:nvPr/>
            </p:nvSpPr>
            <p:spPr bwMode="auto">
              <a:xfrm>
                <a:off x="1184910" y="1173163"/>
                <a:ext cx="270510" cy="165100"/>
              </a:xfrm>
              <a:custGeom>
                <a:avLst/>
                <a:gdLst/>
                <a:ahLst/>
                <a:cxnLst>
                  <a:cxn ang="0">
                    <a:pos x="20" y="198"/>
                  </a:cxn>
                  <a:cxn ang="0">
                    <a:pos x="68" y="214"/>
                  </a:cxn>
                  <a:cxn ang="0">
                    <a:pos x="92" y="232"/>
                  </a:cxn>
                  <a:cxn ang="0">
                    <a:pos x="106" y="256"/>
                  </a:cxn>
                  <a:cxn ang="0">
                    <a:pos x="116" y="260"/>
                  </a:cxn>
                  <a:cxn ang="0">
                    <a:pos x="146" y="248"/>
                  </a:cxn>
                  <a:cxn ang="0">
                    <a:pos x="168" y="236"/>
                  </a:cxn>
                  <a:cxn ang="0">
                    <a:pos x="184" y="238"/>
                  </a:cxn>
                  <a:cxn ang="0">
                    <a:pos x="208" y="232"/>
                  </a:cxn>
                  <a:cxn ang="0">
                    <a:pos x="216" y="226"/>
                  </a:cxn>
                  <a:cxn ang="0">
                    <a:pos x="224" y="200"/>
                  </a:cxn>
                  <a:cxn ang="0">
                    <a:pos x="232" y="178"/>
                  </a:cxn>
                  <a:cxn ang="0">
                    <a:pos x="254" y="172"/>
                  </a:cxn>
                  <a:cxn ang="0">
                    <a:pos x="266" y="158"/>
                  </a:cxn>
                  <a:cxn ang="0">
                    <a:pos x="280" y="140"/>
                  </a:cxn>
                  <a:cxn ang="0">
                    <a:pos x="322" y="124"/>
                  </a:cxn>
                  <a:cxn ang="0">
                    <a:pos x="392" y="94"/>
                  </a:cxn>
                  <a:cxn ang="0">
                    <a:pos x="418" y="86"/>
                  </a:cxn>
                  <a:cxn ang="0">
                    <a:pos x="424" y="72"/>
                  </a:cxn>
                  <a:cxn ang="0">
                    <a:pos x="408" y="64"/>
                  </a:cxn>
                  <a:cxn ang="0">
                    <a:pos x="370" y="40"/>
                  </a:cxn>
                  <a:cxn ang="0">
                    <a:pos x="334" y="22"/>
                  </a:cxn>
                  <a:cxn ang="0">
                    <a:pos x="302" y="22"/>
                  </a:cxn>
                  <a:cxn ang="0">
                    <a:pos x="284" y="30"/>
                  </a:cxn>
                  <a:cxn ang="0">
                    <a:pos x="276" y="40"/>
                  </a:cxn>
                  <a:cxn ang="0">
                    <a:pos x="272" y="36"/>
                  </a:cxn>
                  <a:cxn ang="0">
                    <a:pos x="268" y="26"/>
                  </a:cxn>
                  <a:cxn ang="0">
                    <a:pos x="260" y="26"/>
                  </a:cxn>
                  <a:cxn ang="0">
                    <a:pos x="234" y="22"/>
                  </a:cxn>
                  <a:cxn ang="0">
                    <a:pos x="192" y="2"/>
                  </a:cxn>
                  <a:cxn ang="0">
                    <a:pos x="168" y="0"/>
                  </a:cxn>
                  <a:cxn ang="0">
                    <a:pos x="138" y="6"/>
                  </a:cxn>
                  <a:cxn ang="0">
                    <a:pos x="54" y="16"/>
                  </a:cxn>
                  <a:cxn ang="0">
                    <a:pos x="50" y="20"/>
                  </a:cxn>
                  <a:cxn ang="0">
                    <a:pos x="56" y="28"/>
                  </a:cxn>
                  <a:cxn ang="0">
                    <a:pos x="64" y="46"/>
                  </a:cxn>
                  <a:cxn ang="0">
                    <a:pos x="76" y="52"/>
                  </a:cxn>
                  <a:cxn ang="0">
                    <a:pos x="86" y="60"/>
                  </a:cxn>
                  <a:cxn ang="0">
                    <a:pos x="74" y="72"/>
                  </a:cxn>
                  <a:cxn ang="0">
                    <a:pos x="72" y="80"/>
                  </a:cxn>
                  <a:cxn ang="0">
                    <a:pos x="58" y="84"/>
                  </a:cxn>
                  <a:cxn ang="0">
                    <a:pos x="56" y="90"/>
                  </a:cxn>
                  <a:cxn ang="0">
                    <a:pos x="48" y="106"/>
                  </a:cxn>
                  <a:cxn ang="0">
                    <a:pos x="46" y="114"/>
                  </a:cxn>
                  <a:cxn ang="0">
                    <a:pos x="56" y="122"/>
                  </a:cxn>
                  <a:cxn ang="0">
                    <a:pos x="44" y="126"/>
                  </a:cxn>
                  <a:cxn ang="0">
                    <a:pos x="30" y="130"/>
                  </a:cxn>
                  <a:cxn ang="0">
                    <a:pos x="34" y="140"/>
                  </a:cxn>
                  <a:cxn ang="0">
                    <a:pos x="22" y="160"/>
                  </a:cxn>
                  <a:cxn ang="0">
                    <a:pos x="4" y="182"/>
                  </a:cxn>
                  <a:cxn ang="0">
                    <a:pos x="0" y="192"/>
                  </a:cxn>
                  <a:cxn ang="0">
                    <a:pos x="2" y="196"/>
                  </a:cxn>
                </a:cxnLst>
                <a:rect l="0" t="0" r="r" b="b"/>
                <a:pathLst>
                  <a:path w="426" h="260">
                    <a:moveTo>
                      <a:pt x="2" y="196"/>
                    </a:moveTo>
                    <a:lnTo>
                      <a:pt x="2" y="196"/>
                    </a:lnTo>
                    <a:lnTo>
                      <a:pt x="20" y="198"/>
                    </a:lnTo>
                    <a:lnTo>
                      <a:pt x="38" y="204"/>
                    </a:lnTo>
                    <a:lnTo>
                      <a:pt x="68" y="214"/>
                    </a:lnTo>
                    <a:lnTo>
                      <a:pt x="68" y="214"/>
                    </a:lnTo>
                    <a:lnTo>
                      <a:pt x="78" y="220"/>
                    </a:lnTo>
                    <a:lnTo>
                      <a:pt x="86" y="226"/>
                    </a:lnTo>
                    <a:lnTo>
                      <a:pt x="92" y="232"/>
                    </a:lnTo>
                    <a:lnTo>
                      <a:pt x="96" y="240"/>
                    </a:lnTo>
                    <a:lnTo>
                      <a:pt x="102" y="252"/>
                    </a:lnTo>
                    <a:lnTo>
                      <a:pt x="106" y="256"/>
                    </a:lnTo>
                    <a:lnTo>
                      <a:pt x="110" y="260"/>
                    </a:lnTo>
                    <a:lnTo>
                      <a:pt x="110" y="260"/>
                    </a:lnTo>
                    <a:lnTo>
                      <a:pt x="116" y="260"/>
                    </a:lnTo>
                    <a:lnTo>
                      <a:pt x="122" y="260"/>
                    </a:lnTo>
                    <a:lnTo>
                      <a:pt x="134" y="256"/>
                    </a:lnTo>
                    <a:lnTo>
                      <a:pt x="146" y="248"/>
                    </a:lnTo>
                    <a:lnTo>
                      <a:pt x="160" y="240"/>
                    </a:lnTo>
                    <a:lnTo>
                      <a:pt x="160" y="240"/>
                    </a:lnTo>
                    <a:lnTo>
                      <a:pt x="168" y="236"/>
                    </a:lnTo>
                    <a:lnTo>
                      <a:pt x="172" y="234"/>
                    </a:lnTo>
                    <a:lnTo>
                      <a:pt x="180" y="236"/>
                    </a:lnTo>
                    <a:lnTo>
                      <a:pt x="184" y="238"/>
                    </a:lnTo>
                    <a:lnTo>
                      <a:pt x="190" y="238"/>
                    </a:lnTo>
                    <a:lnTo>
                      <a:pt x="198" y="236"/>
                    </a:lnTo>
                    <a:lnTo>
                      <a:pt x="208" y="232"/>
                    </a:lnTo>
                    <a:lnTo>
                      <a:pt x="208" y="232"/>
                    </a:lnTo>
                    <a:lnTo>
                      <a:pt x="212" y="230"/>
                    </a:lnTo>
                    <a:lnTo>
                      <a:pt x="216" y="226"/>
                    </a:lnTo>
                    <a:lnTo>
                      <a:pt x="222" y="218"/>
                    </a:lnTo>
                    <a:lnTo>
                      <a:pt x="224" y="210"/>
                    </a:lnTo>
                    <a:lnTo>
                      <a:pt x="224" y="200"/>
                    </a:lnTo>
                    <a:lnTo>
                      <a:pt x="224" y="192"/>
                    </a:lnTo>
                    <a:lnTo>
                      <a:pt x="226" y="184"/>
                    </a:lnTo>
                    <a:lnTo>
                      <a:pt x="232" y="178"/>
                    </a:lnTo>
                    <a:lnTo>
                      <a:pt x="244" y="174"/>
                    </a:lnTo>
                    <a:lnTo>
                      <a:pt x="244" y="174"/>
                    </a:lnTo>
                    <a:lnTo>
                      <a:pt x="254" y="172"/>
                    </a:lnTo>
                    <a:lnTo>
                      <a:pt x="260" y="170"/>
                    </a:lnTo>
                    <a:lnTo>
                      <a:pt x="264" y="164"/>
                    </a:lnTo>
                    <a:lnTo>
                      <a:pt x="266" y="158"/>
                    </a:lnTo>
                    <a:lnTo>
                      <a:pt x="268" y="152"/>
                    </a:lnTo>
                    <a:lnTo>
                      <a:pt x="272" y="146"/>
                    </a:lnTo>
                    <a:lnTo>
                      <a:pt x="280" y="140"/>
                    </a:lnTo>
                    <a:lnTo>
                      <a:pt x="292" y="136"/>
                    </a:lnTo>
                    <a:lnTo>
                      <a:pt x="292" y="136"/>
                    </a:lnTo>
                    <a:lnTo>
                      <a:pt x="322" y="124"/>
                    </a:lnTo>
                    <a:lnTo>
                      <a:pt x="348" y="112"/>
                    </a:lnTo>
                    <a:lnTo>
                      <a:pt x="370" y="102"/>
                    </a:lnTo>
                    <a:lnTo>
                      <a:pt x="392" y="94"/>
                    </a:lnTo>
                    <a:lnTo>
                      <a:pt x="392" y="94"/>
                    </a:lnTo>
                    <a:lnTo>
                      <a:pt x="408" y="90"/>
                    </a:lnTo>
                    <a:lnTo>
                      <a:pt x="418" y="86"/>
                    </a:lnTo>
                    <a:lnTo>
                      <a:pt x="424" y="82"/>
                    </a:lnTo>
                    <a:lnTo>
                      <a:pt x="426" y="76"/>
                    </a:lnTo>
                    <a:lnTo>
                      <a:pt x="424" y="72"/>
                    </a:lnTo>
                    <a:lnTo>
                      <a:pt x="420" y="70"/>
                    </a:lnTo>
                    <a:lnTo>
                      <a:pt x="408" y="64"/>
                    </a:lnTo>
                    <a:lnTo>
                      <a:pt x="408" y="64"/>
                    </a:lnTo>
                    <a:lnTo>
                      <a:pt x="398" y="60"/>
                    </a:lnTo>
                    <a:lnTo>
                      <a:pt x="390" y="54"/>
                    </a:lnTo>
                    <a:lnTo>
                      <a:pt x="370" y="40"/>
                    </a:lnTo>
                    <a:lnTo>
                      <a:pt x="360" y="32"/>
                    </a:lnTo>
                    <a:lnTo>
                      <a:pt x="348" y="26"/>
                    </a:lnTo>
                    <a:lnTo>
                      <a:pt x="334" y="22"/>
                    </a:lnTo>
                    <a:lnTo>
                      <a:pt x="318" y="22"/>
                    </a:lnTo>
                    <a:lnTo>
                      <a:pt x="318" y="22"/>
                    </a:lnTo>
                    <a:lnTo>
                      <a:pt x="302" y="22"/>
                    </a:lnTo>
                    <a:lnTo>
                      <a:pt x="294" y="24"/>
                    </a:lnTo>
                    <a:lnTo>
                      <a:pt x="288" y="26"/>
                    </a:lnTo>
                    <a:lnTo>
                      <a:pt x="284" y="30"/>
                    </a:lnTo>
                    <a:lnTo>
                      <a:pt x="282" y="36"/>
                    </a:lnTo>
                    <a:lnTo>
                      <a:pt x="280" y="38"/>
                    </a:lnTo>
                    <a:lnTo>
                      <a:pt x="276" y="40"/>
                    </a:lnTo>
                    <a:lnTo>
                      <a:pt x="276" y="40"/>
                    </a:lnTo>
                    <a:lnTo>
                      <a:pt x="272" y="40"/>
                    </a:lnTo>
                    <a:lnTo>
                      <a:pt x="272" y="36"/>
                    </a:lnTo>
                    <a:lnTo>
                      <a:pt x="272" y="32"/>
                    </a:lnTo>
                    <a:lnTo>
                      <a:pt x="272" y="30"/>
                    </a:lnTo>
                    <a:lnTo>
                      <a:pt x="268" y="26"/>
                    </a:lnTo>
                    <a:lnTo>
                      <a:pt x="268" y="26"/>
                    </a:lnTo>
                    <a:lnTo>
                      <a:pt x="266" y="26"/>
                    </a:lnTo>
                    <a:lnTo>
                      <a:pt x="260" y="26"/>
                    </a:lnTo>
                    <a:lnTo>
                      <a:pt x="250" y="24"/>
                    </a:lnTo>
                    <a:lnTo>
                      <a:pt x="234" y="22"/>
                    </a:lnTo>
                    <a:lnTo>
                      <a:pt x="234" y="22"/>
                    </a:lnTo>
                    <a:lnTo>
                      <a:pt x="218" y="16"/>
                    </a:lnTo>
                    <a:lnTo>
                      <a:pt x="208" y="12"/>
                    </a:lnTo>
                    <a:lnTo>
                      <a:pt x="192" y="2"/>
                    </a:lnTo>
                    <a:lnTo>
                      <a:pt x="186" y="0"/>
                    </a:lnTo>
                    <a:lnTo>
                      <a:pt x="178" y="0"/>
                    </a:lnTo>
                    <a:lnTo>
                      <a:pt x="168" y="0"/>
                    </a:lnTo>
                    <a:lnTo>
                      <a:pt x="154" y="2"/>
                    </a:lnTo>
                    <a:lnTo>
                      <a:pt x="154" y="2"/>
                    </a:lnTo>
                    <a:lnTo>
                      <a:pt x="138" y="6"/>
                    </a:lnTo>
                    <a:lnTo>
                      <a:pt x="120" y="8"/>
                    </a:lnTo>
                    <a:lnTo>
                      <a:pt x="82" y="12"/>
                    </a:lnTo>
                    <a:lnTo>
                      <a:pt x="54" y="16"/>
                    </a:lnTo>
                    <a:lnTo>
                      <a:pt x="48" y="18"/>
                    </a:lnTo>
                    <a:lnTo>
                      <a:pt x="48" y="18"/>
                    </a:lnTo>
                    <a:lnTo>
                      <a:pt x="50" y="20"/>
                    </a:lnTo>
                    <a:lnTo>
                      <a:pt x="50" y="20"/>
                    </a:lnTo>
                    <a:lnTo>
                      <a:pt x="54" y="24"/>
                    </a:lnTo>
                    <a:lnTo>
                      <a:pt x="56" y="28"/>
                    </a:lnTo>
                    <a:lnTo>
                      <a:pt x="58" y="36"/>
                    </a:lnTo>
                    <a:lnTo>
                      <a:pt x="60" y="42"/>
                    </a:lnTo>
                    <a:lnTo>
                      <a:pt x="64" y="46"/>
                    </a:lnTo>
                    <a:lnTo>
                      <a:pt x="68" y="48"/>
                    </a:lnTo>
                    <a:lnTo>
                      <a:pt x="76" y="52"/>
                    </a:lnTo>
                    <a:lnTo>
                      <a:pt x="76" y="52"/>
                    </a:lnTo>
                    <a:lnTo>
                      <a:pt x="84" y="56"/>
                    </a:lnTo>
                    <a:lnTo>
                      <a:pt x="86" y="58"/>
                    </a:lnTo>
                    <a:lnTo>
                      <a:pt x="86" y="60"/>
                    </a:lnTo>
                    <a:lnTo>
                      <a:pt x="84" y="64"/>
                    </a:lnTo>
                    <a:lnTo>
                      <a:pt x="76" y="68"/>
                    </a:lnTo>
                    <a:lnTo>
                      <a:pt x="74" y="72"/>
                    </a:lnTo>
                    <a:lnTo>
                      <a:pt x="72" y="76"/>
                    </a:lnTo>
                    <a:lnTo>
                      <a:pt x="72" y="76"/>
                    </a:lnTo>
                    <a:lnTo>
                      <a:pt x="72" y="80"/>
                    </a:lnTo>
                    <a:lnTo>
                      <a:pt x="70" y="82"/>
                    </a:lnTo>
                    <a:lnTo>
                      <a:pt x="64" y="82"/>
                    </a:lnTo>
                    <a:lnTo>
                      <a:pt x="58" y="84"/>
                    </a:lnTo>
                    <a:lnTo>
                      <a:pt x="56" y="86"/>
                    </a:lnTo>
                    <a:lnTo>
                      <a:pt x="56" y="90"/>
                    </a:lnTo>
                    <a:lnTo>
                      <a:pt x="56" y="90"/>
                    </a:lnTo>
                    <a:lnTo>
                      <a:pt x="56" y="94"/>
                    </a:lnTo>
                    <a:lnTo>
                      <a:pt x="54" y="98"/>
                    </a:lnTo>
                    <a:lnTo>
                      <a:pt x="48" y="106"/>
                    </a:lnTo>
                    <a:lnTo>
                      <a:pt x="44" y="110"/>
                    </a:lnTo>
                    <a:lnTo>
                      <a:pt x="44" y="112"/>
                    </a:lnTo>
                    <a:lnTo>
                      <a:pt x="46" y="114"/>
                    </a:lnTo>
                    <a:lnTo>
                      <a:pt x="46" y="114"/>
                    </a:lnTo>
                    <a:lnTo>
                      <a:pt x="54" y="118"/>
                    </a:lnTo>
                    <a:lnTo>
                      <a:pt x="56" y="122"/>
                    </a:lnTo>
                    <a:lnTo>
                      <a:pt x="56" y="124"/>
                    </a:lnTo>
                    <a:lnTo>
                      <a:pt x="54" y="124"/>
                    </a:lnTo>
                    <a:lnTo>
                      <a:pt x="44" y="126"/>
                    </a:lnTo>
                    <a:lnTo>
                      <a:pt x="44" y="126"/>
                    </a:lnTo>
                    <a:lnTo>
                      <a:pt x="34" y="128"/>
                    </a:lnTo>
                    <a:lnTo>
                      <a:pt x="30" y="130"/>
                    </a:lnTo>
                    <a:lnTo>
                      <a:pt x="30" y="134"/>
                    </a:lnTo>
                    <a:lnTo>
                      <a:pt x="34" y="140"/>
                    </a:lnTo>
                    <a:lnTo>
                      <a:pt x="34" y="140"/>
                    </a:lnTo>
                    <a:lnTo>
                      <a:pt x="34" y="144"/>
                    </a:lnTo>
                    <a:lnTo>
                      <a:pt x="32" y="150"/>
                    </a:lnTo>
                    <a:lnTo>
                      <a:pt x="22" y="160"/>
                    </a:lnTo>
                    <a:lnTo>
                      <a:pt x="10" y="172"/>
                    </a:lnTo>
                    <a:lnTo>
                      <a:pt x="6" y="178"/>
                    </a:lnTo>
                    <a:lnTo>
                      <a:pt x="4" y="182"/>
                    </a:lnTo>
                    <a:lnTo>
                      <a:pt x="4" y="182"/>
                    </a:lnTo>
                    <a:lnTo>
                      <a:pt x="2" y="188"/>
                    </a:lnTo>
                    <a:lnTo>
                      <a:pt x="0" y="192"/>
                    </a:lnTo>
                    <a:lnTo>
                      <a:pt x="0" y="194"/>
                    </a:lnTo>
                    <a:lnTo>
                      <a:pt x="2" y="196"/>
                    </a:lnTo>
                    <a:lnTo>
                      <a:pt x="2" y="196"/>
                    </a:lnTo>
                    <a:close/>
                  </a:path>
                </a:pathLst>
              </a:custGeom>
              <a:grpFill/>
              <a:ln w="6350">
                <a:noFill/>
                <a:round/>
                <a:headEnd/>
                <a:tailEnd/>
              </a:ln>
            </p:spPr>
            <p:txBody>
              <a:bodyPr/>
              <a:lstStyle/>
              <a:p>
                <a:endParaRPr lang="en-US" b="1" dirty="0"/>
              </a:p>
            </p:txBody>
          </p:sp>
          <p:sp>
            <p:nvSpPr>
              <p:cNvPr id="19" name="Freeform 6018">
                <a:extLst>
                  <a:ext uri="{FF2B5EF4-FFF2-40B4-BE49-F238E27FC236}">
                    <a16:creationId xmlns:a16="http://schemas.microsoft.com/office/drawing/2014/main" id="{DACBE376-93DF-421E-B3B0-BEB3645EBAB8}"/>
                  </a:ext>
                </a:extLst>
              </p:cNvPr>
              <p:cNvSpPr>
                <a:spLocks/>
              </p:cNvSpPr>
              <p:nvPr/>
            </p:nvSpPr>
            <p:spPr bwMode="auto">
              <a:xfrm>
                <a:off x="1258570" y="1024573"/>
                <a:ext cx="190500" cy="87630"/>
              </a:xfrm>
              <a:custGeom>
                <a:avLst/>
                <a:gdLst/>
                <a:ahLst/>
                <a:cxnLst>
                  <a:cxn ang="0">
                    <a:pos x="12" y="124"/>
                  </a:cxn>
                  <a:cxn ang="0">
                    <a:pos x="16" y="130"/>
                  </a:cxn>
                  <a:cxn ang="0">
                    <a:pos x="36" y="120"/>
                  </a:cxn>
                  <a:cxn ang="0">
                    <a:pos x="50" y="118"/>
                  </a:cxn>
                  <a:cxn ang="0">
                    <a:pos x="66" y="124"/>
                  </a:cxn>
                  <a:cxn ang="0">
                    <a:pos x="76" y="124"/>
                  </a:cxn>
                  <a:cxn ang="0">
                    <a:pos x="88" y="114"/>
                  </a:cxn>
                  <a:cxn ang="0">
                    <a:pos x="94" y="122"/>
                  </a:cxn>
                  <a:cxn ang="0">
                    <a:pos x="112" y="138"/>
                  </a:cxn>
                  <a:cxn ang="0">
                    <a:pos x="132" y="132"/>
                  </a:cxn>
                  <a:cxn ang="0">
                    <a:pos x="138" y="114"/>
                  </a:cxn>
                  <a:cxn ang="0">
                    <a:pos x="146" y="110"/>
                  </a:cxn>
                  <a:cxn ang="0">
                    <a:pos x="156" y="114"/>
                  </a:cxn>
                  <a:cxn ang="0">
                    <a:pos x="174" y="94"/>
                  </a:cxn>
                  <a:cxn ang="0">
                    <a:pos x="182" y="76"/>
                  </a:cxn>
                  <a:cxn ang="0">
                    <a:pos x="186" y="66"/>
                  </a:cxn>
                  <a:cxn ang="0">
                    <a:pos x="206" y="56"/>
                  </a:cxn>
                  <a:cxn ang="0">
                    <a:pos x="208" y="64"/>
                  </a:cxn>
                  <a:cxn ang="0">
                    <a:pos x="206" y="88"/>
                  </a:cxn>
                  <a:cxn ang="0">
                    <a:pos x="214" y="96"/>
                  </a:cxn>
                  <a:cxn ang="0">
                    <a:pos x="236" y="100"/>
                  </a:cxn>
                  <a:cxn ang="0">
                    <a:pos x="244" y="92"/>
                  </a:cxn>
                  <a:cxn ang="0">
                    <a:pos x="246" y="80"/>
                  </a:cxn>
                  <a:cxn ang="0">
                    <a:pos x="274" y="74"/>
                  </a:cxn>
                  <a:cxn ang="0">
                    <a:pos x="294" y="60"/>
                  </a:cxn>
                  <a:cxn ang="0">
                    <a:pos x="280" y="42"/>
                  </a:cxn>
                  <a:cxn ang="0">
                    <a:pos x="272" y="36"/>
                  </a:cxn>
                  <a:cxn ang="0">
                    <a:pos x="278" y="28"/>
                  </a:cxn>
                  <a:cxn ang="0">
                    <a:pos x="300" y="18"/>
                  </a:cxn>
                  <a:cxn ang="0">
                    <a:pos x="288" y="8"/>
                  </a:cxn>
                  <a:cxn ang="0">
                    <a:pos x="258" y="0"/>
                  </a:cxn>
                  <a:cxn ang="0">
                    <a:pos x="244" y="4"/>
                  </a:cxn>
                  <a:cxn ang="0">
                    <a:pos x="234" y="16"/>
                  </a:cxn>
                  <a:cxn ang="0">
                    <a:pos x="202" y="12"/>
                  </a:cxn>
                  <a:cxn ang="0">
                    <a:pos x="160" y="18"/>
                  </a:cxn>
                  <a:cxn ang="0">
                    <a:pos x="128" y="38"/>
                  </a:cxn>
                  <a:cxn ang="0">
                    <a:pos x="102" y="58"/>
                  </a:cxn>
                  <a:cxn ang="0">
                    <a:pos x="82" y="66"/>
                  </a:cxn>
                  <a:cxn ang="0">
                    <a:pos x="66" y="78"/>
                  </a:cxn>
                  <a:cxn ang="0">
                    <a:pos x="44" y="90"/>
                  </a:cxn>
                  <a:cxn ang="0">
                    <a:pos x="28" y="86"/>
                  </a:cxn>
                  <a:cxn ang="0">
                    <a:pos x="12" y="96"/>
                  </a:cxn>
                  <a:cxn ang="0">
                    <a:pos x="2" y="112"/>
                  </a:cxn>
                  <a:cxn ang="0">
                    <a:pos x="14" y="116"/>
                  </a:cxn>
                </a:cxnLst>
                <a:rect l="0" t="0" r="r" b="b"/>
                <a:pathLst>
                  <a:path w="300" h="138">
                    <a:moveTo>
                      <a:pt x="14" y="120"/>
                    </a:moveTo>
                    <a:lnTo>
                      <a:pt x="14" y="120"/>
                    </a:lnTo>
                    <a:lnTo>
                      <a:pt x="12" y="124"/>
                    </a:lnTo>
                    <a:lnTo>
                      <a:pt x="12" y="126"/>
                    </a:lnTo>
                    <a:lnTo>
                      <a:pt x="14" y="128"/>
                    </a:lnTo>
                    <a:lnTo>
                      <a:pt x="16" y="130"/>
                    </a:lnTo>
                    <a:lnTo>
                      <a:pt x="24" y="128"/>
                    </a:lnTo>
                    <a:lnTo>
                      <a:pt x="36" y="120"/>
                    </a:lnTo>
                    <a:lnTo>
                      <a:pt x="36" y="120"/>
                    </a:lnTo>
                    <a:lnTo>
                      <a:pt x="42" y="118"/>
                    </a:lnTo>
                    <a:lnTo>
                      <a:pt x="46" y="116"/>
                    </a:lnTo>
                    <a:lnTo>
                      <a:pt x="50" y="118"/>
                    </a:lnTo>
                    <a:lnTo>
                      <a:pt x="52" y="118"/>
                    </a:lnTo>
                    <a:lnTo>
                      <a:pt x="60" y="124"/>
                    </a:lnTo>
                    <a:lnTo>
                      <a:pt x="66" y="124"/>
                    </a:lnTo>
                    <a:lnTo>
                      <a:pt x="72" y="126"/>
                    </a:lnTo>
                    <a:lnTo>
                      <a:pt x="72" y="126"/>
                    </a:lnTo>
                    <a:lnTo>
                      <a:pt x="76" y="124"/>
                    </a:lnTo>
                    <a:lnTo>
                      <a:pt x="82" y="122"/>
                    </a:lnTo>
                    <a:lnTo>
                      <a:pt x="86" y="116"/>
                    </a:lnTo>
                    <a:lnTo>
                      <a:pt x="88" y="114"/>
                    </a:lnTo>
                    <a:lnTo>
                      <a:pt x="90" y="114"/>
                    </a:lnTo>
                    <a:lnTo>
                      <a:pt x="94" y="122"/>
                    </a:lnTo>
                    <a:lnTo>
                      <a:pt x="94" y="122"/>
                    </a:lnTo>
                    <a:lnTo>
                      <a:pt x="98" y="130"/>
                    </a:lnTo>
                    <a:lnTo>
                      <a:pt x="104" y="134"/>
                    </a:lnTo>
                    <a:lnTo>
                      <a:pt x="112" y="138"/>
                    </a:lnTo>
                    <a:lnTo>
                      <a:pt x="118" y="138"/>
                    </a:lnTo>
                    <a:lnTo>
                      <a:pt x="126" y="136"/>
                    </a:lnTo>
                    <a:lnTo>
                      <a:pt x="132" y="132"/>
                    </a:lnTo>
                    <a:lnTo>
                      <a:pt x="136" y="124"/>
                    </a:lnTo>
                    <a:lnTo>
                      <a:pt x="138" y="114"/>
                    </a:lnTo>
                    <a:lnTo>
                      <a:pt x="138" y="114"/>
                    </a:lnTo>
                    <a:lnTo>
                      <a:pt x="138" y="106"/>
                    </a:lnTo>
                    <a:lnTo>
                      <a:pt x="140" y="104"/>
                    </a:lnTo>
                    <a:lnTo>
                      <a:pt x="146" y="110"/>
                    </a:lnTo>
                    <a:lnTo>
                      <a:pt x="150" y="114"/>
                    </a:lnTo>
                    <a:lnTo>
                      <a:pt x="154" y="114"/>
                    </a:lnTo>
                    <a:lnTo>
                      <a:pt x="156" y="114"/>
                    </a:lnTo>
                    <a:lnTo>
                      <a:pt x="160" y="112"/>
                    </a:lnTo>
                    <a:lnTo>
                      <a:pt x="164" y="108"/>
                    </a:lnTo>
                    <a:lnTo>
                      <a:pt x="174" y="94"/>
                    </a:lnTo>
                    <a:lnTo>
                      <a:pt x="174" y="94"/>
                    </a:lnTo>
                    <a:lnTo>
                      <a:pt x="180" y="82"/>
                    </a:lnTo>
                    <a:lnTo>
                      <a:pt x="182" y="76"/>
                    </a:lnTo>
                    <a:lnTo>
                      <a:pt x="182" y="68"/>
                    </a:lnTo>
                    <a:lnTo>
                      <a:pt x="184" y="66"/>
                    </a:lnTo>
                    <a:lnTo>
                      <a:pt x="186" y="66"/>
                    </a:lnTo>
                    <a:lnTo>
                      <a:pt x="198" y="58"/>
                    </a:lnTo>
                    <a:lnTo>
                      <a:pt x="198" y="58"/>
                    </a:lnTo>
                    <a:lnTo>
                      <a:pt x="206" y="56"/>
                    </a:lnTo>
                    <a:lnTo>
                      <a:pt x="208" y="58"/>
                    </a:lnTo>
                    <a:lnTo>
                      <a:pt x="210" y="58"/>
                    </a:lnTo>
                    <a:lnTo>
                      <a:pt x="208" y="64"/>
                    </a:lnTo>
                    <a:lnTo>
                      <a:pt x="206" y="72"/>
                    </a:lnTo>
                    <a:lnTo>
                      <a:pt x="204" y="80"/>
                    </a:lnTo>
                    <a:lnTo>
                      <a:pt x="206" y="88"/>
                    </a:lnTo>
                    <a:lnTo>
                      <a:pt x="208" y="92"/>
                    </a:lnTo>
                    <a:lnTo>
                      <a:pt x="210" y="94"/>
                    </a:lnTo>
                    <a:lnTo>
                      <a:pt x="214" y="96"/>
                    </a:lnTo>
                    <a:lnTo>
                      <a:pt x="222" y="98"/>
                    </a:lnTo>
                    <a:lnTo>
                      <a:pt x="222" y="98"/>
                    </a:lnTo>
                    <a:lnTo>
                      <a:pt x="236" y="100"/>
                    </a:lnTo>
                    <a:lnTo>
                      <a:pt x="242" y="98"/>
                    </a:lnTo>
                    <a:lnTo>
                      <a:pt x="246" y="96"/>
                    </a:lnTo>
                    <a:lnTo>
                      <a:pt x="244" y="92"/>
                    </a:lnTo>
                    <a:lnTo>
                      <a:pt x="244" y="86"/>
                    </a:lnTo>
                    <a:lnTo>
                      <a:pt x="244" y="82"/>
                    </a:lnTo>
                    <a:lnTo>
                      <a:pt x="246" y="80"/>
                    </a:lnTo>
                    <a:lnTo>
                      <a:pt x="254" y="78"/>
                    </a:lnTo>
                    <a:lnTo>
                      <a:pt x="254" y="78"/>
                    </a:lnTo>
                    <a:lnTo>
                      <a:pt x="274" y="74"/>
                    </a:lnTo>
                    <a:lnTo>
                      <a:pt x="284" y="70"/>
                    </a:lnTo>
                    <a:lnTo>
                      <a:pt x="290" y="66"/>
                    </a:lnTo>
                    <a:lnTo>
                      <a:pt x="294" y="60"/>
                    </a:lnTo>
                    <a:lnTo>
                      <a:pt x="294" y="54"/>
                    </a:lnTo>
                    <a:lnTo>
                      <a:pt x="290" y="48"/>
                    </a:lnTo>
                    <a:lnTo>
                      <a:pt x="280" y="42"/>
                    </a:lnTo>
                    <a:lnTo>
                      <a:pt x="280" y="42"/>
                    </a:lnTo>
                    <a:lnTo>
                      <a:pt x="274" y="38"/>
                    </a:lnTo>
                    <a:lnTo>
                      <a:pt x="272" y="36"/>
                    </a:lnTo>
                    <a:lnTo>
                      <a:pt x="272" y="34"/>
                    </a:lnTo>
                    <a:lnTo>
                      <a:pt x="272" y="32"/>
                    </a:lnTo>
                    <a:lnTo>
                      <a:pt x="278" y="28"/>
                    </a:lnTo>
                    <a:lnTo>
                      <a:pt x="288" y="24"/>
                    </a:lnTo>
                    <a:lnTo>
                      <a:pt x="296" y="22"/>
                    </a:lnTo>
                    <a:lnTo>
                      <a:pt x="300" y="18"/>
                    </a:lnTo>
                    <a:lnTo>
                      <a:pt x="300" y="16"/>
                    </a:lnTo>
                    <a:lnTo>
                      <a:pt x="298" y="14"/>
                    </a:lnTo>
                    <a:lnTo>
                      <a:pt x="288" y="8"/>
                    </a:lnTo>
                    <a:lnTo>
                      <a:pt x="288" y="8"/>
                    </a:lnTo>
                    <a:lnTo>
                      <a:pt x="266" y="0"/>
                    </a:lnTo>
                    <a:lnTo>
                      <a:pt x="258" y="0"/>
                    </a:lnTo>
                    <a:lnTo>
                      <a:pt x="254" y="0"/>
                    </a:lnTo>
                    <a:lnTo>
                      <a:pt x="248" y="2"/>
                    </a:lnTo>
                    <a:lnTo>
                      <a:pt x="244" y="4"/>
                    </a:lnTo>
                    <a:lnTo>
                      <a:pt x="238" y="14"/>
                    </a:lnTo>
                    <a:lnTo>
                      <a:pt x="238" y="14"/>
                    </a:lnTo>
                    <a:lnTo>
                      <a:pt x="234" y="16"/>
                    </a:lnTo>
                    <a:lnTo>
                      <a:pt x="232" y="16"/>
                    </a:lnTo>
                    <a:lnTo>
                      <a:pt x="224" y="16"/>
                    </a:lnTo>
                    <a:lnTo>
                      <a:pt x="202" y="12"/>
                    </a:lnTo>
                    <a:lnTo>
                      <a:pt x="186" y="12"/>
                    </a:lnTo>
                    <a:lnTo>
                      <a:pt x="170" y="14"/>
                    </a:lnTo>
                    <a:lnTo>
                      <a:pt x="160" y="18"/>
                    </a:lnTo>
                    <a:lnTo>
                      <a:pt x="150" y="22"/>
                    </a:lnTo>
                    <a:lnTo>
                      <a:pt x="140" y="28"/>
                    </a:lnTo>
                    <a:lnTo>
                      <a:pt x="128" y="38"/>
                    </a:lnTo>
                    <a:lnTo>
                      <a:pt x="128" y="38"/>
                    </a:lnTo>
                    <a:lnTo>
                      <a:pt x="112" y="50"/>
                    </a:lnTo>
                    <a:lnTo>
                      <a:pt x="102" y="58"/>
                    </a:lnTo>
                    <a:lnTo>
                      <a:pt x="94" y="62"/>
                    </a:lnTo>
                    <a:lnTo>
                      <a:pt x="90" y="62"/>
                    </a:lnTo>
                    <a:lnTo>
                      <a:pt x="82" y="66"/>
                    </a:lnTo>
                    <a:lnTo>
                      <a:pt x="76" y="70"/>
                    </a:lnTo>
                    <a:lnTo>
                      <a:pt x="66" y="78"/>
                    </a:lnTo>
                    <a:lnTo>
                      <a:pt x="66" y="78"/>
                    </a:lnTo>
                    <a:lnTo>
                      <a:pt x="58" y="86"/>
                    </a:lnTo>
                    <a:lnTo>
                      <a:pt x="50" y="88"/>
                    </a:lnTo>
                    <a:lnTo>
                      <a:pt x="44" y="90"/>
                    </a:lnTo>
                    <a:lnTo>
                      <a:pt x="38" y="88"/>
                    </a:lnTo>
                    <a:lnTo>
                      <a:pt x="34" y="86"/>
                    </a:lnTo>
                    <a:lnTo>
                      <a:pt x="28" y="86"/>
                    </a:lnTo>
                    <a:lnTo>
                      <a:pt x="20" y="90"/>
                    </a:lnTo>
                    <a:lnTo>
                      <a:pt x="12" y="96"/>
                    </a:lnTo>
                    <a:lnTo>
                      <a:pt x="12" y="96"/>
                    </a:lnTo>
                    <a:lnTo>
                      <a:pt x="4" y="104"/>
                    </a:lnTo>
                    <a:lnTo>
                      <a:pt x="0" y="108"/>
                    </a:lnTo>
                    <a:lnTo>
                      <a:pt x="2" y="112"/>
                    </a:lnTo>
                    <a:lnTo>
                      <a:pt x="4" y="112"/>
                    </a:lnTo>
                    <a:lnTo>
                      <a:pt x="12" y="114"/>
                    </a:lnTo>
                    <a:lnTo>
                      <a:pt x="14" y="116"/>
                    </a:lnTo>
                    <a:lnTo>
                      <a:pt x="14" y="120"/>
                    </a:lnTo>
                    <a:lnTo>
                      <a:pt x="14" y="120"/>
                    </a:lnTo>
                    <a:close/>
                  </a:path>
                </a:pathLst>
              </a:custGeom>
              <a:grpFill/>
              <a:ln w="6350">
                <a:noFill/>
                <a:round/>
                <a:headEnd/>
                <a:tailEnd/>
              </a:ln>
            </p:spPr>
            <p:txBody>
              <a:bodyPr/>
              <a:lstStyle/>
              <a:p>
                <a:endParaRPr lang="en-US" b="1" dirty="0"/>
              </a:p>
            </p:txBody>
          </p:sp>
          <p:sp>
            <p:nvSpPr>
              <p:cNvPr id="20" name="Freeform 6019">
                <a:extLst>
                  <a:ext uri="{FF2B5EF4-FFF2-40B4-BE49-F238E27FC236}">
                    <a16:creationId xmlns:a16="http://schemas.microsoft.com/office/drawing/2014/main" id="{F8CDB52E-16E7-4817-AF41-FD383F8F950E}"/>
                  </a:ext>
                </a:extLst>
              </p:cNvPr>
              <p:cNvSpPr>
                <a:spLocks/>
              </p:cNvSpPr>
              <p:nvPr/>
            </p:nvSpPr>
            <p:spPr bwMode="auto">
              <a:xfrm>
                <a:off x="1468120" y="1056323"/>
                <a:ext cx="35560" cy="10160"/>
              </a:xfrm>
              <a:custGeom>
                <a:avLst/>
                <a:gdLst/>
                <a:ahLst/>
                <a:cxnLst>
                  <a:cxn ang="0">
                    <a:pos x="0" y="8"/>
                  </a:cxn>
                  <a:cxn ang="0">
                    <a:pos x="0" y="8"/>
                  </a:cxn>
                  <a:cxn ang="0">
                    <a:pos x="0" y="12"/>
                  </a:cxn>
                  <a:cxn ang="0">
                    <a:pos x="4" y="14"/>
                  </a:cxn>
                  <a:cxn ang="0">
                    <a:pos x="18" y="16"/>
                  </a:cxn>
                  <a:cxn ang="0">
                    <a:pos x="38" y="16"/>
                  </a:cxn>
                  <a:cxn ang="0">
                    <a:pos x="46" y="14"/>
                  </a:cxn>
                  <a:cxn ang="0">
                    <a:pos x="54" y="12"/>
                  </a:cxn>
                  <a:cxn ang="0">
                    <a:pos x="54" y="12"/>
                  </a:cxn>
                  <a:cxn ang="0">
                    <a:pos x="56" y="10"/>
                  </a:cxn>
                  <a:cxn ang="0">
                    <a:pos x="56" y="8"/>
                  </a:cxn>
                  <a:cxn ang="0">
                    <a:pos x="54" y="6"/>
                  </a:cxn>
                  <a:cxn ang="0">
                    <a:pos x="46" y="2"/>
                  </a:cxn>
                  <a:cxn ang="0">
                    <a:pos x="36" y="2"/>
                  </a:cxn>
                  <a:cxn ang="0">
                    <a:pos x="26" y="0"/>
                  </a:cxn>
                  <a:cxn ang="0">
                    <a:pos x="16" y="2"/>
                  </a:cxn>
                  <a:cxn ang="0">
                    <a:pos x="6" y="4"/>
                  </a:cxn>
                  <a:cxn ang="0">
                    <a:pos x="0" y="8"/>
                  </a:cxn>
                  <a:cxn ang="0">
                    <a:pos x="0" y="8"/>
                  </a:cxn>
                </a:cxnLst>
                <a:rect l="0" t="0" r="r" b="b"/>
                <a:pathLst>
                  <a:path w="56" h="16">
                    <a:moveTo>
                      <a:pt x="0" y="8"/>
                    </a:moveTo>
                    <a:lnTo>
                      <a:pt x="0" y="8"/>
                    </a:lnTo>
                    <a:lnTo>
                      <a:pt x="0" y="12"/>
                    </a:lnTo>
                    <a:lnTo>
                      <a:pt x="4" y="14"/>
                    </a:lnTo>
                    <a:lnTo>
                      <a:pt x="18" y="16"/>
                    </a:lnTo>
                    <a:lnTo>
                      <a:pt x="38" y="16"/>
                    </a:lnTo>
                    <a:lnTo>
                      <a:pt x="46" y="14"/>
                    </a:lnTo>
                    <a:lnTo>
                      <a:pt x="54" y="12"/>
                    </a:lnTo>
                    <a:lnTo>
                      <a:pt x="54" y="12"/>
                    </a:lnTo>
                    <a:lnTo>
                      <a:pt x="56" y="10"/>
                    </a:lnTo>
                    <a:lnTo>
                      <a:pt x="56" y="8"/>
                    </a:lnTo>
                    <a:lnTo>
                      <a:pt x="54" y="6"/>
                    </a:lnTo>
                    <a:lnTo>
                      <a:pt x="46" y="2"/>
                    </a:lnTo>
                    <a:lnTo>
                      <a:pt x="36" y="2"/>
                    </a:lnTo>
                    <a:lnTo>
                      <a:pt x="26" y="0"/>
                    </a:lnTo>
                    <a:lnTo>
                      <a:pt x="16" y="2"/>
                    </a:lnTo>
                    <a:lnTo>
                      <a:pt x="6" y="4"/>
                    </a:lnTo>
                    <a:lnTo>
                      <a:pt x="0" y="8"/>
                    </a:lnTo>
                    <a:lnTo>
                      <a:pt x="0" y="8"/>
                    </a:lnTo>
                    <a:close/>
                  </a:path>
                </a:pathLst>
              </a:custGeom>
              <a:grpFill/>
              <a:ln w="6350">
                <a:noFill/>
                <a:round/>
                <a:headEnd/>
                <a:tailEnd/>
              </a:ln>
            </p:spPr>
            <p:txBody>
              <a:bodyPr/>
              <a:lstStyle/>
              <a:p>
                <a:endParaRPr lang="en-US" b="1" dirty="0"/>
              </a:p>
            </p:txBody>
          </p:sp>
          <p:sp>
            <p:nvSpPr>
              <p:cNvPr id="21" name="Freeform 6020">
                <a:extLst>
                  <a:ext uri="{FF2B5EF4-FFF2-40B4-BE49-F238E27FC236}">
                    <a16:creationId xmlns:a16="http://schemas.microsoft.com/office/drawing/2014/main" id="{838F801A-39F6-4F33-8A7D-F16F03335FAF}"/>
                  </a:ext>
                </a:extLst>
              </p:cNvPr>
              <p:cNvSpPr>
                <a:spLocks/>
              </p:cNvSpPr>
              <p:nvPr/>
            </p:nvSpPr>
            <p:spPr bwMode="auto">
              <a:xfrm>
                <a:off x="1464310" y="996633"/>
                <a:ext cx="34290" cy="19050"/>
              </a:xfrm>
              <a:custGeom>
                <a:avLst/>
                <a:gdLst/>
                <a:ahLst/>
                <a:cxnLst>
                  <a:cxn ang="0">
                    <a:pos x="42" y="30"/>
                  </a:cxn>
                  <a:cxn ang="0">
                    <a:pos x="42" y="30"/>
                  </a:cxn>
                  <a:cxn ang="0">
                    <a:pos x="52" y="28"/>
                  </a:cxn>
                  <a:cxn ang="0">
                    <a:pos x="54" y="26"/>
                  </a:cxn>
                  <a:cxn ang="0">
                    <a:pos x="54" y="24"/>
                  </a:cxn>
                  <a:cxn ang="0">
                    <a:pos x="50" y="18"/>
                  </a:cxn>
                  <a:cxn ang="0">
                    <a:pos x="40" y="8"/>
                  </a:cxn>
                  <a:cxn ang="0">
                    <a:pos x="40" y="8"/>
                  </a:cxn>
                  <a:cxn ang="0">
                    <a:pos x="34" y="4"/>
                  </a:cxn>
                  <a:cxn ang="0">
                    <a:pos x="26" y="0"/>
                  </a:cxn>
                  <a:cxn ang="0">
                    <a:pos x="22" y="0"/>
                  </a:cxn>
                  <a:cxn ang="0">
                    <a:pos x="16" y="0"/>
                  </a:cxn>
                  <a:cxn ang="0">
                    <a:pos x="6" y="4"/>
                  </a:cxn>
                  <a:cxn ang="0">
                    <a:pos x="0" y="8"/>
                  </a:cxn>
                  <a:cxn ang="0">
                    <a:pos x="0" y="8"/>
                  </a:cxn>
                  <a:cxn ang="0">
                    <a:pos x="0" y="12"/>
                  </a:cxn>
                  <a:cxn ang="0">
                    <a:pos x="0" y="14"/>
                  </a:cxn>
                  <a:cxn ang="0">
                    <a:pos x="8" y="22"/>
                  </a:cxn>
                  <a:cxn ang="0">
                    <a:pos x="24" y="28"/>
                  </a:cxn>
                  <a:cxn ang="0">
                    <a:pos x="32" y="28"/>
                  </a:cxn>
                  <a:cxn ang="0">
                    <a:pos x="42" y="30"/>
                  </a:cxn>
                  <a:cxn ang="0">
                    <a:pos x="42" y="30"/>
                  </a:cxn>
                </a:cxnLst>
                <a:rect l="0" t="0" r="r" b="b"/>
                <a:pathLst>
                  <a:path w="54" h="30">
                    <a:moveTo>
                      <a:pt x="42" y="30"/>
                    </a:moveTo>
                    <a:lnTo>
                      <a:pt x="42" y="30"/>
                    </a:lnTo>
                    <a:lnTo>
                      <a:pt x="52" y="28"/>
                    </a:lnTo>
                    <a:lnTo>
                      <a:pt x="54" y="26"/>
                    </a:lnTo>
                    <a:lnTo>
                      <a:pt x="54" y="24"/>
                    </a:lnTo>
                    <a:lnTo>
                      <a:pt x="50" y="18"/>
                    </a:lnTo>
                    <a:lnTo>
                      <a:pt x="40" y="8"/>
                    </a:lnTo>
                    <a:lnTo>
                      <a:pt x="40" y="8"/>
                    </a:lnTo>
                    <a:lnTo>
                      <a:pt x="34" y="4"/>
                    </a:lnTo>
                    <a:lnTo>
                      <a:pt x="26" y="0"/>
                    </a:lnTo>
                    <a:lnTo>
                      <a:pt x="22" y="0"/>
                    </a:lnTo>
                    <a:lnTo>
                      <a:pt x="16" y="0"/>
                    </a:lnTo>
                    <a:lnTo>
                      <a:pt x="6" y="4"/>
                    </a:lnTo>
                    <a:lnTo>
                      <a:pt x="0" y="8"/>
                    </a:lnTo>
                    <a:lnTo>
                      <a:pt x="0" y="8"/>
                    </a:lnTo>
                    <a:lnTo>
                      <a:pt x="0" y="12"/>
                    </a:lnTo>
                    <a:lnTo>
                      <a:pt x="0" y="14"/>
                    </a:lnTo>
                    <a:lnTo>
                      <a:pt x="8" y="22"/>
                    </a:lnTo>
                    <a:lnTo>
                      <a:pt x="24" y="28"/>
                    </a:lnTo>
                    <a:lnTo>
                      <a:pt x="32" y="28"/>
                    </a:lnTo>
                    <a:lnTo>
                      <a:pt x="42" y="30"/>
                    </a:lnTo>
                    <a:lnTo>
                      <a:pt x="42" y="30"/>
                    </a:lnTo>
                    <a:close/>
                  </a:path>
                </a:pathLst>
              </a:custGeom>
              <a:grpFill/>
              <a:ln w="6350">
                <a:noFill/>
                <a:round/>
                <a:headEnd/>
                <a:tailEnd/>
              </a:ln>
            </p:spPr>
            <p:txBody>
              <a:bodyPr/>
              <a:lstStyle/>
              <a:p>
                <a:endParaRPr lang="en-US" b="1" dirty="0"/>
              </a:p>
            </p:txBody>
          </p:sp>
          <p:sp>
            <p:nvSpPr>
              <p:cNvPr id="22" name="Freeform 6021">
                <a:extLst>
                  <a:ext uri="{FF2B5EF4-FFF2-40B4-BE49-F238E27FC236}">
                    <a16:creationId xmlns:a16="http://schemas.microsoft.com/office/drawing/2014/main" id="{BD3FD3F4-0FA5-4009-9D8E-C1321DFFACC5}"/>
                  </a:ext>
                </a:extLst>
              </p:cNvPr>
              <p:cNvSpPr>
                <a:spLocks/>
              </p:cNvSpPr>
              <p:nvPr/>
            </p:nvSpPr>
            <p:spPr bwMode="auto">
              <a:xfrm>
                <a:off x="1504950" y="994093"/>
                <a:ext cx="97790" cy="39370"/>
              </a:xfrm>
              <a:custGeom>
                <a:avLst/>
                <a:gdLst/>
                <a:ahLst/>
                <a:cxnLst>
                  <a:cxn ang="0">
                    <a:pos x="106" y="56"/>
                  </a:cxn>
                  <a:cxn ang="0">
                    <a:pos x="106" y="56"/>
                  </a:cxn>
                  <a:cxn ang="0">
                    <a:pos x="120" y="52"/>
                  </a:cxn>
                  <a:cxn ang="0">
                    <a:pos x="130" y="48"/>
                  </a:cxn>
                  <a:cxn ang="0">
                    <a:pos x="136" y="44"/>
                  </a:cxn>
                  <a:cxn ang="0">
                    <a:pos x="138" y="40"/>
                  </a:cxn>
                  <a:cxn ang="0">
                    <a:pos x="138" y="34"/>
                  </a:cxn>
                  <a:cxn ang="0">
                    <a:pos x="132" y="30"/>
                  </a:cxn>
                  <a:cxn ang="0">
                    <a:pos x="124" y="28"/>
                  </a:cxn>
                  <a:cxn ang="0">
                    <a:pos x="114" y="26"/>
                  </a:cxn>
                  <a:cxn ang="0">
                    <a:pos x="114" y="26"/>
                  </a:cxn>
                  <a:cxn ang="0">
                    <a:pos x="104" y="24"/>
                  </a:cxn>
                  <a:cxn ang="0">
                    <a:pos x="104" y="24"/>
                  </a:cxn>
                  <a:cxn ang="0">
                    <a:pos x="118" y="22"/>
                  </a:cxn>
                  <a:cxn ang="0">
                    <a:pos x="138" y="16"/>
                  </a:cxn>
                  <a:cxn ang="0">
                    <a:pos x="148" y="12"/>
                  </a:cxn>
                  <a:cxn ang="0">
                    <a:pos x="152" y="8"/>
                  </a:cxn>
                  <a:cxn ang="0">
                    <a:pos x="152" y="8"/>
                  </a:cxn>
                  <a:cxn ang="0">
                    <a:pos x="154" y="4"/>
                  </a:cxn>
                  <a:cxn ang="0">
                    <a:pos x="152" y="2"/>
                  </a:cxn>
                  <a:cxn ang="0">
                    <a:pos x="148" y="0"/>
                  </a:cxn>
                  <a:cxn ang="0">
                    <a:pos x="138" y="0"/>
                  </a:cxn>
                  <a:cxn ang="0">
                    <a:pos x="124" y="0"/>
                  </a:cxn>
                  <a:cxn ang="0">
                    <a:pos x="90" y="4"/>
                  </a:cxn>
                  <a:cxn ang="0">
                    <a:pos x="50" y="8"/>
                  </a:cxn>
                  <a:cxn ang="0">
                    <a:pos x="50" y="8"/>
                  </a:cxn>
                  <a:cxn ang="0">
                    <a:pos x="18" y="14"/>
                  </a:cxn>
                  <a:cxn ang="0">
                    <a:pos x="8" y="18"/>
                  </a:cxn>
                  <a:cxn ang="0">
                    <a:pos x="4" y="22"/>
                  </a:cxn>
                  <a:cxn ang="0">
                    <a:pos x="0" y="26"/>
                  </a:cxn>
                  <a:cxn ang="0">
                    <a:pos x="0" y="30"/>
                  </a:cxn>
                  <a:cxn ang="0">
                    <a:pos x="8" y="46"/>
                  </a:cxn>
                  <a:cxn ang="0">
                    <a:pos x="8" y="46"/>
                  </a:cxn>
                  <a:cxn ang="0">
                    <a:pos x="14" y="52"/>
                  </a:cxn>
                  <a:cxn ang="0">
                    <a:pos x="22" y="58"/>
                  </a:cxn>
                  <a:cxn ang="0">
                    <a:pos x="32" y="60"/>
                  </a:cxn>
                  <a:cxn ang="0">
                    <a:pos x="46" y="62"/>
                  </a:cxn>
                  <a:cxn ang="0">
                    <a:pos x="74" y="60"/>
                  </a:cxn>
                  <a:cxn ang="0">
                    <a:pos x="106" y="56"/>
                  </a:cxn>
                  <a:cxn ang="0">
                    <a:pos x="106" y="56"/>
                  </a:cxn>
                </a:cxnLst>
                <a:rect l="0" t="0" r="r" b="b"/>
                <a:pathLst>
                  <a:path w="154" h="62">
                    <a:moveTo>
                      <a:pt x="106" y="56"/>
                    </a:moveTo>
                    <a:lnTo>
                      <a:pt x="106" y="56"/>
                    </a:lnTo>
                    <a:lnTo>
                      <a:pt x="120" y="52"/>
                    </a:lnTo>
                    <a:lnTo>
                      <a:pt x="130" y="48"/>
                    </a:lnTo>
                    <a:lnTo>
                      <a:pt x="136" y="44"/>
                    </a:lnTo>
                    <a:lnTo>
                      <a:pt x="138" y="40"/>
                    </a:lnTo>
                    <a:lnTo>
                      <a:pt x="138" y="34"/>
                    </a:lnTo>
                    <a:lnTo>
                      <a:pt x="132" y="30"/>
                    </a:lnTo>
                    <a:lnTo>
                      <a:pt x="124" y="28"/>
                    </a:lnTo>
                    <a:lnTo>
                      <a:pt x="114" y="26"/>
                    </a:lnTo>
                    <a:lnTo>
                      <a:pt x="114" y="26"/>
                    </a:lnTo>
                    <a:lnTo>
                      <a:pt x="104" y="24"/>
                    </a:lnTo>
                    <a:lnTo>
                      <a:pt x="104" y="24"/>
                    </a:lnTo>
                    <a:lnTo>
                      <a:pt x="118" y="22"/>
                    </a:lnTo>
                    <a:lnTo>
                      <a:pt x="138" y="16"/>
                    </a:lnTo>
                    <a:lnTo>
                      <a:pt x="148" y="12"/>
                    </a:lnTo>
                    <a:lnTo>
                      <a:pt x="152" y="8"/>
                    </a:lnTo>
                    <a:lnTo>
                      <a:pt x="152" y="8"/>
                    </a:lnTo>
                    <a:lnTo>
                      <a:pt x="154" y="4"/>
                    </a:lnTo>
                    <a:lnTo>
                      <a:pt x="152" y="2"/>
                    </a:lnTo>
                    <a:lnTo>
                      <a:pt x="148" y="0"/>
                    </a:lnTo>
                    <a:lnTo>
                      <a:pt x="138" y="0"/>
                    </a:lnTo>
                    <a:lnTo>
                      <a:pt x="124" y="0"/>
                    </a:lnTo>
                    <a:lnTo>
                      <a:pt x="90" y="4"/>
                    </a:lnTo>
                    <a:lnTo>
                      <a:pt x="50" y="8"/>
                    </a:lnTo>
                    <a:lnTo>
                      <a:pt x="50" y="8"/>
                    </a:lnTo>
                    <a:lnTo>
                      <a:pt x="18" y="14"/>
                    </a:lnTo>
                    <a:lnTo>
                      <a:pt x="8" y="18"/>
                    </a:lnTo>
                    <a:lnTo>
                      <a:pt x="4" y="22"/>
                    </a:lnTo>
                    <a:lnTo>
                      <a:pt x="0" y="26"/>
                    </a:lnTo>
                    <a:lnTo>
                      <a:pt x="0" y="30"/>
                    </a:lnTo>
                    <a:lnTo>
                      <a:pt x="8" y="46"/>
                    </a:lnTo>
                    <a:lnTo>
                      <a:pt x="8" y="46"/>
                    </a:lnTo>
                    <a:lnTo>
                      <a:pt x="14" y="52"/>
                    </a:lnTo>
                    <a:lnTo>
                      <a:pt x="22" y="58"/>
                    </a:lnTo>
                    <a:lnTo>
                      <a:pt x="32" y="60"/>
                    </a:lnTo>
                    <a:lnTo>
                      <a:pt x="46" y="62"/>
                    </a:lnTo>
                    <a:lnTo>
                      <a:pt x="74" y="60"/>
                    </a:lnTo>
                    <a:lnTo>
                      <a:pt x="106" y="56"/>
                    </a:lnTo>
                    <a:lnTo>
                      <a:pt x="106" y="56"/>
                    </a:lnTo>
                    <a:close/>
                  </a:path>
                </a:pathLst>
              </a:custGeom>
              <a:grpFill/>
              <a:ln w="6350">
                <a:noFill/>
                <a:round/>
                <a:headEnd/>
                <a:tailEnd/>
              </a:ln>
            </p:spPr>
            <p:txBody>
              <a:bodyPr/>
              <a:lstStyle/>
              <a:p>
                <a:endParaRPr lang="en-US" b="1" dirty="0"/>
              </a:p>
            </p:txBody>
          </p:sp>
          <p:sp>
            <p:nvSpPr>
              <p:cNvPr id="23" name="Freeform 6022">
                <a:extLst>
                  <a:ext uri="{FF2B5EF4-FFF2-40B4-BE49-F238E27FC236}">
                    <a16:creationId xmlns:a16="http://schemas.microsoft.com/office/drawing/2014/main" id="{0B631CFF-3642-465F-B907-21144EE1A06F}"/>
                  </a:ext>
                </a:extLst>
              </p:cNvPr>
              <p:cNvSpPr>
                <a:spLocks/>
              </p:cNvSpPr>
              <p:nvPr/>
            </p:nvSpPr>
            <p:spPr bwMode="auto">
              <a:xfrm>
                <a:off x="1772920" y="1067753"/>
                <a:ext cx="143510" cy="87630"/>
              </a:xfrm>
              <a:custGeom>
                <a:avLst/>
                <a:gdLst/>
                <a:ahLst/>
                <a:cxnLst>
                  <a:cxn ang="0">
                    <a:pos x="144" y="12"/>
                  </a:cxn>
                  <a:cxn ang="0">
                    <a:pos x="130" y="4"/>
                  </a:cxn>
                  <a:cxn ang="0">
                    <a:pos x="104" y="4"/>
                  </a:cxn>
                  <a:cxn ang="0">
                    <a:pos x="88" y="8"/>
                  </a:cxn>
                  <a:cxn ang="0">
                    <a:pos x="78" y="14"/>
                  </a:cxn>
                  <a:cxn ang="0">
                    <a:pos x="84" y="22"/>
                  </a:cxn>
                  <a:cxn ang="0">
                    <a:pos x="124" y="62"/>
                  </a:cxn>
                  <a:cxn ang="0">
                    <a:pos x="102" y="50"/>
                  </a:cxn>
                  <a:cxn ang="0">
                    <a:pos x="82" y="34"/>
                  </a:cxn>
                  <a:cxn ang="0">
                    <a:pos x="74" y="24"/>
                  </a:cxn>
                  <a:cxn ang="0">
                    <a:pos x="64" y="20"/>
                  </a:cxn>
                  <a:cxn ang="0">
                    <a:pos x="54" y="18"/>
                  </a:cxn>
                  <a:cxn ang="0">
                    <a:pos x="32" y="20"/>
                  </a:cxn>
                  <a:cxn ang="0">
                    <a:pos x="26" y="26"/>
                  </a:cxn>
                  <a:cxn ang="0">
                    <a:pos x="32" y="36"/>
                  </a:cxn>
                  <a:cxn ang="0">
                    <a:pos x="46" y="52"/>
                  </a:cxn>
                  <a:cxn ang="0">
                    <a:pos x="56" y="64"/>
                  </a:cxn>
                  <a:cxn ang="0">
                    <a:pos x="42" y="60"/>
                  </a:cxn>
                  <a:cxn ang="0">
                    <a:pos x="32" y="62"/>
                  </a:cxn>
                  <a:cxn ang="0">
                    <a:pos x="26" y="66"/>
                  </a:cxn>
                  <a:cxn ang="0">
                    <a:pos x="8" y="74"/>
                  </a:cxn>
                  <a:cxn ang="0">
                    <a:pos x="0" y="78"/>
                  </a:cxn>
                  <a:cxn ang="0">
                    <a:pos x="4" y="86"/>
                  </a:cxn>
                  <a:cxn ang="0">
                    <a:pos x="8" y="88"/>
                  </a:cxn>
                  <a:cxn ang="0">
                    <a:pos x="26" y="90"/>
                  </a:cxn>
                  <a:cxn ang="0">
                    <a:pos x="66" y="86"/>
                  </a:cxn>
                  <a:cxn ang="0">
                    <a:pos x="122" y="76"/>
                  </a:cxn>
                  <a:cxn ang="0">
                    <a:pos x="136" y="76"/>
                  </a:cxn>
                  <a:cxn ang="0">
                    <a:pos x="138" y="80"/>
                  </a:cxn>
                  <a:cxn ang="0">
                    <a:pos x="106" y="90"/>
                  </a:cxn>
                  <a:cxn ang="0">
                    <a:pos x="92" y="98"/>
                  </a:cxn>
                  <a:cxn ang="0">
                    <a:pos x="90" y="104"/>
                  </a:cxn>
                  <a:cxn ang="0">
                    <a:pos x="92" y="106"/>
                  </a:cxn>
                  <a:cxn ang="0">
                    <a:pos x="100" y="120"/>
                  </a:cxn>
                  <a:cxn ang="0">
                    <a:pos x="104" y="136"/>
                  </a:cxn>
                  <a:cxn ang="0">
                    <a:pos x="116" y="136"/>
                  </a:cxn>
                  <a:cxn ang="0">
                    <a:pos x="126" y="134"/>
                  </a:cxn>
                  <a:cxn ang="0">
                    <a:pos x="142" y="128"/>
                  </a:cxn>
                  <a:cxn ang="0">
                    <a:pos x="166" y="132"/>
                  </a:cxn>
                  <a:cxn ang="0">
                    <a:pos x="200" y="128"/>
                  </a:cxn>
                  <a:cxn ang="0">
                    <a:pos x="208" y="122"/>
                  </a:cxn>
                  <a:cxn ang="0">
                    <a:pos x="208" y="112"/>
                  </a:cxn>
                  <a:cxn ang="0">
                    <a:pos x="202" y="100"/>
                  </a:cxn>
                  <a:cxn ang="0">
                    <a:pos x="202" y="88"/>
                  </a:cxn>
                  <a:cxn ang="0">
                    <a:pos x="210" y="88"/>
                  </a:cxn>
                  <a:cxn ang="0">
                    <a:pos x="214" y="92"/>
                  </a:cxn>
                  <a:cxn ang="0">
                    <a:pos x="226" y="98"/>
                  </a:cxn>
                  <a:cxn ang="0">
                    <a:pos x="224" y="90"/>
                  </a:cxn>
                  <a:cxn ang="0">
                    <a:pos x="216" y="76"/>
                  </a:cxn>
                  <a:cxn ang="0">
                    <a:pos x="212" y="60"/>
                  </a:cxn>
                  <a:cxn ang="0">
                    <a:pos x="208" y="30"/>
                  </a:cxn>
                  <a:cxn ang="0">
                    <a:pos x="196" y="10"/>
                  </a:cxn>
                  <a:cxn ang="0">
                    <a:pos x="184" y="4"/>
                  </a:cxn>
                  <a:cxn ang="0">
                    <a:pos x="164" y="0"/>
                  </a:cxn>
                  <a:cxn ang="0">
                    <a:pos x="156" y="6"/>
                  </a:cxn>
                  <a:cxn ang="0">
                    <a:pos x="148" y="14"/>
                  </a:cxn>
                  <a:cxn ang="0">
                    <a:pos x="144" y="12"/>
                  </a:cxn>
                </a:cxnLst>
                <a:rect l="0" t="0" r="r" b="b"/>
                <a:pathLst>
                  <a:path w="226" h="138">
                    <a:moveTo>
                      <a:pt x="144" y="12"/>
                    </a:moveTo>
                    <a:lnTo>
                      <a:pt x="144" y="12"/>
                    </a:lnTo>
                    <a:lnTo>
                      <a:pt x="138" y="6"/>
                    </a:lnTo>
                    <a:lnTo>
                      <a:pt x="130" y="4"/>
                    </a:lnTo>
                    <a:lnTo>
                      <a:pt x="118" y="2"/>
                    </a:lnTo>
                    <a:lnTo>
                      <a:pt x="104" y="4"/>
                    </a:lnTo>
                    <a:lnTo>
                      <a:pt x="88" y="8"/>
                    </a:lnTo>
                    <a:lnTo>
                      <a:pt x="88" y="8"/>
                    </a:lnTo>
                    <a:lnTo>
                      <a:pt x="80" y="10"/>
                    </a:lnTo>
                    <a:lnTo>
                      <a:pt x="78" y="14"/>
                    </a:lnTo>
                    <a:lnTo>
                      <a:pt x="80" y="18"/>
                    </a:lnTo>
                    <a:lnTo>
                      <a:pt x="84" y="22"/>
                    </a:lnTo>
                    <a:lnTo>
                      <a:pt x="102" y="38"/>
                    </a:lnTo>
                    <a:lnTo>
                      <a:pt x="124" y="62"/>
                    </a:lnTo>
                    <a:lnTo>
                      <a:pt x="124" y="62"/>
                    </a:lnTo>
                    <a:lnTo>
                      <a:pt x="102" y="50"/>
                    </a:lnTo>
                    <a:lnTo>
                      <a:pt x="90" y="42"/>
                    </a:lnTo>
                    <a:lnTo>
                      <a:pt x="82" y="34"/>
                    </a:lnTo>
                    <a:lnTo>
                      <a:pt x="78" y="28"/>
                    </a:lnTo>
                    <a:lnTo>
                      <a:pt x="74" y="24"/>
                    </a:lnTo>
                    <a:lnTo>
                      <a:pt x="70" y="22"/>
                    </a:lnTo>
                    <a:lnTo>
                      <a:pt x="64" y="20"/>
                    </a:lnTo>
                    <a:lnTo>
                      <a:pt x="54" y="18"/>
                    </a:lnTo>
                    <a:lnTo>
                      <a:pt x="54" y="18"/>
                    </a:lnTo>
                    <a:lnTo>
                      <a:pt x="40" y="18"/>
                    </a:lnTo>
                    <a:lnTo>
                      <a:pt x="32" y="20"/>
                    </a:lnTo>
                    <a:lnTo>
                      <a:pt x="28" y="22"/>
                    </a:lnTo>
                    <a:lnTo>
                      <a:pt x="26" y="26"/>
                    </a:lnTo>
                    <a:lnTo>
                      <a:pt x="28" y="30"/>
                    </a:lnTo>
                    <a:lnTo>
                      <a:pt x="32" y="36"/>
                    </a:lnTo>
                    <a:lnTo>
                      <a:pt x="46" y="52"/>
                    </a:lnTo>
                    <a:lnTo>
                      <a:pt x="46" y="52"/>
                    </a:lnTo>
                    <a:lnTo>
                      <a:pt x="56" y="64"/>
                    </a:lnTo>
                    <a:lnTo>
                      <a:pt x="56" y="64"/>
                    </a:lnTo>
                    <a:lnTo>
                      <a:pt x="52" y="62"/>
                    </a:lnTo>
                    <a:lnTo>
                      <a:pt x="42" y="60"/>
                    </a:lnTo>
                    <a:lnTo>
                      <a:pt x="36" y="60"/>
                    </a:lnTo>
                    <a:lnTo>
                      <a:pt x="32" y="62"/>
                    </a:lnTo>
                    <a:lnTo>
                      <a:pt x="32" y="62"/>
                    </a:lnTo>
                    <a:lnTo>
                      <a:pt x="26" y="66"/>
                    </a:lnTo>
                    <a:lnTo>
                      <a:pt x="20" y="70"/>
                    </a:lnTo>
                    <a:lnTo>
                      <a:pt x="8" y="74"/>
                    </a:lnTo>
                    <a:lnTo>
                      <a:pt x="4" y="76"/>
                    </a:lnTo>
                    <a:lnTo>
                      <a:pt x="0" y="78"/>
                    </a:lnTo>
                    <a:lnTo>
                      <a:pt x="0" y="82"/>
                    </a:lnTo>
                    <a:lnTo>
                      <a:pt x="4" y="86"/>
                    </a:lnTo>
                    <a:lnTo>
                      <a:pt x="4" y="86"/>
                    </a:lnTo>
                    <a:lnTo>
                      <a:pt x="8" y="88"/>
                    </a:lnTo>
                    <a:lnTo>
                      <a:pt x="12" y="90"/>
                    </a:lnTo>
                    <a:lnTo>
                      <a:pt x="26" y="90"/>
                    </a:lnTo>
                    <a:lnTo>
                      <a:pt x="44" y="88"/>
                    </a:lnTo>
                    <a:lnTo>
                      <a:pt x="66" y="86"/>
                    </a:lnTo>
                    <a:lnTo>
                      <a:pt x="106" y="78"/>
                    </a:lnTo>
                    <a:lnTo>
                      <a:pt x="122" y="76"/>
                    </a:lnTo>
                    <a:lnTo>
                      <a:pt x="136" y="76"/>
                    </a:lnTo>
                    <a:lnTo>
                      <a:pt x="136" y="76"/>
                    </a:lnTo>
                    <a:lnTo>
                      <a:pt x="140" y="78"/>
                    </a:lnTo>
                    <a:lnTo>
                      <a:pt x="138" y="80"/>
                    </a:lnTo>
                    <a:lnTo>
                      <a:pt x="118" y="86"/>
                    </a:lnTo>
                    <a:lnTo>
                      <a:pt x="106" y="90"/>
                    </a:lnTo>
                    <a:lnTo>
                      <a:pt x="96" y="94"/>
                    </a:lnTo>
                    <a:lnTo>
                      <a:pt x="92" y="98"/>
                    </a:lnTo>
                    <a:lnTo>
                      <a:pt x="90" y="100"/>
                    </a:lnTo>
                    <a:lnTo>
                      <a:pt x="90" y="104"/>
                    </a:lnTo>
                    <a:lnTo>
                      <a:pt x="92" y="106"/>
                    </a:lnTo>
                    <a:lnTo>
                      <a:pt x="92" y="106"/>
                    </a:lnTo>
                    <a:lnTo>
                      <a:pt x="98" y="114"/>
                    </a:lnTo>
                    <a:lnTo>
                      <a:pt x="100" y="120"/>
                    </a:lnTo>
                    <a:lnTo>
                      <a:pt x="102" y="132"/>
                    </a:lnTo>
                    <a:lnTo>
                      <a:pt x="104" y="136"/>
                    </a:lnTo>
                    <a:lnTo>
                      <a:pt x="108" y="138"/>
                    </a:lnTo>
                    <a:lnTo>
                      <a:pt x="116" y="136"/>
                    </a:lnTo>
                    <a:lnTo>
                      <a:pt x="126" y="134"/>
                    </a:lnTo>
                    <a:lnTo>
                      <a:pt x="126" y="134"/>
                    </a:lnTo>
                    <a:lnTo>
                      <a:pt x="136" y="130"/>
                    </a:lnTo>
                    <a:lnTo>
                      <a:pt x="142" y="128"/>
                    </a:lnTo>
                    <a:lnTo>
                      <a:pt x="166" y="132"/>
                    </a:lnTo>
                    <a:lnTo>
                      <a:pt x="166" y="132"/>
                    </a:lnTo>
                    <a:lnTo>
                      <a:pt x="184" y="132"/>
                    </a:lnTo>
                    <a:lnTo>
                      <a:pt x="200" y="128"/>
                    </a:lnTo>
                    <a:lnTo>
                      <a:pt x="206" y="126"/>
                    </a:lnTo>
                    <a:lnTo>
                      <a:pt x="208" y="122"/>
                    </a:lnTo>
                    <a:lnTo>
                      <a:pt x="210" y="118"/>
                    </a:lnTo>
                    <a:lnTo>
                      <a:pt x="208" y="112"/>
                    </a:lnTo>
                    <a:lnTo>
                      <a:pt x="208" y="112"/>
                    </a:lnTo>
                    <a:lnTo>
                      <a:pt x="202" y="100"/>
                    </a:lnTo>
                    <a:lnTo>
                      <a:pt x="202" y="92"/>
                    </a:lnTo>
                    <a:lnTo>
                      <a:pt x="202" y="88"/>
                    </a:lnTo>
                    <a:lnTo>
                      <a:pt x="206" y="88"/>
                    </a:lnTo>
                    <a:lnTo>
                      <a:pt x="210" y="88"/>
                    </a:lnTo>
                    <a:lnTo>
                      <a:pt x="214" y="92"/>
                    </a:lnTo>
                    <a:lnTo>
                      <a:pt x="214" y="92"/>
                    </a:lnTo>
                    <a:lnTo>
                      <a:pt x="224" y="98"/>
                    </a:lnTo>
                    <a:lnTo>
                      <a:pt x="226" y="98"/>
                    </a:lnTo>
                    <a:lnTo>
                      <a:pt x="226" y="98"/>
                    </a:lnTo>
                    <a:lnTo>
                      <a:pt x="224" y="90"/>
                    </a:lnTo>
                    <a:lnTo>
                      <a:pt x="216" y="76"/>
                    </a:lnTo>
                    <a:lnTo>
                      <a:pt x="216" y="76"/>
                    </a:lnTo>
                    <a:lnTo>
                      <a:pt x="214" y="68"/>
                    </a:lnTo>
                    <a:lnTo>
                      <a:pt x="212" y="60"/>
                    </a:lnTo>
                    <a:lnTo>
                      <a:pt x="210" y="40"/>
                    </a:lnTo>
                    <a:lnTo>
                      <a:pt x="208" y="30"/>
                    </a:lnTo>
                    <a:lnTo>
                      <a:pt x="204" y="20"/>
                    </a:lnTo>
                    <a:lnTo>
                      <a:pt x="196" y="10"/>
                    </a:lnTo>
                    <a:lnTo>
                      <a:pt x="184" y="4"/>
                    </a:lnTo>
                    <a:lnTo>
                      <a:pt x="184" y="4"/>
                    </a:lnTo>
                    <a:lnTo>
                      <a:pt x="172" y="0"/>
                    </a:lnTo>
                    <a:lnTo>
                      <a:pt x="164" y="0"/>
                    </a:lnTo>
                    <a:lnTo>
                      <a:pt x="160" y="2"/>
                    </a:lnTo>
                    <a:lnTo>
                      <a:pt x="156" y="6"/>
                    </a:lnTo>
                    <a:lnTo>
                      <a:pt x="152" y="14"/>
                    </a:lnTo>
                    <a:lnTo>
                      <a:pt x="148" y="14"/>
                    </a:lnTo>
                    <a:lnTo>
                      <a:pt x="144" y="12"/>
                    </a:lnTo>
                    <a:lnTo>
                      <a:pt x="144" y="12"/>
                    </a:lnTo>
                    <a:close/>
                  </a:path>
                </a:pathLst>
              </a:custGeom>
              <a:grpFill/>
              <a:ln w="6350">
                <a:noFill/>
                <a:round/>
                <a:headEnd/>
                <a:tailEnd/>
              </a:ln>
            </p:spPr>
            <p:txBody>
              <a:bodyPr/>
              <a:lstStyle/>
              <a:p>
                <a:endParaRPr lang="en-US" b="1" dirty="0"/>
              </a:p>
            </p:txBody>
          </p:sp>
          <p:sp>
            <p:nvSpPr>
              <p:cNvPr id="24" name="Freeform 6023">
                <a:extLst>
                  <a:ext uri="{FF2B5EF4-FFF2-40B4-BE49-F238E27FC236}">
                    <a16:creationId xmlns:a16="http://schemas.microsoft.com/office/drawing/2014/main" id="{A236E7D2-DC1A-4A70-9971-68D5C1B41A6B}"/>
                  </a:ext>
                </a:extLst>
              </p:cNvPr>
              <p:cNvSpPr>
                <a:spLocks/>
              </p:cNvSpPr>
              <p:nvPr/>
            </p:nvSpPr>
            <p:spPr bwMode="auto">
              <a:xfrm>
                <a:off x="1842770" y="887413"/>
                <a:ext cx="36830" cy="25400"/>
              </a:xfrm>
              <a:custGeom>
                <a:avLst/>
                <a:gdLst/>
                <a:ahLst/>
                <a:cxnLst>
                  <a:cxn ang="0">
                    <a:pos x="30" y="32"/>
                  </a:cxn>
                  <a:cxn ang="0">
                    <a:pos x="30" y="32"/>
                  </a:cxn>
                  <a:cxn ang="0">
                    <a:pos x="40" y="38"/>
                  </a:cxn>
                  <a:cxn ang="0">
                    <a:pos x="46" y="40"/>
                  </a:cxn>
                  <a:cxn ang="0">
                    <a:pos x="50" y="40"/>
                  </a:cxn>
                  <a:cxn ang="0">
                    <a:pos x="54" y="38"/>
                  </a:cxn>
                  <a:cxn ang="0">
                    <a:pos x="56" y="34"/>
                  </a:cxn>
                  <a:cxn ang="0">
                    <a:pos x="58" y="28"/>
                  </a:cxn>
                  <a:cxn ang="0">
                    <a:pos x="56" y="20"/>
                  </a:cxn>
                  <a:cxn ang="0">
                    <a:pos x="56" y="20"/>
                  </a:cxn>
                  <a:cxn ang="0">
                    <a:pos x="52" y="12"/>
                  </a:cxn>
                  <a:cxn ang="0">
                    <a:pos x="46" y="6"/>
                  </a:cxn>
                  <a:cxn ang="0">
                    <a:pos x="36" y="2"/>
                  </a:cxn>
                  <a:cxn ang="0">
                    <a:pos x="26" y="0"/>
                  </a:cxn>
                  <a:cxn ang="0">
                    <a:pos x="16" y="0"/>
                  </a:cxn>
                  <a:cxn ang="0">
                    <a:pos x="6" y="2"/>
                  </a:cxn>
                  <a:cxn ang="0">
                    <a:pos x="2" y="6"/>
                  </a:cxn>
                  <a:cxn ang="0">
                    <a:pos x="0" y="10"/>
                  </a:cxn>
                  <a:cxn ang="0">
                    <a:pos x="0" y="14"/>
                  </a:cxn>
                  <a:cxn ang="0">
                    <a:pos x="0" y="14"/>
                  </a:cxn>
                  <a:cxn ang="0">
                    <a:pos x="0" y="18"/>
                  </a:cxn>
                  <a:cxn ang="0">
                    <a:pos x="4" y="22"/>
                  </a:cxn>
                  <a:cxn ang="0">
                    <a:pos x="10" y="24"/>
                  </a:cxn>
                  <a:cxn ang="0">
                    <a:pos x="18" y="26"/>
                  </a:cxn>
                  <a:cxn ang="0">
                    <a:pos x="24" y="28"/>
                  </a:cxn>
                  <a:cxn ang="0">
                    <a:pos x="30" y="32"/>
                  </a:cxn>
                  <a:cxn ang="0">
                    <a:pos x="30" y="32"/>
                  </a:cxn>
                </a:cxnLst>
                <a:rect l="0" t="0" r="r" b="b"/>
                <a:pathLst>
                  <a:path w="58" h="40">
                    <a:moveTo>
                      <a:pt x="30" y="32"/>
                    </a:moveTo>
                    <a:lnTo>
                      <a:pt x="30" y="32"/>
                    </a:lnTo>
                    <a:lnTo>
                      <a:pt x="40" y="38"/>
                    </a:lnTo>
                    <a:lnTo>
                      <a:pt x="46" y="40"/>
                    </a:lnTo>
                    <a:lnTo>
                      <a:pt x="50" y="40"/>
                    </a:lnTo>
                    <a:lnTo>
                      <a:pt x="54" y="38"/>
                    </a:lnTo>
                    <a:lnTo>
                      <a:pt x="56" y="34"/>
                    </a:lnTo>
                    <a:lnTo>
                      <a:pt x="58" y="28"/>
                    </a:lnTo>
                    <a:lnTo>
                      <a:pt x="56" y="20"/>
                    </a:lnTo>
                    <a:lnTo>
                      <a:pt x="56" y="20"/>
                    </a:lnTo>
                    <a:lnTo>
                      <a:pt x="52" y="12"/>
                    </a:lnTo>
                    <a:lnTo>
                      <a:pt x="46" y="6"/>
                    </a:lnTo>
                    <a:lnTo>
                      <a:pt x="36" y="2"/>
                    </a:lnTo>
                    <a:lnTo>
                      <a:pt x="26" y="0"/>
                    </a:lnTo>
                    <a:lnTo>
                      <a:pt x="16" y="0"/>
                    </a:lnTo>
                    <a:lnTo>
                      <a:pt x="6" y="2"/>
                    </a:lnTo>
                    <a:lnTo>
                      <a:pt x="2" y="6"/>
                    </a:lnTo>
                    <a:lnTo>
                      <a:pt x="0" y="10"/>
                    </a:lnTo>
                    <a:lnTo>
                      <a:pt x="0" y="14"/>
                    </a:lnTo>
                    <a:lnTo>
                      <a:pt x="0" y="14"/>
                    </a:lnTo>
                    <a:lnTo>
                      <a:pt x="0" y="18"/>
                    </a:lnTo>
                    <a:lnTo>
                      <a:pt x="4" y="22"/>
                    </a:lnTo>
                    <a:lnTo>
                      <a:pt x="10" y="24"/>
                    </a:lnTo>
                    <a:lnTo>
                      <a:pt x="18" y="26"/>
                    </a:lnTo>
                    <a:lnTo>
                      <a:pt x="24" y="28"/>
                    </a:lnTo>
                    <a:lnTo>
                      <a:pt x="30" y="32"/>
                    </a:lnTo>
                    <a:lnTo>
                      <a:pt x="30" y="32"/>
                    </a:lnTo>
                    <a:close/>
                  </a:path>
                </a:pathLst>
              </a:custGeom>
              <a:grpFill/>
              <a:ln w="6350">
                <a:noFill/>
                <a:round/>
                <a:headEnd/>
                <a:tailEnd/>
              </a:ln>
            </p:spPr>
            <p:txBody>
              <a:bodyPr/>
              <a:lstStyle/>
              <a:p>
                <a:endParaRPr lang="en-US" b="1" dirty="0"/>
              </a:p>
            </p:txBody>
          </p:sp>
          <p:sp>
            <p:nvSpPr>
              <p:cNvPr id="25" name="Freeform 6024">
                <a:extLst>
                  <a:ext uri="{FF2B5EF4-FFF2-40B4-BE49-F238E27FC236}">
                    <a16:creationId xmlns:a16="http://schemas.microsoft.com/office/drawing/2014/main" id="{DF08B1BF-A00A-4796-8226-A3E6F78E3288}"/>
                  </a:ext>
                </a:extLst>
              </p:cNvPr>
              <p:cNvSpPr>
                <a:spLocks/>
              </p:cNvSpPr>
              <p:nvPr/>
            </p:nvSpPr>
            <p:spPr bwMode="auto">
              <a:xfrm>
                <a:off x="1507490" y="963613"/>
                <a:ext cx="102870" cy="24130"/>
              </a:xfrm>
              <a:custGeom>
                <a:avLst/>
                <a:gdLst/>
                <a:ahLst/>
                <a:cxnLst>
                  <a:cxn ang="0">
                    <a:pos x="20" y="34"/>
                  </a:cxn>
                  <a:cxn ang="0">
                    <a:pos x="20" y="34"/>
                  </a:cxn>
                  <a:cxn ang="0">
                    <a:pos x="26" y="32"/>
                  </a:cxn>
                  <a:cxn ang="0">
                    <a:pos x="34" y="32"/>
                  </a:cxn>
                  <a:cxn ang="0">
                    <a:pos x="60" y="36"/>
                  </a:cxn>
                  <a:cxn ang="0">
                    <a:pos x="60" y="36"/>
                  </a:cxn>
                  <a:cxn ang="0">
                    <a:pos x="72" y="38"/>
                  </a:cxn>
                  <a:cxn ang="0">
                    <a:pos x="76" y="36"/>
                  </a:cxn>
                  <a:cxn ang="0">
                    <a:pos x="84" y="34"/>
                  </a:cxn>
                  <a:cxn ang="0">
                    <a:pos x="108" y="34"/>
                  </a:cxn>
                  <a:cxn ang="0">
                    <a:pos x="108" y="34"/>
                  </a:cxn>
                  <a:cxn ang="0">
                    <a:pos x="124" y="36"/>
                  </a:cxn>
                  <a:cxn ang="0">
                    <a:pos x="138" y="34"/>
                  </a:cxn>
                  <a:cxn ang="0">
                    <a:pos x="150" y="32"/>
                  </a:cxn>
                  <a:cxn ang="0">
                    <a:pos x="158" y="28"/>
                  </a:cxn>
                  <a:cxn ang="0">
                    <a:pos x="162" y="24"/>
                  </a:cxn>
                  <a:cxn ang="0">
                    <a:pos x="162" y="22"/>
                  </a:cxn>
                  <a:cxn ang="0">
                    <a:pos x="160" y="18"/>
                  </a:cxn>
                  <a:cxn ang="0">
                    <a:pos x="152" y="12"/>
                  </a:cxn>
                  <a:cxn ang="0">
                    <a:pos x="138" y="6"/>
                  </a:cxn>
                  <a:cxn ang="0">
                    <a:pos x="138" y="6"/>
                  </a:cxn>
                  <a:cxn ang="0">
                    <a:pos x="122" y="0"/>
                  </a:cxn>
                  <a:cxn ang="0">
                    <a:pos x="108" y="0"/>
                  </a:cxn>
                  <a:cxn ang="0">
                    <a:pos x="96" y="0"/>
                  </a:cxn>
                  <a:cxn ang="0">
                    <a:pos x="86" y="2"/>
                  </a:cxn>
                  <a:cxn ang="0">
                    <a:pos x="64" y="10"/>
                  </a:cxn>
                  <a:cxn ang="0">
                    <a:pos x="52" y="14"/>
                  </a:cxn>
                  <a:cxn ang="0">
                    <a:pos x="36" y="16"/>
                  </a:cxn>
                  <a:cxn ang="0">
                    <a:pos x="36" y="16"/>
                  </a:cxn>
                  <a:cxn ang="0">
                    <a:pos x="22" y="20"/>
                  </a:cxn>
                  <a:cxn ang="0">
                    <a:pos x="10" y="24"/>
                  </a:cxn>
                  <a:cxn ang="0">
                    <a:pos x="4" y="28"/>
                  </a:cxn>
                  <a:cxn ang="0">
                    <a:pos x="0" y="30"/>
                  </a:cxn>
                  <a:cxn ang="0">
                    <a:pos x="0" y="34"/>
                  </a:cxn>
                  <a:cxn ang="0">
                    <a:pos x="4" y="36"/>
                  </a:cxn>
                  <a:cxn ang="0">
                    <a:pos x="10" y="36"/>
                  </a:cxn>
                  <a:cxn ang="0">
                    <a:pos x="20" y="34"/>
                  </a:cxn>
                  <a:cxn ang="0">
                    <a:pos x="20" y="34"/>
                  </a:cxn>
                </a:cxnLst>
                <a:rect l="0" t="0" r="r" b="b"/>
                <a:pathLst>
                  <a:path w="162" h="38">
                    <a:moveTo>
                      <a:pt x="20" y="34"/>
                    </a:moveTo>
                    <a:lnTo>
                      <a:pt x="20" y="34"/>
                    </a:lnTo>
                    <a:lnTo>
                      <a:pt x="26" y="32"/>
                    </a:lnTo>
                    <a:lnTo>
                      <a:pt x="34" y="32"/>
                    </a:lnTo>
                    <a:lnTo>
                      <a:pt x="60" y="36"/>
                    </a:lnTo>
                    <a:lnTo>
                      <a:pt x="60" y="36"/>
                    </a:lnTo>
                    <a:lnTo>
                      <a:pt x="72" y="38"/>
                    </a:lnTo>
                    <a:lnTo>
                      <a:pt x="76" y="36"/>
                    </a:lnTo>
                    <a:lnTo>
                      <a:pt x="84" y="34"/>
                    </a:lnTo>
                    <a:lnTo>
                      <a:pt x="108" y="34"/>
                    </a:lnTo>
                    <a:lnTo>
                      <a:pt x="108" y="34"/>
                    </a:lnTo>
                    <a:lnTo>
                      <a:pt x="124" y="36"/>
                    </a:lnTo>
                    <a:lnTo>
                      <a:pt x="138" y="34"/>
                    </a:lnTo>
                    <a:lnTo>
                      <a:pt x="150" y="32"/>
                    </a:lnTo>
                    <a:lnTo>
                      <a:pt x="158" y="28"/>
                    </a:lnTo>
                    <a:lnTo>
                      <a:pt x="162" y="24"/>
                    </a:lnTo>
                    <a:lnTo>
                      <a:pt x="162" y="22"/>
                    </a:lnTo>
                    <a:lnTo>
                      <a:pt x="160" y="18"/>
                    </a:lnTo>
                    <a:lnTo>
                      <a:pt x="152" y="12"/>
                    </a:lnTo>
                    <a:lnTo>
                      <a:pt x="138" y="6"/>
                    </a:lnTo>
                    <a:lnTo>
                      <a:pt x="138" y="6"/>
                    </a:lnTo>
                    <a:lnTo>
                      <a:pt x="122" y="0"/>
                    </a:lnTo>
                    <a:lnTo>
                      <a:pt x="108" y="0"/>
                    </a:lnTo>
                    <a:lnTo>
                      <a:pt x="96" y="0"/>
                    </a:lnTo>
                    <a:lnTo>
                      <a:pt x="86" y="2"/>
                    </a:lnTo>
                    <a:lnTo>
                      <a:pt x="64" y="10"/>
                    </a:lnTo>
                    <a:lnTo>
                      <a:pt x="52" y="14"/>
                    </a:lnTo>
                    <a:lnTo>
                      <a:pt x="36" y="16"/>
                    </a:lnTo>
                    <a:lnTo>
                      <a:pt x="36" y="16"/>
                    </a:lnTo>
                    <a:lnTo>
                      <a:pt x="22" y="20"/>
                    </a:lnTo>
                    <a:lnTo>
                      <a:pt x="10" y="24"/>
                    </a:lnTo>
                    <a:lnTo>
                      <a:pt x="4" y="28"/>
                    </a:lnTo>
                    <a:lnTo>
                      <a:pt x="0" y="30"/>
                    </a:lnTo>
                    <a:lnTo>
                      <a:pt x="0" y="34"/>
                    </a:lnTo>
                    <a:lnTo>
                      <a:pt x="4" y="36"/>
                    </a:lnTo>
                    <a:lnTo>
                      <a:pt x="10" y="36"/>
                    </a:lnTo>
                    <a:lnTo>
                      <a:pt x="20" y="34"/>
                    </a:lnTo>
                    <a:lnTo>
                      <a:pt x="20" y="34"/>
                    </a:lnTo>
                    <a:close/>
                  </a:path>
                </a:pathLst>
              </a:custGeom>
              <a:grpFill/>
              <a:ln w="6350">
                <a:noFill/>
                <a:round/>
                <a:headEnd/>
                <a:tailEnd/>
              </a:ln>
            </p:spPr>
            <p:txBody>
              <a:bodyPr/>
              <a:lstStyle/>
              <a:p>
                <a:endParaRPr lang="en-US" b="1" dirty="0"/>
              </a:p>
            </p:txBody>
          </p:sp>
          <p:sp>
            <p:nvSpPr>
              <p:cNvPr id="26" name="Freeform 6025">
                <a:extLst>
                  <a:ext uri="{FF2B5EF4-FFF2-40B4-BE49-F238E27FC236}">
                    <a16:creationId xmlns:a16="http://schemas.microsoft.com/office/drawing/2014/main" id="{603F2BE3-2E2A-49EC-8E36-4DDF1AD3247A}"/>
                  </a:ext>
                </a:extLst>
              </p:cNvPr>
              <p:cNvSpPr>
                <a:spLocks/>
              </p:cNvSpPr>
              <p:nvPr/>
            </p:nvSpPr>
            <p:spPr bwMode="auto">
              <a:xfrm>
                <a:off x="1703070" y="928053"/>
                <a:ext cx="168910" cy="82550"/>
              </a:xfrm>
              <a:custGeom>
                <a:avLst/>
                <a:gdLst/>
                <a:ahLst/>
                <a:cxnLst>
                  <a:cxn ang="0">
                    <a:pos x="30" y="40"/>
                  </a:cxn>
                  <a:cxn ang="0">
                    <a:pos x="32" y="50"/>
                  </a:cxn>
                  <a:cxn ang="0">
                    <a:pos x="40" y="46"/>
                  </a:cxn>
                  <a:cxn ang="0">
                    <a:pos x="52" y="44"/>
                  </a:cxn>
                  <a:cxn ang="0">
                    <a:pos x="66" y="54"/>
                  </a:cxn>
                  <a:cxn ang="0">
                    <a:pos x="72" y="62"/>
                  </a:cxn>
                  <a:cxn ang="0">
                    <a:pos x="68" y="70"/>
                  </a:cxn>
                  <a:cxn ang="0">
                    <a:pos x="44" y="68"/>
                  </a:cxn>
                  <a:cxn ang="0">
                    <a:pos x="26" y="70"/>
                  </a:cxn>
                  <a:cxn ang="0">
                    <a:pos x="24" y="74"/>
                  </a:cxn>
                  <a:cxn ang="0">
                    <a:pos x="24" y="82"/>
                  </a:cxn>
                  <a:cxn ang="0">
                    <a:pos x="36" y="90"/>
                  </a:cxn>
                  <a:cxn ang="0">
                    <a:pos x="60" y="92"/>
                  </a:cxn>
                  <a:cxn ang="0">
                    <a:pos x="78" y="88"/>
                  </a:cxn>
                  <a:cxn ang="0">
                    <a:pos x="108" y="82"/>
                  </a:cxn>
                  <a:cxn ang="0">
                    <a:pos x="114" y="86"/>
                  </a:cxn>
                  <a:cxn ang="0">
                    <a:pos x="120" y="92"/>
                  </a:cxn>
                  <a:cxn ang="0">
                    <a:pos x="146" y="90"/>
                  </a:cxn>
                  <a:cxn ang="0">
                    <a:pos x="156" y="90"/>
                  </a:cxn>
                  <a:cxn ang="0">
                    <a:pos x="170" y="92"/>
                  </a:cxn>
                  <a:cxn ang="0">
                    <a:pos x="182" y="102"/>
                  </a:cxn>
                  <a:cxn ang="0">
                    <a:pos x="194" y="120"/>
                  </a:cxn>
                  <a:cxn ang="0">
                    <a:pos x="204" y="126"/>
                  </a:cxn>
                  <a:cxn ang="0">
                    <a:pos x="220" y="130"/>
                  </a:cxn>
                  <a:cxn ang="0">
                    <a:pos x="244" y="128"/>
                  </a:cxn>
                  <a:cxn ang="0">
                    <a:pos x="254" y="126"/>
                  </a:cxn>
                  <a:cxn ang="0">
                    <a:pos x="266" y="122"/>
                  </a:cxn>
                  <a:cxn ang="0">
                    <a:pos x="266" y="114"/>
                  </a:cxn>
                  <a:cxn ang="0">
                    <a:pos x="258" y="102"/>
                  </a:cxn>
                  <a:cxn ang="0">
                    <a:pos x="234" y="82"/>
                  </a:cxn>
                  <a:cxn ang="0">
                    <a:pos x="238" y="78"/>
                  </a:cxn>
                  <a:cxn ang="0">
                    <a:pos x="242" y="76"/>
                  </a:cxn>
                  <a:cxn ang="0">
                    <a:pos x="248" y="68"/>
                  </a:cxn>
                  <a:cxn ang="0">
                    <a:pos x="242" y="58"/>
                  </a:cxn>
                  <a:cxn ang="0">
                    <a:pos x="224" y="50"/>
                  </a:cxn>
                  <a:cxn ang="0">
                    <a:pos x="210" y="48"/>
                  </a:cxn>
                  <a:cxn ang="0">
                    <a:pos x="186" y="44"/>
                  </a:cxn>
                  <a:cxn ang="0">
                    <a:pos x="184" y="40"/>
                  </a:cxn>
                  <a:cxn ang="0">
                    <a:pos x="176" y="32"/>
                  </a:cxn>
                  <a:cxn ang="0">
                    <a:pos x="164" y="28"/>
                  </a:cxn>
                  <a:cxn ang="0">
                    <a:pos x="140" y="26"/>
                  </a:cxn>
                  <a:cxn ang="0">
                    <a:pos x="130" y="32"/>
                  </a:cxn>
                  <a:cxn ang="0">
                    <a:pos x="124" y="36"/>
                  </a:cxn>
                  <a:cxn ang="0">
                    <a:pos x="118" y="28"/>
                  </a:cxn>
                  <a:cxn ang="0">
                    <a:pos x="114" y="24"/>
                  </a:cxn>
                  <a:cxn ang="0">
                    <a:pos x="96" y="10"/>
                  </a:cxn>
                  <a:cxn ang="0">
                    <a:pos x="58" y="0"/>
                  </a:cxn>
                  <a:cxn ang="0">
                    <a:pos x="22" y="2"/>
                  </a:cxn>
                  <a:cxn ang="0">
                    <a:pos x="10" y="8"/>
                  </a:cxn>
                  <a:cxn ang="0">
                    <a:pos x="2" y="18"/>
                  </a:cxn>
                  <a:cxn ang="0">
                    <a:pos x="0" y="28"/>
                  </a:cxn>
                  <a:cxn ang="0">
                    <a:pos x="8" y="34"/>
                  </a:cxn>
                  <a:cxn ang="0">
                    <a:pos x="20" y="30"/>
                  </a:cxn>
                  <a:cxn ang="0">
                    <a:pos x="28" y="34"/>
                  </a:cxn>
                  <a:cxn ang="0">
                    <a:pos x="30" y="40"/>
                  </a:cxn>
                </a:cxnLst>
                <a:rect l="0" t="0" r="r" b="b"/>
                <a:pathLst>
                  <a:path w="266" h="130">
                    <a:moveTo>
                      <a:pt x="30" y="40"/>
                    </a:moveTo>
                    <a:lnTo>
                      <a:pt x="30" y="40"/>
                    </a:lnTo>
                    <a:lnTo>
                      <a:pt x="30" y="48"/>
                    </a:lnTo>
                    <a:lnTo>
                      <a:pt x="32" y="50"/>
                    </a:lnTo>
                    <a:lnTo>
                      <a:pt x="36" y="50"/>
                    </a:lnTo>
                    <a:lnTo>
                      <a:pt x="40" y="46"/>
                    </a:lnTo>
                    <a:lnTo>
                      <a:pt x="46" y="44"/>
                    </a:lnTo>
                    <a:lnTo>
                      <a:pt x="52" y="44"/>
                    </a:lnTo>
                    <a:lnTo>
                      <a:pt x="58" y="46"/>
                    </a:lnTo>
                    <a:lnTo>
                      <a:pt x="66" y="54"/>
                    </a:lnTo>
                    <a:lnTo>
                      <a:pt x="66" y="54"/>
                    </a:lnTo>
                    <a:lnTo>
                      <a:pt x="72" y="62"/>
                    </a:lnTo>
                    <a:lnTo>
                      <a:pt x="72" y="66"/>
                    </a:lnTo>
                    <a:lnTo>
                      <a:pt x="68" y="70"/>
                    </a:lnTo>
                    <a:lnTo>
                      <a:pt x="60" y="70"/>
                    </a:lnTo>
                    <a:lnTo>
                      <a:pt x="44" y="68"/>
                    </a:lnTo>
                    <a:lnTo>
                      <a:pt x="34" y="68"/>
                    </a:lnTo>
                    <a:lnTo>
                      <a:pt x="26" y="70"/>
                    </a:lnTo>
                    <a:lnTo>
                      <a:pt x="26" y="70"/>
                    </a:lnTo>
                    <a:lnTo>
                      <a:pt x="24" y="74"/>
                    </a:lnTo>
                    <a:lnTo>
                      <a:pt x="22" y="78"/>
                    </a:lnTo>
                    <a:lnTo>
                      <a:pt x="24" y="82"/>
                    </a:lnTo>
                    <a:lnTo>
                      <a:pt x="28" y="86"/>
                    </a:lnTo>
                    <a:lnTo>
                      <a:pt x="36" y="90"/>
                    </a:lnTo>
                    <a:lnTo>
                      <a:pt x="46" y="92"/>
                    </a:lnTo>
                    <a:lnTo>
                      <a:pt x="60" y="92"/>
                    </a:lnTo>
                    <a:lnTo>
                      <a:pt x="78" y="88"/>
                    </a:lnTo>
                    <a:lnTo>
                      <a:pt x="78" y="88"/>
                    </a:lnTo>
                    <a:lnTo>
                      <a:pt x="98" y="82"/>
                    </a:lnTo>
                    <a:lnTo>
                      <a:pt x="108" y="82"/>
                    </a:lnTo>
                    <a:lnTo>
                      <a:pt x="112" y="82"/>
                    </a:lnTo>
                    <a:lnTo>
                      <a:pt x="114" y="86"/>
                    </a:lnTo>
                    <a:lnTo>
                      <a:pt x="116" y="88"/>
                    </a:lnTo>
                    <a:lnTo>
                      <a:pt x="120" y="92"/>
                    </a:lnTo>
                    <a:lnTo>
                      <a:pt x="130" y="92"/>
                    </a:lnTo>
                    <a:lnTo>
                      <a:pt x="146" y="90"/>
                    </a:lnTo>
                    <a:lnTo>
                      <a:pt x="146" y="90"/>
                    </a:lnTo>
                    <a:lnTo>
                      <a:pt x="156" y="90"/>
                    </a:lnTo>
                    <a:lnTo>
                      <a:pt x="164" y="90"/>
                    </a:lnTo>
                    <a:lnTo>
                      <a:pt x="170" y="92"/>
                    </a:lnTo>
                    <a:lnTo>
                      <a:pt x="174" y="94"/>
                    </a:lnTo>
                    <a:lnTo>
                      <a:pt x="182" y="102"/>
                    </a:lnTo>
                    <a:lnTo>
                      <a:pt x="186" y="110"/>
                    </a:lnTo>
                    <a:lnTo>
                      <a:pt x="194" y="120"/>
                    </a:lnTo>
                    <a:lnTo>
                      <a:pt x="198" y="124"/>
                    </a:lnTo>
                    <a:lnTo>
                      <a:pt x="204" y="126"/>
                    </a:lnTo>
                    <a:lnTo>
                      <a:pt x="210" y="128"/>
                    </a:lnTo>
                    <a:lnTo>
                      <a:pt x="220" y="130"/>
                    </a:lnTo>
                    <a:lnTo>
                      <a:pt x="230" y="130"/>
                    </a:lnTo>
                    <a:lnTo>
                      <a:pt x="244" y="128"/>
                    </a:lnTo>
                    <a:lnTo>
                      <a:pt x="244" y="128"/>
                    </a:lnTo>
                    <a:lnTo>
                      <a:pt x="254" y="126"/>
                    </a:lnTo>
                    <a:lnTo>
                      <a:pt x="262" y="124"/>
                    </a:lnTo>
                    <a:lnTo>
                      <a:pt x="266" y="122"/>
                    </a:lnTo>
                    <a:lnTo>
                      <a:pt x="266" y="118"/>
                    </a:lnTo>
                    <a:lnTo>
                      <a:pt x="266" y="114"/>
                    </a:lnTo>
                    <a:lnTo>
                      <a:pt x="264" y="110"/>
                    </a:lnTo>
                    <a:lnTo>
                      <a:pt x="258" y="102"/>
                    </a:lnTo>
                    <a:lnTo>
                      <a:pt x="240" y="88"/>
                    </a:lnTo>
                    <a:lnTo>
                      <a:pt x="234" y="82"/>
                    </a:lnTo>
                    <a:lnTo>
                      <a:pt x="234" y="80"/>
                    </a:lnTo>
                    <a:lnTo>
                      <a:pt x="238" y="78"/>
                    </a:lnTo>
                    <a:lnTo>
                      <a:pt x="238" y="78"/>
                    </a:lnTo>
                    <a:lnTo>
                      <a:pt x="242" y="76"/>
                    </a:lnTo>
                    <a:lnTo>
                      <a:pt x="246" y="72"/>
                    </a:lnTo>
                    <a:lnTo>
                      <a:pt x="248" y="68"/>
                    </a:lnTo>
                    <a:lnTo>
                      <a:pt x="246" y="64"/>
                    </a:lnTo>
                    <a:lnTo>
                      <a:pt x="242" y="58"/>
                    </a:lnTo>
                    <a:lnTo>
                      <a:pt x="236" y="54"/>
                    </a:lnTo>
                    <a:lnTo>
                      <a:pt x="224" y="50"/>
                    </a:lnTo>
                    <a:lnTo>
                      <a:pt x="210" y="48"/>
                    </a:lnTo>
                    <a:lnTo>
                      <a:pt x="210" y="48"/>
                    </a:lnTo>
                    <a:lnTo>
                      <a:pt x="190" y="46"/>
                    </a:lnTo>
                    <a:lnTo>
                      <a:pt x="186" y="44"/>
                    </a:lnTo>
                    <a:lnTo>
                      <a:pt x="186" y="42"/>
                    </a:lnTo>
                    <a:lnTo>
                      <a:pt x="184" y="40"/>
                    </a:lnTo>
                    <a:lnTo>
                      <a:pt x="182" y="36"/>
                    </a:lnTo>
                    <a:lnTo>
                      <a:pt x="176" y="32"/>
                    </a:lnTo>
                    <a:lnTo>
                      <a:pt x="164" y="28"/>
                    </a:lnTo>
                    <a:lnTo>
                      <a:pt x="164" y="28"/>
                    </a:lnTo>
                    <a:lnTo>
                      <a:pt x="150" y="26"/>
                    </a:lnTo>
                    <a:lnTo>
                      <a:pt x="140" y="26"/>
                    </a:lnTo>
                    <a:lnTo>
                      <a:pt x="134" y="28"/>
                    </a:lnTo>
                    <a:lnTo>
                      <a:pt x="130" y="32"/>
                    </a:lnTo>
                    <a:lnTo>
                      <a:pt x="126" y="34"/>
                    </a:lnTo>
                    <a:lnTo>
                      <a:pt x="124" y="36"/>
                    </a:lnTo>
                    <a:lnTo>
                      <a:pt x="122" y="34"/>
                    </a:lnTo>
                    <a:lnTo>
                      <a:pt x="118" y="28"/>
                    </a:lnTo>
                    <a:lnTo>
                      <a:pt x="118" y="28"/>
                    </a:lnTo>
                    <a:lnTo>
                      <a:pt x="114" y="24"/>
                    </a:lnTo>
                    <a:lnTo>
                      <a:pt x="110" y="18"/>
                    </a:lnTo>
                    <a:lnTo>
                      <a:pt x="96" y="10"/>
                    </a:lnTo>
                    <a:lnTo>
                      <a:pt x="78" y="4"/>
                    </a:lnTo>
                    <a:lnTo>
                      <a:pt x="58" y="0"/>
                    </a:lnTo>
                    <a:lnTo>
                      <a:pt x="40" y="0"/>
                    </a:lnTo>
                    <a:lnTo>
                      <a:pt x="22" y="2"/>
                    </a:lnTo>
                    <a:lnTo>
                      <a:pt x="14" y="4"/>
                    </a:lnTo>
                    <a:lnTo>
                      <a:pt x="10" y="8"/>
                    </a:lnTo>
                    <a:lnTo>
                      <a:pt x="4" y="12"/>
                    </a:lnTo>
                    <a:lnTo>
                      <a:pt x="2" y="18"/>
                    </a:lnTo>
                    <a:lnTo>
                      <a:pt x="2" y="18"/>
                    </a:lnTo>
                    <a:lnTo>
                      <a:pt x="0" y="28"/>
                    </a:lnTo>
                    <a:lnTo>
                      <a:pt x="2" y="32"/>
                    </a:lnTo>
                    <a:lnTo>
                      <a:pt x="8" y="34"/>
                    </a:lnTo>
                    <a:lnTo>
                      <a:pt x="14" y="32"/>
                    </a:lnTo>
                    <a:lnTo>
                      <a:pt x="20" y="30"/>
                    </a:lnTo>
                    <a:lnTo>
                      <a:pt x="24" y="30"/>
                    </a:lnTo>
                    <a:lnTo>
                      <a:pt x="28" y="34"/>
                    </a:lnTo>
                    <a:lnTo>
                      <a:pt x="30" y="40"/>
                    </a:lnTo>
                    <a:lnTo>
                      <a:pt x="30" y="40"/>
                    </a:lnTo>
                    <a:close/>
                  </a:path>
                </a:pathLst>
              </a:custGeom>
              <a:grpFill/>
              <a:ln w="6350">
                <a:noFill/>
                <a:round/>
                <a:headEnd/>
                <a:tailEnd/>
              </a:ln>
            </p:spPr>
            <p:txBody>
              <a:bodyPr/>
              <a:lstStyle/>
              <a:p>
                <a:endParaRPr lang="en-US" b="1" dirty="0"/>
              </a:p>
            </p:txBody>
          </p:sp>
          <p:sp>
            <p:nvSpPr>
              <p:cNvPr id="27" name="Freeform 6026">
                <a:extLst>
                  <a:ext uri="{FF2B5EF4-FFF2-40B4-BE49-F238E27FC236}">
                    <a16:creationId xmlns:a16="http://schemas.microsoft.com/office/drawing/2014/main" id="{1D4A2B9A-2E77-4763-BD4B-9D485797E2A2}"/>
                  </a:ext>
                </a:extLst>
              </p:cNvPr>
              <p:cNvSpPr>
                <a:spLocks/>
              </p:cNvSpPr>
              <p:nvPr/>
            </p:nvSpPr>
            <p:spPr bwMode="auto">
              <a:xfrm>
                <a:off x="1694180" y="1013143"/>
                <a:ext cx="44450" cy="33020"/>
              </a:xfrm>
              <a:custGeom>
                <a:avLst/>
                <a:gdLst/>
                <a:ahLst/>
                <a:cxnLst>
                  <a:cxn ang="0">
                    <a:pos x="56" y="52"/>
                  </a:cxn>
                  <a:cxn ang="0">
                    <a:pos x="56" y="52"/>
                  </a:cxn>
                  <a:cxn ang="0">
                    <a:pos x="66" y="50"/>
                  </a:cxn>
                  <a:cxn ang="0">
                    <a:pos x="68" y="48"/>
                  </a:cxn>
                  <a:cxn ang="0">
                    <a:pos x="70" y="46"/>
                  </a:cxn>
                  <a:cxn ang="0">
                    <a:pos x="70" y="44"/>
                  </a:cxn>
                  <a:cxn ang="0">
                    <a:pos x="68" y="40"/>
                  </a:cxn>
                  <a:cxn ang="0">
                    <a:pos x="56" y="26"/>
                  </a:cxn>
                  <a:cxn ang="0">
                    <a:pos x="56" y="26"/>
                  </a:cxn>
                  <a:cxn ang="0">
                    <a:pos x="46" y="18"/>
                  </a:cxn>
                  <a:cxn ang="0">
                    <a:pos x="36" y="12"/>
                  </a:cxn>
                  <a:cxn ang="0">
                    <a:pos x="26" y="6"/>
                  </a:cxn>
                  <a:cxn ang="0">
                    <a:pos x="16" y="2"/>
                  </a:cxn>
                  <a:cxn ang="0">
                    <a:pos x="8" y="0"/>
                  </a:cxn>
                  <a:cxn ang="0">
                    <a:pos x="2" y="0"/>
                  </a:cxn>
                  <a:cxn ang="0">
                    <a:pos x="0" y="2"/>
                  </a:cxn>
                  <a:cxn ang="0">
                    <a:pos x="0" y="8"/>
                  </a:cxn>
                  <a:cxn ang="0">
                    <a:pos x="0" y="8"/>
                  </a:cxn>
                  <a:cxn ang="0">
                    <a:pos x="8" y="22"/>
                  </a:cxn>
                  <a:cxn ang="0">
                    <a:pos x="18" y="36"/>
                  </a:cxn>
                  <a:cxn ang="0">
                    <a:pos x="24" y="44"/>
                  </a:cxn>
                  <a:cxn ang="0">
                    <a:pos x="32" y="48"/>
                  </a:cxn>
                  <a:cxn ang="0">
                    <a:pos x="42" y="52"/>
                  </a:cxn>
                  <a:cxn ang="0">
                    <a:pos x="56" y="52"/>
                  </a:cxn>
                  <a:cxn ang="0">
                    <a:pos x="56" y="52"/>
                  </a:cxn>
                </a:cxnLst>
                <a:rect l="0" t="0" r="r" b="b"/>
                <a:pathLst>
                  <a:path w="70" h="52">
                    <a:moveTo>
                      <a:pt x="56" y="52"/>
                    </a:moveTo>
                    <a:lnTo>
                      <a:pt x="56" y="52"/>
                    </a:lnTo>
                    <a:lnTo>
                      <a:pt x="66" y="50"/>
                    </a:lnTo>
                    <a:lnTo>
                      <a:pt x="68" y="48"/>
                    </a:lnTo>
                    <a:lnTo>
                      <a:pt x="70" y="46"/>
                    </a:lnTo>
                    <a:lnTo>
                      <a:pt x="70" y="44"/>
                    </a:lnTo>
                    <a:lnTo>
                      <a:pt x="68" y="40"/>
                    </a:lnTo>
                    <a:lnTo>
                      <a:pt x="56" y="26"/>
                    </a:lnTo>
                    <a:lnTo>
                      <a:pt x="56" y="26"/>
                    </a:lnTo>
                    <a:lnTo>
                      <a:pt x="46" y="18"/>
                    </a:lnTo>
                    <a:lnTo>
                      <a:pt x="36" y="12"/>
                    </a:lnTo>
                    <a:lnTo>
                      <a:pt x="26" y="6"/>
                    </a:lnTo>
                    <a:lnTo>
                      <a:pt x="16" y="2"/>
                    </a:lnTo>
                    <a:lnTo>
                      <a:pt x="8" y="0"/>
                    </a:lnTo>
                    <a:lnTo>
                      <a:pt x="2" y="0"/>
                    </a:lnTo>
                    <a:lnTo>
                      <a:pt x="0" y="2"/>
                    </a:lnTo>
                    <a:lnTo>
                      <a:pt x="0" y="8"/>
                    </a:lnTo>
                    <a:lnTo>
                      <a:pt x="0" y="8"/>
                    </a:lnTo>
                    <a:lnTo>
                      <a:pt x="8" y="22"/>
                    </a:lnTo>
                    <a:lnTo>
                      <a:pt x="18" y="36"/>
                    </a:lnTo>
                    <a:lnTo>
                      <a:pt x="24" y="44"/>
                    </a:lnTo>
                    <a:lnTo>
                      <a:pt x="32" y="48"/>
                    </a:lnTo>
                    <a:lnTo>
                      <a:pt x="42" y="52"/>
                    </a:lnTo>
                    <a:lnTo>
                      <a:pt x="56" y="52"/>
                    </a:lnTo>
                    <a:lnTo>
                      <a:pt x="56" y="52"/>
                    </a:lnTo>
                    <a:close/>
                  </a:path>
                </a:pathLst>
              </a:custGeom>
              <a:grpFill/>
              <a:ln w="6350">
                <a:noFill/>
                <a:round/>
                <a:headEnd/>
                <a:tailEnd/>
              </a:ln>
            </p:spPr>
            <p:txBody>
              <a:bodyPr/>
              <a:lstStyle/>
              <a:p>
                <a:endParaRPr lang="en-US" b="1" dirty="0"/>
              </a:p>
            </p:txBody>
          </p:sp>
          <p:sp>
            <p:nvSpPr>
              <p:cNvPr id="28" name="Freeform 6027">
                <a:extLst>
                  <a:ext uri="{FF2B5EF4-FFF2-40B4-BE49-F238E27FC236}">
                    <a16:creationId xmlns:a16="http://schemas.microsoft.com/office/drawing/2014/main" id="{185D2DBE-6C14-4FD0-A97C-E67EBB1B65BF}"/>
                  </a:ext>
                </a:extLst>
              </p:cNvPr>
              <p:cNvSpPr>
                <a:spLocks/>
              </p:cNvSpPr>
              <p:nvPr/>
            </p:nvSpPr>
            <p:spPr bwMode="auto">
              <a:xfrm>
                <a:off x="1883410" y="957263"/>
                <a:ext cx="95250" cy="54610"/>
              </a:xfrm>
              <a:custGeom>
                <a:avLst/>
                <a:gdLst/>
                <a:ahLst/>
                <a:cxnLst>
                  <a:cxn ang="0">
                    <a:pos x="14" y="38"/>
                  </a:cxn>
                  <a:cxn ang="0">
                    <a:pos x="22" y="44"/>
                  </a:cxn>
                  <a:cxn ang="0">
                    <a:pos x="44" y="54"/>
                  </a:cxn>
                  <a:cxn ang="0">
                    <a:pos x="50" y="56"/>
                  </a:cxn>
                  <a:cxn ang="0">
                    <a:pos x="52" y="58"/>
                  </a:cxn>
                  <a:cxn ang="0">
                    <a:pos x="42" y="64"/>
                  </a:cxn>
                  <a:cxn ang="0">
                    <a:pos x="32" y="68"/>
                  </a:cxn>
                  <a:cxn ang="0">
                    <a:pos x="40" y="68"/>
                  </a:cxn>
                  <a:cxn ang="0">
                    <a:pos x="50" y="70"/>
                  </a:cxn>
                  <a:cxn ang="0">
                    <a:pos x="56" y="76"/>
                  </a:cxn>
                  <a:cxn ang="0">
                    <a:pos x="60" y="84"/>
                  </a:cxn>
                  <a:cxn ang="0">
                    <a:pos x="66" y="86"/>
                  </a:cxn>
                  <a:cxn ang="0">
                    <a:pos x="74" y="82"/>
                  </a:cxn>
                  <a:cxn ang="0">
                    <a:pos x="98" y="76"/>
                  </a:cxn>
                  <a:cxn ang="0">
                    <a:pos x="132" y="70"/>
                  </a:cxn>
                  <a:cxn ang="0">
                    <a:pos x="142" y="64"/>
                  </a:cxn>
                  <a:cxn ang="0">
                    <a:pos x="140" y="60"/>
                  </a:cxn>
                  <a:cxn ang="0">
                    <a:pos x="140" y="52"/>
                  </a:cxn>
                  <a:cxn ang="0">
                    <a:pos x="150" y="42"/>
                  </a:cxn>
                  <a:cxn ang="0">
                    <a:pos x="148" y="36"/>
                  </a:cxn>
                  <a:cxn ang="0">
                    <a:pos x="140" y="32"/>
                  </a:cxn>
                  <a:cxn ang="0">
                    <a:pos x="122" y="24"/>
                  </a:cxn>
                  <a:cxn ang="0">
                    <a:pos x="100" y="22"/>
                  </a:cxn>
                  <a:cxn ang="0">
                    <a:pos x="82" y="14"/>
                  </a:cxn>
                  <a:cxn ang="0">
                    <a:pos x="68" y="8"/>
                  </a:cxn>
                  <a:cxn ang="0">
                    <a:pos x="42" y="0"/>
                  </a:cxn>
                  <a:cxn ang="0">
                    <a:pos x="18" y="0"/>
                  </a:cxn>
                  <a:cxn ang="0">
                    <a:pos x="8" y="8"/>
                  </a:cxn>
                  <a:cxn ang="0">
                    <a:pos x="8" y="14"/>
                  </a:cxn>
                  <a:cxn ang="0">
                    <a:pos x="10" y="20"/>
                  </a:cxn>
                  <a:cxn ang="0">
                    <a:pos x="6" y="28"/>
                  </a:cxn>
                  <a:cxn ang="0">
                    <a:pos x="0" y="30"/>
                  </a:cxn>
                  <a:cxn ang="0">
                    <a:pos x="14" y="38"/>
                  </a:cxn>
                </a:cxnLst>
                <a:rect l="0" t="0" r="r" b="b"/>
                <a:pathLst>
                  <a:path w="150" h="86">
                    <a:moveTo>
                      <a:pt x="14" y="38"/>
                    </a:moveTo>
                    <a:lnTo>
                      <a:pt x="14" y="38"/>
                    </a:lnTo>
                    <a:lnTo>
                      <a:pt x="20" y="42"/>
                    </a:lnTo>
                    <a:lnTo>
                      <a:pt x="22" y="44"/>
                    </a:lnTo>
                    <a:lnTo>
                      <a:pt x="28" y="48"/>
                    </a:lnTo>
                    <a:lnTo>
                      <a:pt x="44" y="54"/>
                    </a:lnTo>
                    <a:lnTo>
                      <a:pt x="44" y="54"/>
                    </a:lnTo>
                    <a:lnTo>
                      <a:pt x="50" y="56"/>
                    </a:lnTo>
                    <a:lnTo>
                      <a:pt x="52" y="58"/>
                    </a:lnTo>
                    <a:lnTo>
                      <a:pt x="52" y="58"/>
                    </a:lnTo>
                    <a:lnTo>
                      <a:pt x="48" y="62"/>
                    </a:lnTo>
                    <a:lnTo>
                      <a:pt x="42" y="64"/>
                    </a:lnTo>
                    <a:lnTo>
                      <a:pt x="32" y="66"/>
                    </a:lnTo>
                    <a:lnTo>
                      <a:pt x="32" y="68"/>
                    </a:lnTo>
                    <a:lnTo>
                      <a:pt x="34" y="68"/>
                    </a:lnTo>
                    <a:lnTo>
                      <a:pt x="40" y="68"/>
                    </a:lnTo>
                    <a:lnTo>
                      <a:pt x="40" y="68"/>
                    </a:lnTo>
                    <a:lnTo>
                      <a:pt x="50" y="70"/>
                    </a:lnTo>
                    <a:lnTo>
                      <a:pt x="54" y="74"/>
                    </a:lnTo>
                    <a:lnTo>
                      <a:pt x="56" y="76"/>
                    </a:lnTo>
                    <a:lnTo>
                      <a:pt x="58" y="80"/>
                    </a:lnTo>
                    <a:lnTo>
                      <a:pt x="60" y="84"/>
                    </a:lnTo>
                    <a:lnTo>
                      <a:pt x="62" y="86"/>
                    </a:lnTo>
                    <a:lnTo>
                      <a:pt x="66" y="86"/>
                    </a:lnTo>
                    <a:lnTo>
                      <a:pt x="74" y="82"/>
                    </a:lnTo>
                    <a:lnTo>
                      <a:pt x="74" y="82"/>
                    </a:lnTo>
                    <a:lnTo>
                      <a:pt x="86" y="78"/>
                    </a:lnTo>
                    <a:lnTo>
                      <a:pt x="98" y="76"/>
                    </a:lnTo>
                    <a:lnTo>
                      <a:pt x="122" y="72"/>
                    </a:lnTo>
                    <a:lnTo>
                      <a:pt x="132" y="70"/>
                    </a:lnTo>
                    <a:lnTo>
                      <a:pt x="138" y="68"/>
                    </a:lnTo>
                    <a:lnTo>
                      <a:pt x="142" y="64"/>
                    </a:lnTo>
                    <a:lnTo>
                      <a:pt x="140" y="60"/>
                    </a:lnTo>
                    <a:lnTo>
                      <a:pt x="140" y="60"/>
                    </a:lnTo>
                    <a:lnTo>
                      <a:pt x="138" y="54"/>
                    </a:lnTo>
                    <a:lnTo>
                      <a:pt x="140" y="52"/>
                    </a:lnTo>
                    <a:lnTo>
                      <a:pt x="146" y="46"/>
                    </a:lnTo>
                    <a:lnTo>
                      <a:pt x="150" y="42"/>
                    </a:lnTo>
                    <a:lnTo>
                      <a:pt x="150" y="40"/>
                    </a:lnTo>
                    <a:lnTo>
                      <a:pt x="148" y="36"/>
                    </a:lnTo>
                    <a:lnTo>
                      <a:pt x="140" y="32"/>
                    </a:lnTo>
                    <a:lnTo>
                      <a:pt x="140" y="32"/>
                    </a:lnTo>
                    <a:lnTo>
                      <a:pt x="128" y="26"/>
                    </a:lnTo>
                    <a:lnTo>
                      <a:pt x="122" y="24"/>
                    </a:lnTo>
                    <a:lnTo>
                      <a:pt x="110" y="24"/>
                    </a:lnTo>
                    <a:lnTo>
                      <a:pt x="100" y="22"/>
                    </a:lnTo>
                    <a:lnTo>
                      <a:pt x="92" y="20"/>
                    </a:lnTo>
                    <a:lnTo>
                      <a:pt x="82" y="14"/>
                    </a:lnTo>
                    <a:lnTo>
                      <a:pt x="82" y="14"/>
                    </a:lnTo>
                    <a:lnTo>
                      <a:pt x="68" y="8"/>
                    </a:lnTo>
                    <a:lnTo>
                      <a:pt x="56" y="2"/>
                    </a:lnTo>
                    <a:lnTo>
                      <a:pt x="42" y="0"/>
                    </a:lnTo>
                    <a:lnTo>
                      <a:pt x="30" y="0"/>
                    </a:lnTo>
                    <a:lnTo>
                      <a:pt x="18" y="0"/>
                    </a:lnTo>
                    <a:lnTo>
                      <a:pt x="10" y="4"/>
                    </a:lnTo>
                    <a:lnTo>
                      <a:pt x="8" y="8"/>
                    </a:lnTo>
                    <a:lnTo>
                      <a:pt x="8" y="12"/>
                    </a:lnTo>
                    <a:lnTo>
                      <a:pt x="8" y="14"/>
                    </a:lnTo>
                    <a:lnTo>
                      <a:pt x="8" y="14"/>
                    </a:lnTo>
                    <a:lnTo>
                      <a:pt x="10" y="20"/>
                    </a:lnTo>
                    <a:lnTo>
                      <a:pt x="10" y="24"/>
                    </a:lnTo>
                    <a:lnTo>
                      <a:pt x="6" y="28"/>
                    </a:lnTo>
                    <a:lnTo>
                      <a:pt x="2" y="30"/>
                    </a:lnTo>
                    <a:lnTo>
                      <a:pt x="0" y="30"/>
                    </a:lnTo>
                    <a:lnTo>
                      <a:pt x="0" y="32"/>
                    </a:lnTo>
                    <a:lnTo>
                      <a:pt x="14" y="38"/>
                    </a:lnTo>
                    <a:lnTo>
                      <a:pt x="14" y="38"/>
                    </a:lnTo>
                    <a:close/>
                  </a:path>
                </a:pathLst>
              </a:custGeom>
              <a:grpFill/>
              <a:ln w="6350">
                <a:noFill/>
                <a:round/>
                <a:headEnd/>
                <a:tailEnd/>
              </a:ln>
            </p:spPr>
            <p:txBody>
              <a:bodyPr/>
              <a:lstStyle/>
              <a:p>
                <a:endParaRPr lang="en-US" b="1" dirty="0"/>
              </a:p>
            </p:txBody>
          </p:sp>
          <p:sp>
            <p:nvSpPr>
              <p:cNvPr id="29" name="Freeform 6033">
                <a:extLst>
                  <a:ext uri="{FF2B5EF4-FFF2-40B4-BE49-F238E27FC236}">
                    <a16:creationId xmlns:a16="http://schemas.microsoft.com/office/drawing/2014/main" id="{404E7A5F-0247-4668-960E-F8E5860B0EF8}"/>
                  </a:ext>
                </a:extLst>
              </p:cNvPr>
              <p:cNvSpPr>
                <a:spLocks/>
              </p:cNvSpPr>
              <p:nvPr/>
            </p:nvSpPr>
            <p:spPr bwMode="auto">
              <a:xfrm>
                <a:off x="646430" y="1806893"/>
                <a:ext cx="15240" cy="8890"/>
              </a:xfrm>
              <a:custGeom>
                <a:avLst/>
                <a:gdLst/>
                <a:ahLst/>
                <a:cxnLst>
                  <a:cxn ang="0">
                    <a:pos x="14" y="0"/>
                  </a:cxn>
                  <a:cxn ang="0">
                    <a:pos x="14" y="0"/>
                  </a:cxn>
                  <a:cxn ang="0">
                    <a:pos x="6" y="0"/>
                  </a:cxn>
                  <a:cxn ang="0">
                    <a:pos x="2" y="2"/>
                  </a:cxn>
                  <a:cxn ang="0">
                    <a:pos x="0" y="6"/>
                  </a:cxn>
                  <a:cxn ang="0">
                    <a:pos x="2" y="12"/>
                  </a:cxn>
                  <a:cxn ang="0">
                    <a:pos x="2" y="12"/>
                  </a:cxn>
                  <a:cxn ang="0">
                    <a:pos x="4" y="14"/>
                  </a:cxn>
                  <a:cxn ang="0">
                    <a:pos x="8" y="14"/>
                  </a:cxn>
                  <a:cxn ang="0">
                    <a:pos x="20" y="8"/>
                  </a:cxn>
                  <a:cxn ang="0">
                    <a:pos x="20" y="8"/>
                  </a:cxn>
                  <a:cxn ang="0">
                    <a:pos x="24" y="6"/>
                  </a:cxn>
                  <a:cxn ang="0">
                    <a:pos x="24" y="4"/>
                  </a:cxn>
                  <a:cxn ang="0">
                    <a:pos x="20" y="2"/>
                  </a:cxn>
                  <a:cxn ang="0">
                    <a:pos x="14" y="0"/>
                  </a:cxn>
                  <a:cxn ang="0">
                    <a:pos x="14" y="0"/>
                  </a:cxn>
                </a:cxnLst>
                <a:rect l="0" t="0" r="r" b="b"/>
                <a:pathLst>
                  <a:path w="24" h="14">
                    <a:moveTo>
                      <a:pt x="14" y="0"/>
                    </a:moveTo>
                    <a:lnTo>
                      <a:pt x="14" y="0"/>
                    </a:lnTo>
                    <a:lnTo>
                      <a:pt x="6" y="0"/>
                    </a:lnTo>
                    <a:lnTo>
                      <a:pt x="2" y="2"/>
                    </a:lnTo>
                    <a:lnTo>
                      <a:pt x="0" y="6"/>
                    </a:lnTo>
                    <a:lnTo>
                      <a:pt x="2" y="12"/>
                    </a:lnTo>
                    <a:lnTo>
                      <a:pt x="2" y="12"/>
                    </a:lnTo>
                    <a:lnTo>
                      <a:pt x="4" y="14"/>
                    </a:lnTo>
                    <a:lnTo>
                      <a:pt x="8" y="14"/>
                    </a:lnTo>
                    <a:lnTo>
                      <a:pt x="20" y="8"/>
                    </a:lnTo>
                    <a:lnTo>
                      <a:pt x="20" y="8"/>
                    </a:lnTo>
                    <a:lnTo>
                      <a:pt x="24" y="6"/>
                    </a:lnTo>
                    <a:lnTo>
                      <a:pt x="24" y="4"/>
                    </a:lnTo>
                    <a:lnTo>
                      <a:pt x="20" y="2"/>
                    </a:lnTo>
                    <a:lnTo>
                      <a:pt x="14" y="0"/>
                    </a:lnTo>
                    <a:lnTo>
                      <a:pt x="14" y="0"/>
                    </a:lnTo>
                    <a:close/>
                  </a:path>
                </a:pathLst>
              </a:custGeom>
              <a:grpFill/>
              <a:ln w="6350">
                <a:noFill/>
                <a:round/>
                <a:headEnd/>
                <a:tailEnd/>
              </a:ln>
            </p:spPr>
            <p:txBody>
              <a:bodyPr/>
              <a:lstStyle/>
              <a:p>
                <a:endParaRPr lang="en-US" b="1" dirty="0"/>
              </a:p>
            </p:txBody>
          </p:sp>
          <p:sp>
            <p:nvSpPr>
              <p:cNvPr id="30" name="Freeform 6037">
                <a:extLst>
                  <a:ext uri="{FF2B5EF4-FFF2-40B4-BE49-F238E27FC236}">
                    <a16:creationId xmlns:a16="http://schemas.microsoft.com/office/drawing/2014/main" id="{B2C54C9D-1464-4263-A93C-6A19E08069FB}"/>
                  </a:ext>
                </a:extLst>
              </p:cNvPr>
              <p:cNvSpPr>
                <a:spLocks/>
              </p:cNvSpPr>
              <p:nvPr/>
            </p:nvSpPr>
            <p:spPr bwMode="auto">
              <a:xfrm>
                <a:off x="615950" y="1811973"/>
                <a:ext cx="24130" cy="22860"/>
              </a:xfrm>
              <a:custGeom>
                <a:avLst/>
                <a:gdLst/>
                <a:ahLst/>
                <a:cxnLst>
                  <a:cxn ang="0">
                    <a:pos x="28" y="2"/>
                  </a:cxn>
                  <a:cxn ang="0">
                    <a:pos x="28" y="2"/>
                  </a:cxn>
                  <a:cxn ang="0">
                    <a:pos x="18" y="16"/>
                  </a:cxn>
                  <a:cxn ang="0">
                    <a:pos x="0" y="34"/>
                  </a:cxn>
                  <a:cxn ang="0">
                    <a:pos x="0" y="34"/>
                  </a:cxn>
                  <a:cxn ang="0">
                    <a:pos x="0" y="36"/>
                  </a:cxn>
                  <a:cxn ang="0">
                    <a:pos x="4" y="36"/>
                  </a:cxn>
                  <a:cxn ang="0">
                    <a:pos x="16" y="32"/>
                  </a:cxn>
                  <a:cxn ang="0">
                    <a:pos x="16" y="32"/>
                  </a:cxn>
                  <a:cxn ang="0">
                    <a:pos x="20" y="30"/>
                  </a:cxn>
                  <a:cxn ang="0">
                    <a:pos x="22" y="26"/>
                  </a:cxn>
                  <a:cxn ang="0">
                    <a:pos x="26" y="20"/>
                  </a:cxn>
                  <a:cxn ang="0">
                    <a:pos x="32" y="12"/>
                  </a:cxn>
                  <a:cxn ang="0">
                    <a:pos x="32" y="12"/>
                  </a:cxn>
                  <a:cxn ang="0">
                    <a:pos x="36" y="4"/>
                  </a:cxn>
                  <a:cxn ang="0">
                    <a:pos x="38" y="2"/>
                  </a:cxn>
                  <a:cxn ang="0">
                    <a:pos x="36" y="0"/>
                  </a:cxn>
                  <a:cxn ang="0">
                    <a:pos x="32" y="0"/>
                  </a:cxn>
                  <a:cxn ang="0">
                    <a:pos x="28" y="2"/>
                  </a:cxn>
                  <a:cxn ang="0">
                    <a:pos x="28" y="2"/>
                  </a:cxn>
                </a:cxnLst>
                <a:rect l="0" t="0" r="r" b="b"/>
                <a:pathLst>
                  <a:path w="38" h="36">
                    <a:moveTo>
                      <a:pt x="28" y="2"/>
                    </a:moveTo>
                    <a:lnTo>
                      <a:pt x="28" y="2"/>
                    </a:lnTo>
                    <a:lnTo>
                      <a:pt x="18" y="16"/>
                    </a:lnTo>
                    <a:lnTo>
                      <a:pt x="0" y="34"/>
                    </a:lnTo>
                    <a:lnTo>
                      <a:pt x="0" y="34"/>
                    </a:lnTo>
                    <a:lnTo>
                      <a:pt x="0" y="36"/>
                    </a:lnTo>
                    <a:lnTo>
                      <a:pt x="4" y="36"/>
                    </a:lnTo>
                    <a:lnTo>
                      <a:pt x="16" y="32"/>
                    </a:lnTo>
                    <a:lnTo>
                      <a:pt x="16" y="32"/>
                    </a:lnTo>
                    <a:lnTo>
                      <a:pt x="20" y="30"/>
                    </a:lnTo>
                    <a:lnTo>
                      <a:pt x="22" y="26"/>
                    </a:lnTo>
                    <a:lnTo>
                      <a:pt x="26" y="20"/>
                    </a:lnTo>
                    <a:lnTo>
                      <a:pt x="32" y="12"/>
                    </a:lnTo>
                    <a:lnTo>
                      <a:pt x="32" y="12"/>
                    </a:lnTo>
                    <a:lnTo>
                      <a:pt x="36" y="4"/>
                    </a:lnTo>
                    <a:lnTo>
                      <a:pt x="38" y="2"/>
                    </a:lnTo>
                    <a:lnTo>
                      <a:pt x="36" y="0"/>
                    </a:lnTo>
                    <a:lnTo>
                      <a:pt x="32" y="0"/>
                    </a:lnTo>
                    <a:lnTo>
                      <a:pt x="28" y="2"/>
                    </a:lnTo>
                    <a:lnTo>
                      <a:pt x="28" y="2"/>
                    </a:lnTo>
                    <a:close/>
                  </a:path>
                </a:pathLst>
              </a:custGeom>
              <a:grpFill/>
              <a:ln w="6350">
                <a:noFill/>
                <a:round/>
                <a:headEnd/>
                <a:tailEnd/>
              </a:ln>
            </p:spPr>
            <p:txBody>
              <a:bodyPr/>
              <a:lstStyle/>
              <a:p>
                <a:endParaRPr lang="en-US" b="1" dirty="0"/>
              </a:p>
            </p:txBody>
          </p:sp>
          <p:sp>
            <p:nvSpPr>
              <p:cNvPr id="31" name="Freeform 6054">
                <a:extLst>
                  <a:ext uri="{FF2B5EF4-FFF2-40B4-BE49-F238E27FC236}">
                    <a16:creationId xmlns:a16="http://schemas.microsoft.com/office/drawing/2014/main" id="{6FBF50FB-D4AD-4A5C-B082-C2D248FA16FF}"/>
                  </a:ext>
                </a:extLst>
              </p:cNvPr>
              <p:cNvSpPr>
                <a:spLocks/>
              </p:cNvSpPr>
              <p:nvPr/>
            </p:nvSpPr>
            <p:spPr bwMode="auto">
              <a:xfrm>
                <a:off x="1395730" y="1058863"/>
                <a:ext cx="317500" cy="121920"/>
              </a:xfrm>
              <a:custGeom>
                <a:avLst/>
                <a:gdLst/>
                <a:ahLst/>
                <a:cxnLst>
                  <a:cxn ang="0">
                    <a:pos x="314" y="78"/>
                  </a:cxn>
                  <a:cxn ang="0">
                    <a:pos x="338" y="86"/>
                  </a:cxn>
                  <a:cxn ang="0">
                    <a:pos x="354" y="100"/>
                  </a:cxn>
                  <a:cxn ang="0">
                    <a:pos x="340" y="106"/>
                  </a:cxn>
                  <a:cxn ang="0">
                    <a:pos x="280" y="102"/>
                  </a:cxn>
                  <a:cxn ang="0">
                    <a:pos x="258" y="102"/>
                  </a:cxn>
                  <a:cxn ang="0">
                    <a:pos x="236" y="72"/>
                  </a:cxn>
                  <a:cxn ang="0">
                    <a:pos x="186" y="46"/>
                  </a:cxn>
                  <a:cxn ang="0">
                    <a:pos x="154" y="54"/>
                  </a:cxn>
                  <a:cxn ang="0">
                    <a:pos x="138" y="36"/>
                  </a:cxn>
                  <a:cxn ang="0">
                    <a:pos x="102" y="32"/>
                  </a:cxn>
                  <a:cxn ang="0">
                    <a:pos x="42" y="58"/>
                  </a:cxn>
                  <a:cxn ang="0">
                    <a:pos x="46" y="66"/>
                  </a:cxn>
                  <a:cxn ang="0">
                    <a:pos x="22" y="88"/>
                  </a:cxn>
                  <a:cxn ang="0">
                    <a:pos x="24" y="98"/>
                  </a:cxn>
                  <a:cxn ang="0">
                    <a:pos x="14" y="110"/>
                  </a:cxn>
                  <a:cxn ang="0">
                    <a:pos x="6" y="132"/>
                  </a:cxn>
                  <a:cxn ang="0">
                    <a:pos x="66" y="146"/>
                  </a:cxn>
                  <a:cxn ang="0">
                    <a:pos x="94" y="138"/>
                  </a:cxn>
                  <a:cxn ang="0">
                    <a:pos x="106" y="146"/>
                  </a:cxn>
                  <a:cxn ang="0">
                    <a:pos x="124" y="148"/>
                  </a:cxn>
                  <a:cxn ang="0">
                    <a:pos x="144" y="126"/>
                  </a:cxn>
                  <a:cxn ang="0">
                    <a:pos x="152" y="130"/>
                  </a:cxn>
                  <a:cxn ang="0">
                    <a:pos x="158" y="140"/>
                  </a:cxn>
                  <a:cxn ang="0">
                    <a:pos x="232" y="132"/>
                  </a:cxn>
                  <a:cxn ang="0">
                    <a:pos x="264" y="134"/>
                  </a:cxn>
                  <a:cxn ang="0">
                    <a:pos x="212" y="148"/>
                  </a:cxn>
                  <a:cxn ang="0">
                    <a:pos x="144" y="160"/>
                  </a:cxn>
                  <a:cxn ang="0">
                    <a:pos x="134" y="176"/>
                  </a:cxn>
                  <a:cxn ang="0">
                    <a:pos x="166" y="190"/>
                  </a:cxn>
                  <a:cxn ang="0">
                    <a:pos x="234" y="184"/>
                  </a:cxn>
                  <a:cxn ang="0">
                    <a:pos x="296" y="164"/>
                  </a:cxn>
                  <a:cxn ang="0">
                    <a:pos x="350" y="146"/>
                  </a:cxn>
                  <a:cxn ang="0">
                    <a:pos x="378" y="152"/>
                  </a:cxn>
                  <a:cxn ang="0">
                    <a:pos x="394" y="144"/>
                  </a:cxn>
                  <a:cxn ang="0">
                    <a:pos x="420" y="150"/>
                  </a:cxn>
                  <a:cxn ang="0">
                    <a:pos x="460" y="138"/>
                  </a:cxn>
                  <a:cxn ang="0">
                    <a:pos x="492" y="106"/>
                  </a:cxn>
                  <a:cxn ang="0">
                    <a:pos x="498" y="84"/>
                  </a:cxn>
                  <a:cxn ang="0">
                    <a:pos x="470" y="68"/>
                  </a:cxn>
                  <a:cxn ang="0">
                    <a:pos x="436" y="70"/>
                  </a:cxn>
                  <a:cxn ang="0">
                    <a:pos x="398" y="80"/>
                  </a:cxn>
                  <a:cxn ang="0">
                    <a:pos x="400" y="68"/>
                  </a:cxn>
                  <a:cxn ang="0">
                    <a:pos x="384" y="60"/>
                  </a:cxn>
                  <a:cxn ang="0">
                    <a:pos x="384" y="52"/>
                  </a:cxn>
                  <a:cxn ang="0">
                    <a:pos x="382" y="40"/>
                  </a:cxn>
                  <a:cxn ang="0">
                    <a:pos x="370" y="18"/>
                  </a:cxn>
                  <a:cxn ang="0">
                    <a:pos x="358" y="0"/>
                  </a:cxn>
                  <a:cxn ang="0">
                    <a:pos x="300" y="28"/>
                  </a:cxn>
                  <a:cxn ang="0">
                    <a:pos x="290" y="40"/>
                  </a:cxn>
                  <a:cxn ang="0">
                    <a:pos x="318" y="54"/>
                  </a:cxn>
                  <a:cxn ang="0">
                    <a:pos x="328" y="66"/>
                  </a:cxn>
                </a:cxnLst>
                <a:rect l="0" t="0" r="r" b="b"/>
                <a:pathLst>
                  <a:path w="500" h="192">
                    <a:moveTo>
                      <a:pt x="322" y="70"/>
                    </a:moveTo>
                    <a:lnTo>
                      <a:pt x="322" y="70"/>
                    </a:lnTo>
                    <a:lnTo>
                      <a:pt x="316" y="76"/>
                    </a:lnTo>
                    <a:lnTo>
                      <a:pt x="314" y="78"/>
                    </a:lnTo>
                    <a:lnTo>
                      <a:pt x="316" y="80"/>
                    </a:lnTo>
                    <a:lnTo>
                      <a:pt x="320" y="82"/>
                    </a:lnTo>
                    <a:lnTo>
                      <a:pt x="330" y="84"/>
                    </a:lnTo>
                    <a:lnTo>
                      <a:pt x="338" y="86"/>
                    </a:lnTo>
                    <a:lnTo>
                      <a:pt x="348" y="90"/>
                    </a:lnTo>
                    <a:lnTo>
                      <a:pt x="354" y="94"/>
                    </a:lnTo>
                    <a:lnTo>
                      <a:pt x="356" y="96"/>
                    </a:lnTo>
                    <a:lnTo>
                      <a:pt x="354" y="100"/>
                    </a:lnTo>
                    <a:lnTo>
                      <a:pt x="354" y="100"/>
                    </a:lnTo>
                    <a:lnTo>
                      <a:pt x="352" y="104"/>
                    </a:lnTo>
                    <a:lnTo>
                      <a:pt x="346" y="108"/>
                    </a:lnTo>
                    <a:lnTo>
                      <a:pt x="340" y="106"/>
                    </a:lnTo>
                    <a:lnTo>
                      <a:pt x="332" y="106"/>
                    </a:lnTo>
                    <a:lnTo>
                      <a:pt x="310" y="102"/>
                    </a:lnTo>
                    <a:lnTo>
                      <a:pt x="296" y="100"/>
                    </a:lnTo>
                    <a:lnTo>
                      <a:pt x="280" y="102"/>
                    </a:lnTo>
                    <a:lnTo>
                      <a:pt x="280" y="102"/>
                    </a:lnTo>
                    <a:lnTo>
                      <a:pt x="268" y="104"/>
                    </a:lnTo>
                    <a:lnTo>
                      <a:pt x="260" y="104"/>
                    </a:lnTo>
                    <a:lnTo>
                      <a:pt x="258" y="102"/>
                    </a:lnTo>
                    <a:lnTo>
                      <a:pt x="256" y="98"/>
                    </a:lnTo>
                    <a:lnTo>
                      <a:pt x="252" y="90"/>
                    </a:lnTo>
                    <a:lnTo>
                      <a:pt x="246" y="82"/>
                    </a:lnTo>
                    <a:lnTo>
                      <a:pt x="236" y="72"/>
                    </a:lnTo>
                    <a:lnTo>
                      <a:pt x="220" y="60"/>
                    </a:lnTo>
                    <a:lnTo>
                      <a:pt x="220" y="60"/>
                    </a:lnTo>
                    <a:lnTo>
                      <a:pt x="200" y="50"/>
                    </a:lnTo>
                    <a:lnTo>
                      <a:pt x="186" y="46"/>
                    </a:lnTo>
                    <a:lnTo>
                      <a:pt x="174" y="46"/>
                    </a:lnTo>
                    <a:lnTo>
                      <a:pt x="166" y="50"/>
                    </a:lnTo>
                    <a:lnTo>
                      <a:pt x="160" y="52"/>
                    </a:lnTo>
                    <a:lnTo>
                      <a:pt x="154" y="54"/>
                    </a:lnTo>
                    <a:lnTo>
                      <a:pt x="150" y="52"/>
                    </a:lnTo>
                    <a:lnTo>
                      <a:pt x="144" y="44"/>
                    </a:lnTo>
                    <a:lnTo>
                      <a:pt x="144" y="44"/>
                    </a:lnTo>
                    <a:lnTo>
                      <a:pt x="138" y="36"/>
                    </a:lnTo>
                    <a:lnTo>
                      <a:pt x="130" y="30"/>
                    </a:lnTo>
                    <a:lnTo>
                      <a:pt x="122" y="30"/>
                    </a:lnTo>
                    <a:lnTo>
                      <a:pt x="112" y="30"/>
                    </a:lnTo>
                    <a:lnTo>
                      <a:pt x="102" y="32"/>
                    </a:lnTo>
                    <a:lnTo>
                      <a:pt x="88" y="38"/>
                    </a:lnTo>
                    <a:lnTo>
                      <a:pt x="60" y="50"/>
                    </a:lnTo>
                    <a:lnTo>
                      <a:pt x="60" y="50"/>
                    </a:lnTo>
                    <a:lnTo>
                      <a:pt x="42" y="58"/>
                    </a:lnTo>
                    <a:lnTo>
                      <a:pt x="40" y="60"/>
                    </a:lnTo>
                    <a:lnTo>
                      <a:pt x="42" y="60"/>
                    </a:lnTo>
                    <a:lnTo>
                      <a:pt x="44" y="64"/>
                    </a:lnTo>
                    <a:lnTo>
                      <a:pt x="46" y="66"/>
                    </a:lnTo>
                    <a:lnTo>
                      <a:pt x="42" y="72"/>
                    </a:lnTo>
                    <a:lnTo>
                      <a:pt x="32" y="80"/>
                    </a:lnTo>
                    <a:lnTo>
                      <a:pt x="32" y="80"/>
                    </a:lnTo>
                    <a:lnTo>
                      <a:pt x="22" y="88"/>
                    </a:lnTo>
                    <a:lnTo>
                      <a:pt x="20" y="94"/>
                    </a:lnTo>
                    <a:lnTo>
                      <a:pt x="20" y="96"/>
                    </a:lnTo>
                    <a:lnTo>
                      <a:pt x="22" y="98"/>
                    </a:lnTo>
                    <a:lnTo>
                      <a:pt x="24" y="98"/>
                    </a:lnTo>
                    <a:lnTo>
                      <a:pt x="26" y="100"/>
                    </a:lnTo>
                    <a:lnTo>
                      <a:pt x="22" y="104"/>
                    </a:lnTo>
                    <a:lnTo>
                      <a:pt x="14" y="110"/>
                    </a:lnTo>
                    <a:lnTo>
                      <a:pt x="14" y="110"/>
                    </a:lnTo>
                    <a:lnTo>
                      <a:pt x="4" y="118"/>
                    </a:lnTo>
                    <a:lnTo>
                      <a:pt x="0" y="124"/>
                    </a:lnTo>
                    <a:lnTo>
                      <a:pt x="2" y="128"/>
                    </a:lnTo>
                    <a:lnTo>
                      <a:pt x="6" y="132"/>
                    </a:lnTo>
                    <a:lnTo>
                      <a:pt x="26" y="138"/>
                    </a:lnTo>
                    <a:lnTo>
                      <a:pt x="54" y="144"/>
                    </a:lnTo>
                    <a:lnTo>
                      <a:pt x="54" y="144"/>
                    </a:lnTo>
                    <a:lnTo>
                      <a:pt x="66" y="146"/>
                    </a:lnTo>
                    <a:lnTo>
                      <a:pt x="76" y="146"/>
                    </a:lnTo>
                    <a:lnTo>
                      <a:pt x="84" y="144"/>
                    </a:lnTo>
                    <a:lnTo>
                      <a:pt x="88" y="142"/>
                    </a:lnTo>
                    <a:lnTo>
                      <a:pt x="94" y="138"/>
                    </a:lnTo>
                    <a:lnTo>
                      <a:pt x="96" y="136"/>
                    </a:lnTo>
                    <a:lnTo>
                      <a:pt x="98" y="140"/>
                    </a:lnTo>
                    <a:lnTo>
                      <a:pt x="98" y="140"/>
                    </a:lnTo>
                    <a:lnTo>
                      <a:pt x="106" y="146"/>
                    </a:lnTo>
                    <a:lnTo>
                      <a:pt x="110" y="148"/>
                    </a:lnTo>
                    <a:lnTo>
                      <a:pt x="114" y="150"/>
                    </a:lnTo>
                    <a:lnTo>
                      <a:pt x="118" y="150"/>
                    </a:lnTo>
                    <a:lnTo>
                      <a:pt x="124" y="148"/>
                    </a:lnTo>
                    <a:lnTo>
                      <a:pt x="128" y="144"/>
                    </a:lnTo>
                    <a:lnTo>
                      <a:pt x="134" y="138"/>
                    </a:lnTo>
                    <a:lnTo>
                      <a:pt x="134" y="138"/>
                    </a:lnTo>
                    <a:lnTo>
                      <a:pt x="144" y="126"/>
                    </a:lnTo>
                    <a:lnTo>
                      <a:pt x="150" y="122"/>
                    </a:lnTo>
                    <a:lnTo>
                      <a:pt x="152" y="122"/>
                    </a:lnTo>
                    <a:lnTo>
                      <a:pt x="154" y="124"/>
                    </a:lnTo>
                    <a:lnTo>
                      <a:pt x="152" y="130"/>
                    </a:lnTo>
                    <a:lnTo>
                      <a:pt x="152" y="130"/>
                    </a:lnTo>
                    <a:lnTo>
                      <a:pt x="150" y="134"/>
                    </a:lnTo>
                    <a:lnTo>
                      <a:pt x="154" y="138"/>
                    </a:lnTo>
                    <a:lnTo>
                      <a:pt x="158" y="140"/>
                    </a:lnTo>
                    <a:lnTo>
                      <a:pt x="166" y="142"/>
                    </a:lnTo>
                    <a:lnTo>
                      <a:pt x="192" y="140"/>
                    </a:lnTo>
                    <a:lnTo>
                      <a:pt x="232" y="132"/>
                    </a:lnTo>
                    <a:lnTo>
                      <a:pt x="232" y="132"/>
                    </a:lnTo>
                    <a:lnTo>
                      <a:pt x="252" y="130"/>
                    </a:lnTo>
                    <a:lnTo>
                      <a:pt x="262" y="130"/>
                    </a:lnTo>
                    <a:lnTo>
                      <a:pt x="266" y="130"/>
                    </a:lnTo>
                    <a:lnTo>
                      <a:pt x="264" y="134"/>
                    </a:lnTo>
                    <a:lnTo>
                      <a:pt x="256" y="138"/>
                    </a:lnTo>
                    <a:lnTo>
                      <a:pt x="244" y="142"/>
                    </a:lnTo>
                    <a:lnTo>
                      <a:pt x="228" y="144"/>
                    </a:lnTo>
                    <a:lnTo>
                      <a:pt x="212" y="148"/>
                    </a:lnTo>
                    <a:lnTo>
                      <a:pt x="212" y="148"/>
                    </a:lnTo>
                    <a:lnTo>
                      <a:pt x="176" y="152"/>
                    </a:lnTo>
                    <a:lnTo>
                      <a:pt x="158" y="156"/>
                    </a:lnTo>
                    <a:lnTo>
                      <a:pt x="144" y="160"/>
                    </a:lnTo>
                    <a:lnTo>
                      <a:pt x="136" y="166"/>
                    </a:lnTo>
                    <a:lnTo>
                      <a:pt x="134" y="168"/>
                    </a:lnTo>
                    <a:lnTo>
                      <a:pt x="134" y="172"/>
                    </a:lnTo>
                    <a:lnTo>
                      <a:pt x="134" y="176"/>
                    </a:lnTo>
                    <a:lnTo>
                      <a:pt x="138" y="178"/>
                    </a:lnTo>
                    <a:lnTo>
                      <a:pt x="152" y="186"/>
                    </a:lnTo>
                    <a:lnTo>
                      <a:pt x="152" y="186"/>
                    </a:lnTo>
                    <a:lnTo>
                      <a:pt x="166" y="190"/>
                    </a:lnTo>
                    <a:lnTo>
                      <a:pt x="178" y="192"/>
                    </a:lnTo>
                    <a:lnTo>
                      <a:pt x="192" y="192"/>
                    </a:lnTo>
                    <a:lnTo>
                      <a:pt x="206" y="190"/>
                    </a:lnTo>
                    <a:lnTo>
                      <a:pt x="234" y="184"/>
                    </a:lnTo>
                    <a:lnTo>
                      <a:pt x="266" y="174"/>
                    </a:lnTo>
                    <a:lnTo>
                      <a:pt x="266" y="174"/>
                    </a:lnTo>
                    <a:lnTo>
                      <a:pt x="282" y="170"/>
                    </a:lnTo>
                    <a:lnTo>
                      <a:pt x="296" y="164"/>
                    </a:lnTo>
                    <a:lnTo>
                      <a:pt x="318" y="154"/>
                    </a:lnTo>
                    <a:lnTo>
                      <a:pt x="328" y="150"/>
                    </a:lnTo>
                    <a:lnTo>
                      <a:pt x="338" y="146"/>
                    </a:lnTo>
                    <a:lnTo>
                      <a:pt x="350" y="146"/>
                    </a:lnTo>
                    <a:lnTo>
                      <a:pt x="360" y="148"/>
                    </a:lnTo>
                    <a:lnTo>
                      <a:pt x="360" y="148"/>
                    </a:lnTo>
                    <a:lnTo>
                      <a:pt x="370" y="150"/>
                    </a:lnTo>
                    <a:lnTo>
                      <a:pt x="378" y="152"/>
                    </a:lnTo>
                    <a:lnTo>
                      <a:pt x="382" y="150"/>
                    </a:lnTo>
                    <a:lnTo>
                      <a:pt x="386" y="148"/>
                    </a:lnTo>
                    <a:lnTo>
                      <a:pt x="388" y="146"/>
                    </a:lnTo>
                    <a:lnTo>
                      <a:pt x="394" y="144"/>
                    </a:lnTo>
                    <a:lnTo>
                      <a:pt x="400" y="144"/>
                    </a:lnTo>
                    <a:lnTo>
                      <a:pt x="410" y="146"/>
                    </a:lnTo>
                    <a:lnTo>
                      <a:pt x="410" y="146"/>
                    </a:lnTo>
                    <a:lnTo>
                      <a:pt x="420" y="150"/>
                    </a:lnTo>
                    <a:lnTo>
                      <a:pt x="430" y="150"/>
                    </a:lnTo>
                    <a:lnTo>
                      <a:pt x="440" y="148"/>
                    </a:lnTo>
                    <a:lnTo>
                      <a:pt x="450" y="144"/>
                    </a:lnTo>
                    <a:lnTo>
                      <a:pt x="460" y="138"/>
                    </a:lnTo>
                    <a:lnTo>
                      <a:pt x="470" y="130"/>
                    </a:lnTo>
                    <a:lnTo>
                      <a:pt x="482" y="120"/>
                    </a:lnTo>
                    <a:lnTo>
                      <a:pt x="492" y="106"/>
                    </a:lnTo>
                    <a:lnTo>
                      <a:pt x="492" y="106"/>
                    </a:lnTo>
                    <a:lnTo>
                      <a:pt x="496" y="100"/>
                    </a:lnTo>
                    <a:lnTo>
                      <a:pt x="500" y="94"/>
                    </a:lnTo>
                    <a:lnTo>
                      <a:pt x="500" y="88"/>
                    </a:lnTo>
                    <a:lnTo>
                      <a:pt x="498" y="84"/>
                    </a:lnTo>
                    <a:lnTo>
                      <a:pt x="496" y="80"/>
                    </a:lnTo>
                    <a:lnTo>
                      <a:pt x="492" y="76"/>
                    </a:lnTo>
                    <a:lnTo>
                      <a:pt x="482" y="70"/>
                    </a:lnTo>
                    <a:lnTo>
                      <a:pt x="470" y="68"/>
                    </a:lnTo>
                    <a:lnTo>
                      <a:pt x="456" y="66"/>
                    </a:lnTo>
                    <a:lnTo>
                      <a:pt x="444" y="68"/>
                    </a:lnTo>
                    <a:lnTo>
                      <a:pt x="436" y="70"/>
                    </a:lnTo>
                    <a:lnTo>
                      <a:pt x="436" y="70"/>
                    </a:lnTo>
                    <a:lnTo>
                      <a:pt x="420" y="76"/>
                    </a:lnTo>
                    <a:lnTo>
                      <a:pt x="406" y="80"/>
                    </a:lnTo>
                    <a:lnTo>
                      <a:pt x="402" y="82"/>
                    </a:lnTo>
                    <a:lnTo>
                      <a:pt x="398" y="80"/>
                    </a:lnTo>
                    <a:lnTo>
                      <a:pt x="398" y="78"/>
                    </a:lnTo>
                    <a:lnTo>
                      <a:pt x="400" y="72"/>
                    </a:lnTo>
                    <a:lnTo>
                      <a:pt x="400" y="72"/>
                    </a:lnTo>
                    <a:lnTo>
                      <a:pt x="400" y="68"/>
                    </a:lnTo>
                    <a:lnTo>
                      <a:pt x="398" y="64"/>
                    </a:lnTo>
                    <a:lnTo>
                      <a:pt x="394" y="62"/>
                    </a:lnTo>
                    <a:lnTo>
                      <a:pt x="390" y="62"/>
                    </a:lnTo>
                    <a:lnTo>
                      <a:pt x="384" y="60"/>
                    </a:lnTo>
                    <a:lnTo>
                      <a:pt x="380" y="60"/>
                    </a:lnTo>
                    <a:lnTo>
                      <a:pt x="380" y="56"/>
                    </a:lnTo>
                    <a:lnTo>
                      <a:pt x="384" y="52"/>
                    </a:lnTo>
                    <a:lnTo>
                      <a:pt x="384" y="52"/>
                    </a:lnTo>
                    <a:lnTo>
                      <a:pt x="388" y="46"/>
                    </a:lnTo>
                    <a:lnTo>
                      <a:pt x="388" y="44"/>
                    </a:lnTo>
                    <a:lnTo>
                      <a:pt x="386" y="42"/>
                    </a:lnTo>
                    <a:lnTo>
                      <a:pt x="382" y="40"/>
                    </a:lnTo>
                    <a:lnTo>
                      <a:pt x="378" y="38"/>
                    </a:lnTo>
                    <a:lnTo>
                      <a:pt x="374" y="34"/>
                    </a:lnTo>
                    <a:lnTo>
                      <a:pt x="372" y="28"/>
                    </a:lnTo>
                    <a:lnTo>
                      <a:pt x="370" y="18"/>
                    </a:lnTo>
                    <a:lnTo>
                      <a:pt x="370" y="18"/>
                    </a:lnTo>
                    <a:lnTo>
                      <a:pt x="368" y="8"/>
                    </a:lnTo>
                    <a:lnTo>
                      <a:pt x="364" y="2"/>
                    </a:lnTo>
                    <a:lnTo>
                      <a:pt x="358" y="0"/>
                    </a:lnTo>
                    <a:lnTo>
                      <a:pt x="350" y="2"/>
                    </a:lnTo>
                    <a:lnTo>
                      <a:pt x="340" y="6"/>
                    </a:lnTo>
                    <a:lnTo>
                      <a:pt x="328" y="12"/>
                    </a:lnTo>
                    <a:lnTo>
                      <a:pt x="300" y="28"/>
                    </a:lnTo>
                    <a:lnTo>
                      <a:pt x="300" y="28"/>
                    </a:lnTo>
                    <a:lnTo>
                      <a:pt x="294" y="32"/>
                    </a:lnTo>
                    <a:lnTo>
                      <a:pt x="292" y="36"/>
                    </a:lnTo>
                    <a:lnTo>
                      <a:pt x="290" y="40"/>
                    </a:lnTo>
                    <a:lnTo>
                      <a:pt x="292" y="42"/>
                    </a:lnTo>
                    <a:lnTo>
                      <a:pt x="298" y="46"/>
                    </a:lnTo>
                    <a:lnTo>
                      <a:pt x="308" y="50"/>
                    </a:lnTo>
                    <a:lnTo>
                      <a:pt x="318" y="54"/>
                    </a:lnTo>
                    <a:lnTo>
                      <a:pt x="326" y="58"/>
                    </a:lnTo>
                    <a:lnTo>
                      <a:pt x="328" y="60"/>
                    </a:lnTo>
                    <a:lnTo>
                      <a:pt x="328" y="64"/>
                    </a:lnTo>
                    <a:lnTo>
                      <a:pt x="328" y="66"/>
                    </a:lnTo>
                    <a:lnTo>
                      <a:pt x="322" y="70"/>
                    </a:lnTo>
                    <a:lnTo>
                      <a:pt x="322" y="70"/>
                    </a:lnTo>
                    <a:close/>
                  </a:path>
                </a:pathLst>
              </a:custGeom>
              <a:grpFill/>
              <a:ln w="6350">
                <a:noFill/>
                <a:round/>
                <a:headEnd/>
                <a:tailEnd/>
              </a:ln>
            </p:spPr>
            <p:txBody>
              <a:bodyPr/>
              <a:lstStyle/>
              <a:p>
                <a:endParaRPr lang="en-US" b="1" dirty="0"/>
              </a:p>
            </p:txBody>
          </p:sp>
          <p:sp>
            <p:nvSpPr>
              <p:cNvPr id="32" name="Freeform 6074">
                <a:extLst>
                  <a:ext uri="{FF2B5EF4-FFF2-40B4-BE49-F238E27FC236}">
                    <a16:creationId xmlns:a16="http://schemas.microsoft.com/office/drawing/2014/main" id="{71C337CA-3C3F-4191-9533-004D6CC8448F}"/>
                  </a:ext>
                </a:extLst>
              </p:cNvPr>
              <p:cNvSpPr>
                <a:spLocks/>
              </p:cNvSpPr>
              <p:nvPr/>
            </p:nvSpPr>
            <p:spPr bwMode="auto">
              <a:xfrm>
                <a:off x="2233930" y="3139123"/>
                <a:ext cx="278130" cy="109220"/>
              </a:xfrm>
              <a:custGeom>
                <a:avLst/>
                <a:gdLst/>
                <a:ahLst/>
                <a:cxnLst>
                  <a:cxn ang="0">
                    <a:pos x="416" y="160"/>
                  </a:cxn>
                  <a:cxn ang="0">
                    <a:pos x="436" y="156"/>
                  </a:cxn>
                  <a:cxn ang="0">
                    <a:pos x="428" y="148"/>
                  </a:cxn>
                  <a:cxn ang="0">
                    <a:pos x="414" y="136"/>
                  </a:cxn>
                  <a:cxn ang="0">
                    <a:pos x="384" y="126"/>
                  </a:cxn>
                  <a:cxn ang="0">
                    <a:pos x="374" y="120"/>
                  </a:cxn>
                  <a:cxn ang="0">
                    <a:pos x="376" y="108"/>
                  </a:cxn>
                  <a:cxn ang="0">
                    <a:pos x="358" y="106"/>
                  </a:cxn>
                  <a:cxn ang="0">
                    <a:pos x="350" y="100"/>
                  </a:cxn>
                  <a:cxn ang="0">
                    <a:pos x="338" y="100"/>
                  </a:cxn>
                  <a:cxn ang="0">
                    <a:pos x="326" y="92"/>
                  </a:cxn>
                  <a:cxn ang="0">
                    <a:pos x="300" y="68"/>
                  </a:cxn>
                  <a:cxn ang="0">
                    <a:pos x="300" y="76"/>
                  </a:cxn>
                  <a:cxn ang="0">
                    <a:pos x="292" y="64"/>
                  </a:cxn>
                  <a:cxn ang="0">
                    <a:pos x="286" y="60"/>
                  </a:cxn>
                  <a:cxn ang="0">
                    <a:pos x="260" y="48"/>
                  </a:cxn>
                  <a:cxn ang="0">
                    <a:pos x="230" y="40"/>
                  </a:cxn>
                  <a:cxn ang="0">
                    <a:pos x="216" y="28"/>
                  </a:cxn>
                  <a:cxn ang="0">
                    <a:pos x="194" y="14"/>
                  </a:cxn>
                  <a:cxn ang="0">
                    <a:pos x="180" y="8"/>
                  </a:cxn>
                  <a:cxn ang="0">
                    <a:pos x="164" y="8"/>
                  </a:cxn>
                  <a:cxn ang="0">
                    <a:pos x="150" y="0"/>
                  </a:cxn>
                  <a:cxn ang="0">
                    <a:pos x="136" y="4"/>
                  </a:cxn>
                  <a:cxn ang="0">
                    <a:pos x="112" y="0"/>
                  </a:cxn>
                  <a:cxn ang="0">
                    <a:pos x="92" y="10"/>
                  </a:cxn>
                  <a:cxn ang="0">
                    <a:pos x="56" y="18"/>
                  </a:cxn>
                  <a:cxn ang="0">
                    <a:pos x="24" y="42"/>
                  </a:cxn>
                  <a:cxn ang="0">
                    <a:pos x="24" y="58"/>
                  </a:cxn>
                  <a:cxn ang="0">
                    <a:pos x="2" y="66"/>
                  </a:cxn>
                  <a:cxn ang="0">
                    <a:pos x="4" y="72"/>
                  </a:cxn>
                  <a:cxn ang="0">
                    <a:pos x="18" y="72"/>
                  </a:cxn>
                  <a:cxn ang="0">
                    <a:pos x="24" y="72"/>
                  </a:cxn>
                  <a:cxn ang="0">
                    <a:pos x="40" y="62"/>
                  </a:cxn>
                  <a:cxn ang="0">
                    <a:pos x="70" y="44"/>
                  </a:cxn>
                  <a:cxn ang="0">
                    <a:pos x="92" y="30"/>
                  </a:cxn>
                  <a:cxn ang="0">
                    <a:pos x="132" y="32"/>
                  </a:cxn>
                  <a:cxn ang="0">
                    <a:pos x="124" y="38"/>
                  </a:cxn>
                  <a:cxn ang="0">
                    <a:pos x="118" y="46"/>
                  </a:cxn>
                  <a:cxn ang="0">
                    <a:pos x="164" y="58"/>
                  </a:cxn>
                  <a:cxn ang="0">
                    <a:pos x="186" y="62"/>
                  </a:cxn>
                  <a:cxn ang="0">
                    <a:pos x="214" y="80"/>
                  </a:cxn>
                  <a:cxn ang="0">
                    <a:pos x="242" y="84"/>
                  </a:cxn>
                  <a:cxn ang="0">
                    <a:pos x="256" y="94"/>
                  </a:cxn>
                  <a:cxn ang="0">
                    <a:pos x="268" y="120"/>
                  </a:cxn>
                  <a:cxn ang="0">
                    <a:pos x="288" y="128"/>
                  </a:cxn>
                  <a:cxn ang="0">
                    <a:pos x="318" y="136"/>
                  </a:cxn>
                  <a:cxn ang="0">
                    <a:pos x="310" y="150"/>
                  </a:cxn>
                  <a:cxn ang="0">
                    <a:pos x="290" y="168"/>
                  </a:cxn>
                  <a:cxn ang="0">
                    <a:pos x="348" y="164"/>
                  </a:cxn>
                  <a:cxn ang="0">
                    <a:pos x="382" y="170"/>
                  </a:cxn>
                  <a:cxn ang="0">
                    <a:pos x="400" y="166"/>
                  </a:cxn>
                </a:cxnLst>
                <a:rect l="0" t="0" r="r" b="b"/>
                <a:pathLst>
                  <a:path w="438" h="172">
                    <a:moveTo>
                      <a:pt x="400" y="166"/>
                    </a:moveTo>
                    <a:lnTo>
                      <a:pt x="400" y="166"/>
                    </a:lnTo>
                    <a:lnTo>
                      <a:pt x="410" y="162"/>
                    </a:lnTo>
                    <a:lnTo>
                      <a:pt x="416" y="160"/>
                    </a:lnTo>
                    <a:lnTo>
                      <a:pt x="426" y="160"/>
                    </a:lnTo>
                    <a:lnTo>
                      <a:pt x="432" y="162"/>
                    </a:lnTo>
                    <a:lnTo>
                      <a:pt x="436" y="156"/>
                    </a:lnTo>
                    <a:lnTo>
                      <a:pt x="436" y="156"/>
                    </a:lnTo>
                    <a:lnTo>
                      <a:pt x="438" y="152"/>
                    </a:lnTo>
                    <a:lnTo>
                      <a:pt x="438" y="150"/>
                    </a:lnTo>
                    <a:lnTo>
                      <a:pt x="434" y="150"/>
                    </a:lnTo>
                    <a:lnTo>
                      <a:pt x="428" y="148"/>
                    </a:lnTo>
                    <a:lnTo>
                      <a:pt x="424" y="146"/>
                    </a:lnTo>
                    <a:lnTo>
                      <a:pt x="420" y="144"/>
                    </a:lnTo>
                    <a:lnTo>
                      <a:pt x="420" y="144"/>
                    </a:lnTo>
                    <a:lnTo>
                      <a:pt x="414" y="136"/>
                    </a:lnTo>
                    <a:lnTo>
                      <a:pt x="410" y="132"/>
                    </a:lnTo>
                    <a:lnTo>
                      <a:pt x="400" y="128"/>
                    </a:lnTo>
                    <a:lnTo>
                      <a:pt x="384" y="126"/>
                    </a:lnTo>
                    <a:lnTo>
                      <a:pt x="384" y="126"/>
                    </a:lnTo>
                    <a:lnTo>
                      <a:pt x="372" y="124"/>
                    </a:lnTo>
                    <a:lnTo>
                      <a:pt x="370" y="124"/>
                    </a:lnTo>
                    <a:lnTo>
                      <a:pt x="372" y="122"/>
                    </a:lnTo>
                    <a:lnTo>
                      <a:pt x="374" y="120"/>
                    </a:lnTo>
                    <a:lnTo>
                      <a:pt x="376" y="116"/>
                    </a:lnTo>
                    <a:lnTo>
                      <a:pt x="376" y="112"/>
                    </a:lnTo>
                    <a:lnTo>
                      <a:pt x="376" y="112"/>
                    </a:lnTo>
                    <a:lnTo>
                      <a:pt x="376" y="108"/>
                    </a:lnTo>
                    <a:lnTo>
                      <a:pt x="374" y="108"/>
                    </a:lnTo>
                    <a:lnTo>
                      <a:pt x="368" y="106"/>
                    </a:lnTo>
                    <a:lnTo>
                      <a:pt x="362" y="106"/>
                    </a:lnTo>
                    <a:lnTo>
                      <a:pt x="358" y="106"/>
                    </a:lnTo>
                    <a:lnTo>
                      <a:pt x="356" y="104"/>
                    </a:lnTo>
                    <a:lnTo>
                      <a:pt x="356" y="104"/>
                    </a:lnTo>
                    <a:lnTo>
                      <a:pt x="352" y="102"/>
                    </a:lnTo>
                    <a:lnTo>
                      <a:pt x="350" y="100"/>
                    </a:lnTo>
                    <a:lnTo>
                      <a:pt x="344" y="102"/>
                    </a:lnTo>
                    <a:lnTo>
                      <a:pt x="340" y="102"/>
                    </a:lnTo>
                    <a:lnTo>
                      <a:pt x="338" y="102"/>
                    </a:lnTo>
                    <a:lnTo>
                      <a:pt x="338" y="100"/>
                    </a:lnTo>
                    <a:lnTo>
                      <a:pt x="338" y="100"/>
                    </a:lnTo>
                    <a:lnTo>
                      <a:pt x="334" y="96"/>
                    </a:lnTo>
                    <a:lnTo>
                      <a:pt x="332" y="94"/>
                    </a:lnTo>
                    <a:lnTo>
                      <a:pt x="326" y="92"/>
                    </a:lnTo>
                    <a:lnTo>
                      <a:pt x="320" y="86"/>
                    </a:lnTo>
                    <a:lnTo>
                      <a:pt x="320" y="86"/>
                    </a:lnTo>
                    <a:lnTo>
                      <a:pt x="304" y="70"/>
                    </a:lnTo>
                    <a:lnTo>
                      <a:pt x="300" y="68"/>
                    </a:lnTo>
                    <a:lnTo>
                      <a:pt x="300" y="70"/>
                    </a:lnTo>
                    <a:lnTo>
                      <a:pt x="300" y="72"/>
                    </a:lnTo>
                    <a:lnTo>
                      <a:pt x="300" y="72"/>
                    </a:lnTo>
                    <a:lnTo>
                      <a:pt x="300" y="76"/>
                    </a:lnTo>
                    <a:lnTo>
                      <a:pt x="300" y="76"/>
                    </a:lnTo>
                    <a:lnTo>
                      <a:pt x="296" y="76"/>
                    </a:lnTo>
                    <a:lnTo>
                      <a:pt x="294" y="70"/>
                    </a:lnTo>
                    <a:lnTo>
                      <a:pt x="292" y="64"/>
                    </a:lnTo>
                    <a:lnTo>
                      <a:pt x="292" y="64"/>
                    </a:lnTo>
                    <a:lnTo>
                      <a:pt x="292" y="62"/>
                    </a:lnTo>
                    <a:lnTo>
                      <a:pt x="292" y="60"/>
                    </a:lnTo>
                    <a:lnTo>
                      <a:pt x="286" y="60"/>
                    </a:lnTo>
                    <a:lnTo>
                      <a:pt x="276" y="56"/>
                    </a:lnTo>
                    <a:lnTo>
                      <a:pt x="268" y="54"/>
                    </a:lnTo>
                    <a:lnTo>
                      <a:pt x="260" y="48"/>
                    </a:lnTo>
                    <a:lnTo>
                      <a:pt x="260" y="48"/>
                    </a:lnTo>
                    <a:lnTo>
                      <a:pt x="252" y="42"/>
                    </a:lnTo>
                    <a:lnTo>
                      <a:pt x="244" y="40"/>
                    </a:lnTo>
                    <a:lnTo>
                      <a:pt x="234" y="40"/>
                    </a:lnTo>
                    <a:lnTo>
                      <a:pt x="230" y="40"/>
                    </a:lnTo>
                    <a:lnTo>
                      <a:pt x="226" y="38"/>
                    </a:lnTo>
                    <a:lnTo>
                      <a:pt x="220" y="34"/>
                    </a:lnTo>
                    <a:lnTo>
                      <a:pt x="216" y="28"/>
                    </a:lnTo>
                    <a:lnTo>
                      <a:pt x="216" y="28"/>
                    </a:lnTo>
                    <a:lnTo>
                      <a:pt x="210" y="20"/>
                    </a:lnTo>
                    <a:lnTo>
                      <a:pt x="204" y="16"/>
                    </a:lnTo>
                    <a:lnTo>
                      <a:pt x="200" y="14"/>
                    </a:lnTo>
                    <a:lnTo>
                      <a:pt x="194" y="14"/>
                    </a:lnTo>
                    <a:lnTo>
                      <a:pt x="186" y="14"/>
                    </a:lnTo>
                    <a:lnTo>
                      <a:pt x="182" y="12"/>
                    </a:lnTo>
                    <a:lnTo>
                      <a:pt x="180" y="8"/>
                    </a:lnTo>
                    <a:lnTo>
                      <a:pt x="180" y="8"/>
                    </a:lnTo>
                    <a:lnTo>
                      <a:pt x="176" y="6"/>
                    </a:lnTo>
                    <a:lnTo>
                      <a:pt x="174" y="4"/>
                    </a:lnTo>
                    <a:lnTo>
                      <a:pt x="168" y="6"/>
                    </a:lnTo>
                    <a:lnTo>
                      <a:pt x="164" y="8"/>
                    </a:lnTo>
                    <a:lnTo>
                      <a:pt x="160" y="6"/>
                    </a:lnTo>
                    <a:lnTo>
                      <a:pt x="156" y="4"/>
                    </a:lnTo>
                    <a:lnTo>
                      <a:pt x="156" y="4"/>
                    </a:lnTo>
                    <a:lnTo>
                      <a:pt x="150" y="0"/>
                    </a:lnTo>
                    <a:lnTo>
                      <a:pt x="148" y="2"/>
                    </a:lnTo>
                    <a:lnTo>
                      <a:pt x="146" y="2"/>
                    </a:lnTo>
                    <a:lnTo>
                      <a:pt x="142" y="4"/>
                    </a:lnTo>
                    <a:lnTo>
                      <a:pt x="136" y="4"/>
                    </a:lnTo>
                    <a:lnTo>
                      <a:pt x="126" y="2"/>
                    </a:lnTo>
                    <a:lnTo>
                      <a:pt x="126" y="2"/>
                    </a:lnTo>
                    <a:lnTo>
                      <a:pt x="118" y="0"/>
                    </a:lnTo>
                    <a:lnTo>
                      <a:pt x="112" y="0"/>
                    </a:lnTo>
                    <a:lnTo>
                      <a:pt x="108" y="2"/>
                    </a:lnTo>
                    <a:lnTo>
                      <a:pt x="104" y="4"/>
                    </a:lnTo>
                    <a:lnTo>
                      <a:pt x="98" y="8"/>
                    </a:lnTo>
                    <a:lnTo>
                      <a:pt x="92" y="10"/>
                    </a:lnTo>
                    <a:lnTo>
                      <a:pt x="86" y="10"/>
                    </a:lnTo>
                    <a:lnTo>
                      <a:pt x="86" y="10"/>
                    </a:lnTo>
                    <a:lnTo>
                      <a:pt x="68" y="14"/>
                    </a:lnTo>
                    <a:lnTo>
                      <a:pt x="56" y="18"/>
                    </a:lnTo>
                    <a:lnTo>
                      <a:pt x="44" y="22"/>
                    </a:lnTo>
                    <a:lnTo>
                      <a:pt x="36" y="28"/>
                    </a:lnTo>
                    <a:lnTo>
                      <a:pt x="28" y="34"/>
                    </a:lnTo>
                    <a:lnTo>
                      <a:pt x="24" y="42"/>
                    </a:lnTo>
                    <a:lnTo>
                      <a:pt x="22" y="48"/>
                    </a:lnTo>
                    <a:lnTo>
                      <a:pt x="24" y="54"/>
                    </a:lnTo>
                    <a:lnTo>
                      <a:pt x="24" y="54"/>
                    </a:lnTo>
                    <a:lnTo>
                      <a:pt x="24" y="58"/>
                    </a:lnTo>
                    <a:lnTo>
                      <a:pt x="22" y="60"/>
                    </a:lnTo>
                    <a:lnTo>
                      <a:pt x="14" y="62"/>
                    </a:lnTo>
                    <a:lnTo>
                      <a:pt x="4" y="64"/>
                    </a:lnTo>
                    <a:lnTo>
                      <a:pt x="2" y="66"/>
                    </a:lnTo>
                    <a:lnTo>
                      <a:pt x="0" y="68"/>
                    </a:lnTo>
                    <a:lnTo>
                      <a:pt x="0" y="68"/>
                    </a:lnTo>
                    <a:lnTo>
                      <a:pt x="2" y="70"/>
                    </a:lnTo>
                    <a:lnTo>
                      <a:pt x="4" y="72"/>
                    </a:lnTo>
                    <a:lnTo>
                      <a:pt x="8" y="72"/>
                    </a:lnTo>
                    <a:lnTo>
                      <a:pt x="14" y="72"/>
                    </a:lnTo>
                    <a:lnTo>
                      <a:pt x="16" y="72"/>
                    </a:lnTo>
                    <a:lnTo>
                      <a:pt x="18" y="72"/>
                    </a:lnTo>
                    <a:lnTo>
                      <a:pt x="18" y="72"/>
                    </a:lnTo>
                    <a:lnTo>
                      <a:pt x="18" y="74"/>
                    </a:lnTo>
                    <a:lnTo>
                      <a:pt x="20" y="74"/>
                    </a:lnTo>
                    <a:lnTo>
                      <a:pt x="24" y="72"/>
                    </a:lnTo>
                    <a:lnTo>
                      <a:pt x="30" y="68"/>
                    </a:lnTo>
                    <a:lnTo>
                      <a:pt x="38" y="68"/>
                    </a:lnTo>
                    <a:lnTo>
                      <a:pt x="38" y="68"/>
                    </a:lnTo>
                    <a:lnTo>
                      <a:pt x="40" y="62"/>
                    </a:lnTo>
                    <a:lnTo>
                      <a:pt x="42" y="58"/>
                    </a:lnTo>
                    <a:lnTo>
                      <a:pt x="52" y="54"/>
                    </a:lnTo>
                    <a:lnTo>
                      <a:pt x="62" y="48"/>
                    </a:lnTo>
                    <a:lnTo>
                      <a:pt x="70" y="44"/>
                    </a:lnTo>
                    <a:lnTo>
                      <a:pt x="76" y="40"/>
                    </a:lnTo>
                    <a:lnTo>
                      <a:pt x="76" y="40"/>
                    </a:lnTo>
                    <a:lnTo>
                      <a:pt x="84" y="34"/>
                    </a:lnTo>
                    <a:lnTo>
                      <a:pt x="92" y="30"/>
                    </a:lnTo>
                    <a:lnTo>
                      <a:pt x="100" y="28"/>
                    </a:lnTo>
                    <a:lnTo>
                      <a:pt x="108" y="28"/>
                    </a:lnTo>
                    <a:lnTo>
                      <a:pt x="124" y="28"/>
                    </a:lnTo>
                    <a:lnTo>
                      <a:pt x="132" y="32"/>
                    </a:lnTo>
                    <a:lnTo>
                      <a:pt x="132" y="32"/>
                    </a:lnTo>
                    <a:lnTo>
                      <a:pt x="134" y="34"/>
                    </a:lnTo>
                    <a:lnTo>
                      <a:pt x="132" y="36"/>
                    </a:lnTo>
                    <a:lnTo>
                      <a:pt x="124" y="38"/>
                    </a:lnTo>
                    <a:lnTo>
                      <a:pt x="116" y="42"/>
                    </a:lnTo>
                    <a:lnTo>
                      <a:pt x="116" y="44"/>
                    </a:lnTo>
                    <a:lnTo>
                      <a:pt x="118" y="46"/>
                    </a:lnTo>
                    <a:lnTo>
                      <a:pt x="118" y="46"/>
                    </a:lnTo>
                    <a:lnTo>
                      <a:pt x="126" y="52"/>
                    </a:lnTo>
                    <a:lnTo>
                      <a:pt x="134" y="56"/>
                    </a:lnTo>
                    <a:lnTo>
                      <a:pt x="146" y="58"/>
                    </a:lnTo>
                    <a:lnTo>
                      <a:pt x="164" y="58"/>
                    </a:lnTo>
                    <a:lnTo>
                      <a:pt x="164" y="58"/>
                    </a:lnTo>
                    <a:lnTo>
                      <a:pt x="174" y="58"/>
                    </a:lnTo>
                    <a:lnTo>
                      <a:pt x="180" y="60"/>
                    </a:lnTo>
                    <a:lnTo>
                      <a:pt x="186" y="62"/>
                    </a:lnTo>
                    <a:lnTo>
                      <a:pt x="190" y="66"/>
                    </a:lnTo>
                    <a:lnTo>
                      <a:pt x="200" y="74"/>
                    </a:lnTo>
                    <a:lnTo>
                      <a:pt x="206" y="78"/>
                    </a:lnTo>
                    <a:lnTo>
                      <a:pt x="214" y="80"/>
                    </a:lnTo>
                    <a:lnTo>
                      <a:pt x="214" y="80"/>
                    </a:lnTo>
                    <a:lnTo>
                      <a:pt x="222" y="84"/>
                    </a:lnTo>
                    <a:lnTo>
                      <a:pt x="230" y="84"/>
                    </a:lnTo>
                    <a:lnTo>
                      <a:pt x="242" y="84"/>
                    </a:lnTo>
                    <a:lnTo>
                      <a:pt x="246" y="84"/>
                    </a:lnTo>
                    <a:lnTo>
                      <a:pt x="250" y="86"/>
                    </a:lnTo>
                    <a:lnTo>
                      <a:pt x="252" y="88"/>
                    </a:lnTo>
                    <a:lnTo>
                      <a:pt x="256" y="94"/>
                    </a:lnTo>
                    <a:lnTo>
                      <a:pt x="256" y="94"/>
                    </a:lnTo>
                    <a:lnTo>
                      <a:pt x="260" y="106"/>
                    </a:lnTo>
                    <a:lnTo>
                      <a:pt x="266" y="116"/>
                    </a:lnTo>
                    <a:lnTo>
                      <a:pt x="268" y="120"/>
                    </a:lnTo>
                    <a:lnTo>
                      <a:pt x="274" y="124"/>
                    </a:lnTo>
                    <a:lnTo>
                      <a:pt x="280" y="126"/>
                    </a:lnTo>
                    <a:lnTo>
                      <a:pt x="288" y="128"/>
                    </a:lnTo>
                    <a:lnTo>
                      <a:pt x="288" y="128"/>
                    </a:lnTo>
                    <a:lnTo>
                      <a:pt x="304" y="128"/>
                    </a:lnTo>
                    <a:lnTo>
                      <a:pt x="310" y="130"/>
                    </a:lnTo>
                    <a:lnTo>
                      <a:pt x="316" y="134"/>
                    </a:lnTo>
                    <a:lnTo>
                      <a:pt x="318" y="136"/>
                    </a:lnTo>
                    <a:lnTo>
                      <a:pt x="318" y="140"/>
                    </a:lnTo>
                    <a:lnTo>
                      <a:pt x="316" y="144"/>
                    </a:lnTo>
                    <a:lnTo>
                      <a:pt x="310" y="150"/>
                    </a:lnTo>
                    <a:lnTo>
                      <a:pt x="310" y="150"/>
                    </a:lnTo>
                    <a:lnTo>
                      <a:pt x="298" y="158"/>
                    </a:lnTo>
                    <a:lnTo>
                      <a:pt x="292" y="162"/>
                    </a:lnTo>
                    <a:lnTo>
                      <a:pt x="290" y="166"/>
                    </a:lnTo>
                    <a:lnTo>
                      <a:pt x="290" y="168"/>
                    </a:lnTo>
                    <a:lnTo>
                      <a:pt x="296" y="170"/>
                    </a:lnTo>
                    <a:lnTo>
                      <a:pt x="328" y="166"/>
                    </a:lnTo>
                    <a:lnTo>
                      <a:pt x="328" y="166"/>
                    </a:lnTo>
                    <a:lnTo>
                      <a:pt x="348" y="164"/>
                    </a:lnTo>
                    <a:lnTo>
                      <a:pt x="360" y="166"/>
                    </a:lnTo>
                    <a:lnTo>
                      <a:pt x="370" y="166"/>
                    </a:lnTo>
                    <a:lnTo>
                      <a:pt x="376" y="168"/>
                    </a:lnTo>
                    <a:lnTo>
                      <a:pt x="382" y="170"/>
                    </a:lnTo>
                    <a:lnTo>
                      <a:pt x="386" y="172"/>
                    </a:lnTo>
                    <a:lnTo>
                      <a:pt x="392" y="170"/>
                    </a:lnTo>
                    <a:lnTo>
                      <a:pt x="400" y="166"/>
                    </a:lnTo>
                    <a:lnTo>
                      <a:pt x="400" y="166"/>
                    </a:lnTo>
                    <a:close/>
                  </a:path>
                </a:pathLst>
              </a:custGeom>
              <a:grpFill/>
              <a:ln w="6350">
                <a:noFill/>
                <a:round/>
                <a:headEnd/>
                <a:tailEnd/>
              </a:ln>
            </p:spPr>
            <p:txBody>
              <a:bodyPr/>
              <a:lstStyle/>
              <a:p>
                <a:endParaRPr lang="en-US" b="1" dirty="0"/>
              </a:p>
            </p:txBody>
          </p:sp>
          <p:sp>
            <p:nvSpPr>
              <p:cNvPr id="33" name="Freeform 6084">
                <a:extLst>
                  <a:ext uri="{FF2B5EF4-FFF2-40B4-BE49-F238E27FC236}">
                    <a16:creationId xmlns:a16="http://schemas.microsoft.com/office/drawing/2014/main" id="{CFB3B249-F8E7-4700-805E-A65468163D53}"/>
                  </a:ext>
                </a:extLst>
              </p:cNvPr>
              <p:cNvSpPr>
                <a:spLocks/>
              </p:cNvSpPr>
              <p:nvPr/>
            </p:nvSpPr>
            <p:spPr bwMode="auto">
              <a:xfrm>
                <a:off x="2791460" y="3296603"/>
                <a:ext cx="5080" cy="5080"/>
              </a:xfrm>
              <a:custGeom>
                <a:avLst/>
                <a:gdLst/>
                <a:ahLst/>
                <a:cxnLst>
                  <a:cxn ang="0">
                    <a:pos x="0" y="6"/>
                  </a:cxn>
                  <a:cxn ang="0">
                    <a:pos x="0" y="6"/>
                  </a:cxn>
                  <a:cxn ang="0">
                    <a:pos x="0" y="8"/>
                  </a:cxn>
                  <a:cxn ang="0">
                    <a:pos x="4" y="6"/>
                  </a:cxn>
                  <a:cxn ang="0">
                    <a:pos x="6" y="4"/>
                  </a:cxn>
                  <a:cxn ang="0">
                    <a:pos x="8" y="2"/>
                  </a:cxn>
                  <a:cxn ang="0">
                    <a:pos x="8" y="2"/>
                  </a:cxn>
                  <a:cxn ang="0">
                    <a:pos x="6" y="0"/>
                  </a:cxn>
                  <a:cxn ang="0">
                    <a:pos x="2" y="2"/>
                  </a:cxn>
                  <a:cxn ang="0">
                    <a:pos x="0" y="4"/>
                  </a:cxn>
                  <a:cxn ang="0">
                    <a:pos x="0" y="6"/>
                  </a:cxn>
                  <a:cxn ang="0">
                    <a:pos x="0" y="6"/>
                  </a:cxn>
                </a:cxnLst>
                <a:rect l="0" t="0" r="r" b="b"/>
                <a:pathLst>
                  <a:path w="8" h="8">
                    <a:moveTo>
                      <a:pt x="0" y="6"/>
                    </a:moveTo>
                    <a:lnTo>
                      <a:pt x="0" y="6"/>
                    </a:lnTo>
                    <a:lnTo>
                      <a:pt x="0" y="8"/>
                    </a:lnTo>
                    <a:lnTo>
                      <a:pt x="4" y="6"/>
                    </a:lnTo>
                    <a:lnTo>
                      <a:pt x="6" y="4"/>
                    </a:lnTo>
                    <a:lnTo>
                      <a:pt x="8" y="2"/>
                    </a:lnTo>
                    <a:lnTo>
                      <a:pt x="8" y="2"/>
                    </a:lnTo>
                    <a:lnTo>
                      <a:pt x="6" y="0"/>
                    </a:lnTo>
                    <a:lnTo>
                      <a:pt x="2" y="2"/>
                    </a:lnTo>
                    <a:lnTo>
                      <a:pt x="0" y="4"/>
                    </a:lnTo>
                    <a:lnTo>
                      <a:pt x="0" y="6"/>
                    </a:lnTo>
                    <a:lnTo>
                      <a:pt x="0" y="6"/>
                    </a:lnTo>
                    <a:close/>
                  </a:path>
                </a:pathLst>
              </a:custGeom>
              <a:grpFill/>
              <a:ln w="6350">
                <a:noFill/>
                <a:round/>
                <a:headEnd/>
                <a:tailEnd/>
              </a:ln>
            </p:spPr>
            <p:txBody>
              <a:bodyPr/>
              <a:lstStyle/>
              <a:p>
                <a:endParaRPr lang="en-US" b="1" dirty="0"/>
              </a:p>
            </p:txBody>
          </p:sp>
          <p:sp>
            <p:nvSpPr>
              <p:cNvPr id="34" name="Freeform 6086">
                <a:extLst>
                  <a:ext uri="{FF2B5EF4-FFF2-40B4-BE49-F238E27FC236}">
                    <a16:creationId xmlns:a16="http://schemas.microsoft.com/office/drawing/2014/main" id="{300E0473-EF92-410D-949E-8C990BF8A828}"/>
                  </a:ext>
                </a:extLst>
              </p:cNvPr>
              <p:cNvSpPr>
                <a:spLocks noEditPoints="1"/>
              </p:cNvSpPr>
              <p:nvPr/>
            </p:nvSpPr>
            <p:spPr bwMode="auto">
              <a:xfrm>
                <a:off x="93979" y="1296353"/>
                <a:ext cx="2874010" cy="2354580"/>
              </a:xfrm>
              <a:custGeom>
                <a:avLst/>
                <a:gdLst/>
                <a:ahLst/>
                <a:cxnLst>
                  <a:cxn ang="0">
                    <a:pos x="3400" y="3516"/>
                  </a:cxn>
                  <a:cxn ang="0">
                    <a:pos x="3292" y="3276"/>
                  </a:cxn>
                  <a:cxn ang="0">
                    <a:pos x="3246" y="3102"/>
                  </a:cxn>
                  <a:cxn ang="0">
                    <a:pos x="3116" y="3080"/>
                  </a:cxn>
                  <a:cxn ang="0">
                    <a:pos x="2830" y="2916"/>
                  </a:cxn>
                  <a:cxn ang="0">
                    <a:pos x="3078" y="2572"/>
                  </a:cxn>
                  <a:cxn ang="0">
                    <a:pos x="3134" y="2554"/>
                  </a:cxn>
                  <a:cxn ang="0">
                    <a:pos x="3436" y="2646"/>
                  </a:cxn>
                  <a:cxn ang="0">
                    <a:pos x="3526" y="2642"/>
                  </a:cxn>
                  <a:cxn ang="0">
                    <a:pos x="3686" y="2282"/>
                  </a:cxn>
                  <a:cxn ang="0">
                    <a:pos x="3698" y="2162"/>
                  </a:cxn>
                  <a:cxn ang="0">
                    <a:pos x="3748" y="2092"/>
                  </a:cxn>
                  <a:cxn ang="0">
                    <a:pos x="3924" y="1928"/>
                  </a:cxn>
                  <a:cxn ang="0">
                    <a:pos x="4006" y="1782"/>
                  </a:cxn>
                  <a:cxn ang="0">
                    <a:pos x="4138" y="1824"/>
                  </a:cxn>
                  <a:cxn ang="0">
                    <a:pos x="4150" y="1496"/>
                  </a:cxn>
                  <a:cxn ang="0">
                    <a:pos x="4522" y="1296"/>
                  </a:cxn>
                  <a:cxn ang="0">
                    <a:pos x="4314" y="1090"/>
                  </a:cxn>
                  <a:cxn ang="0">
                    <a:pos x="4060" y="934"/>
                  </a:cxn>
                  <a:cxn ang="0">
                    <a:pos x="3720" y="680"/>
                  </a:cxn>
                  <a:cxn ang="0">
                    <a:pos x="3570" y="1166"/>
                  </a:cxn>
                  <a:cxn ang="0">
                    <a:pos x="3346" y="1132"/>
                  </a:cxn>
                  <a:cxn ang="0">
                    <a:pos x="3060" y="648"/>
                  </a:cxn>
                  <a:cxn ang="0">
                    <a:pos x="3304" y="420"/>
                  </a:cxn>
                  <a:cxn ang="0">
                    <a:pos x="3452" y="258"/>
                  </a:cxn>
                  <a:cxn ang="0">
                    <a:pos x="3282" y="322"/>
                  </a:cxn>
                  <a:cxn ang="0">
                    <a:pos x="3048" y="164"/>
                  </a:cxn>
                  <a:cxn ang="0">
                    <a:pos x="2954" y="232"/>
                  </a:cxn>
                  <a:cxn ang="0">
                    <a:pos x="2726" y="298"/>
                  </a:cxn>
                  <a:cxn ang="0">
                    <a:pos x="2330" y="286"/>
                  </a:cxn>
                  <a:cxn ang="0">
                    <a:pos x="1732" y="136"/>
                  </a:cxn>
                  <a:cxn ang="0">
                    <a:pos x="1406" y="178"/>
                  </a:cxn>
                  <a:cxn ang="0">
                    <a:pos x="636" y="94"/>
                  </a:cxn>
                  <a:cxn ang="0">
                    <a:pos x="54" y="266"/>
                  </a:cxn>
                  <a:cxn ang="0">
                    <a:pos x="28" y="440"/>
                  </a:cxn>
                  <a:cxn ang="0">
                    <a:pos x="270" y="598"/>
                  </a:cxn>
                  <a:cxn ang="0">
                    <a:pos x="246" y="900"/>
                  </a:cxn>
                  <a:cxn ang="0">
                    <a:pos x="218" y="1124"/>
                  </a:cxn>
                  <a:cxn ang="0">
                    <a:pos x="548" y="956"/>
                  </a:cxn>
                  <a:cxn ang="0">
                    <a:pos x="648" y="882"/>
                  </a:cxn>
                  <a:cxn ang="0">
                    <a:pos x="1136" y="842"/>
                  </a:cxn>
                  <a:cxn ang="0">
                    <a:pos x="1412" y="1020"/>
                  </a:cxn>
                  <a:cxn ang="0">
                    <a:pos x="1524" y="1162"/>
                  </a:cxn>
                  <a:cxn ang="0">
                    <a:pos x="1646" y="1306"/>
                  </a:cxn>
                  <a:cxn ang="0">
                    <a:pos x="1750" y="1434"/>
                  </a:cxn>
                  <a:cxn ang="0">
                    <a:pos x="1840" y="1570"/>
                  </a:cxn>
                  <a:cxn ang="0">
                    <a:pos x="1838" y="2170"/>
                  </a:cxn>
                  <a:cxn ang="0">
                    <a:pos x="2146" y="2682"/>
                  </a:cxn>
                  <a:cxn ang="0">
                    <a:pos x="2168" y="2564"/>
                  </a:cxn>
                  <a:cxn ang="0">
                    <a:pos x="2530" y="2998"/>
                  </a:cxn>
                  <a:cxn ang="0">
                    <a:pos x="3202" y="3400"/>
                  </a:cxn>
                  <a:cxn ang="0">
                    <a:pos x="3330" y="3570"/>
                  </a:cxn>
                  <a:cxn ang="0">
                    <a:pos x="3432" y="3656"/>
                  </a:cxn>
                  <a:cxn ang="0">
                    <a:pos x="3562" y="3616"/>
                  </a:cxn>
                  <a:cxn ang="0">
                    <a:pos x="3408" y="1922"/>
                  </a:cxn>
                  <a:cxn ang="0">
                    <a:pos x="3590" y="1870"/>
                  </a:cxn>
                  <a:cxn ang="0">
                    <a:pos x="3578" y="1812"/>
                  </a:cxn>
                  <a:cxn ang="0">
                    <a:pos x="3344" y="1588"/>
                  </a:cxn>
                  <a:cxn ang="0">
                    <a:pos x="3548" y="1750"/>
                  </a:cxn>
                  <a:cxn ang="0">
                    <a:pos x="3418" y="1798"/>
                  </a:cxn>
                  <a:cxn ang="0">
                    <a:pos x="3294" y="1766"/>
                  </a:cxn>
                  <a:cxn ang="0">
                    <a:pos x="3244" y="1726"/>
                  </a:cxn>
                  <a:cxn ang="0">
                    <a:pos x="3258" y="1654"/>
                  </a:cxn>
                </a:cxnLst>
                <a:rect l="0" t="0" r="r" b="b"/>
                <a:pathLst>
                  <a:path w="4526" h="3708">
                    <a:moveTo>
                      <a:pt x="3654" y="3626"/>
                    </a:moveTo>
                    <a:lnTo>
                      <a:pt x="3654" y="3626"/>
                    </a:lnTo>
                    <a:lnTo>
                      <a:pt x="3654" y="3626"/>
                    </a:lnTo>
                    <a:lnTo>
                      <a:pt x="3654" y="3626"/>
                    </a:lnTo>
                    <a:lnTo>
                      <a:pt x="3642" y="3614"/>
                    </a:lnTo>
                    <a:lnTo>
                      <a:pt x="3628" y="3600"/>
                    </a:lnTo>
                    <a:lnTo>
                      <a:pt x="3622" y="3596"/>
                    </a:lnTo>
                    <a:lnTo>
                      <a:pt x="3614" y="3592"/>
                    </a:lnTo>
                    <a:lnTo>
                      <a:pt x="3606" y="3590"/>
                    </a:lnTo>
                    <a:lnTo>
                      <a:pt x="3598" y="3588"/>
                    </a:lnTo>
                    <a:lnTo>
                      <a:pt x="3598" y="3588"/>
                    </a:lnTo>
                    <a:lnTo>
                      <a:pt x="3588" y="3590"/>
                    </a:lnTo>
                    <a:lnTo>
                      <a:pt x="3588" y="3588"/>
                    </a:lnTo>
                    <a:lnTo>
                      <a:pt x="3588" y="3588"/>
                    </a:lnTo>
                    <a:lnTo>
                      <a:pt x="3588" y="3586"/>
                    </a:lnTo>
                    <a:lnTo>
                      <a:pt x="3586" y="3584"/>
                    </a:lnTo>
                    <a:lnTo>
                      <a:pt x="3574" y="3582"/>
                    </a:lnTo>
                    <a:lnTo>
                      <a:pt x="3574" y="3582"/>
                    </a:lnTo>
                    <a:lnTo>
                      <a:pt x="3562" y="3582"/>
                    </a:lnTo>
                    <a:lnTo>
                      <a:pt x="3560" y="3582"/>
                    </a:lnTo>
                    <a:lnTo>
                      <a:pt x="3560" y="3584"/>
                    </a:lnTo>
                    <a:lnTo>
                      <a:pt x="3556" y="3590"/>
                    </a:lnTo>
                    <a:lnTo>
                      <a:pt x="3552" y="3594"/>
                    </a:lnTo>
                    <a:lnTo>
                      <a:pt x="3546" y="3598"/>
                    </a:lnTo>
                    <a:lnTo>
                      <a:pt x="3546" y="3598"/>
                    </a:lnTo>
                    <a:lnTo>
                      <a:pt x="3524" y="3608"/>
                    </a:lnTo>
                    <a:lnTo>
                      <a:pt x="3518" y="3612"/>
                    </a:lnTo>
                    <a:lnTo>
                      <a:pt x="3514" y="3616"/>
                    </a:lnTo>
                    <a:lnTo>
                      <a:pt x="3496" y="3622"/>
                    </a:lnTo>
                    <a:lnTo>
                      <a:pt x="3496" y="3622"/>
                    </a:lnTo>
                    <a:lnTo>
                      <a:pt x="3492" y="3622"/>
                    </a:lnTo>
                    <a:lnTo>
                      <a:pt x="3488" y="3620"/>
                    </a:lnTo>
                    <a:lnTo>
                      <a:pt x="3480" y="3612"/>
                    </a:lnTo>
                    <a:lnTo>
                      <a:pt x="3480" y="3612"/>
                    </a:lnTo>
                    <a:lnTo>
                      <a:pt x="3476" y="3608"/>
                    </a:lnTo>
                    <a:lnTo>
                      <a:pt x="3474" y="3604"/>
                    </a:lnTo>
                    <a:lnTo>
                      <a:pt x="3474" y="3604"/>
                    </a:lnTo>
                    <a:lnTo>
                      <a:pt x="3472" y="3602"/>
                    </a:lnTo>
                    <a:lnTo>
                      <a:pt x="3470" y="3602"/>
                    </a:lnTo>
                    <a:lnTo>
                      <a:pt x="3468" y="3604"/>
                    </a:lnTo>
                    <a:lnTo>
                      <a:pt x="3470" y="3610"/>
                    </a:lnTo>
                    <a:lnTo>
                      <a:pt x="3470" y="3610"/>
                    </a:lnTo>
                    <a:lnTo>
                      <a:pt x="3470" y="3610"/>
                    </a:lnTo>
                    <a:lnTo>
                      <a:pt x="3468" y="3612"/>
                    </a:lnTo>
                    <a:lnTo>
                      <a:pt x="3464" y="3612"/>
                    </a:lnTo>
                    <a:lnTo>
                      <a:pt x="3460" y="3610"/>
                    </a:lnTo>
                    <a:lnTo>
                      <a:pt x="3456" y="3608"/>
                    </a:lnTo>
                    <a:lnTo>
                      <a:pt x="3456" y="3608"/>
                    </a:lnTo>
                    <a:lnTo>
                      <a:pt x="3458" y="3604"/>
                    </a:lnTo>
                    <a:lnTo>
                      <a:pt x="3460" y="3604"/>
                    </a:lnTo>
                    <a:lnTo>
                      <a:pt x="3460" y="3602"/>
                    </a:lnTo>
                    <a:lnTo>
                      <a:pt x="3460" y="3600"/>
                    </a:lnTo>
                    <a:lnTo>
                      <a:pt x="3460" y="3600"/>
                    </a:lnTo>
                    <a:lnTo>
                      <a:pt x="3458" y="3600"/>
                    </a:lnTo>
                    <a:lnTo>
                      <a:pt x="3454" y="3600"/>
                    </a:lnTo>
                    <a:lnTo>
                      <a:pt x="3452" y="3600"/>
                    </a:lnTo>
                    <a:lnTo>
                      <a:pt x="3452" y="3596"/>
                    </a:lnTo>
                    <a:lnTo>
                      <a:pt x="3452" y="3596"/>
                    </a:lnTo>
                    <a:lnTo>
                      <a:pt x="3452" y="3590"/>
                    </a:lnTo>
                    <a:lnTo>
                      <a:pt x="3450" y="3588"/>
                    </a:lnTo>
                    <a:lnTo>
                      <a:pt x="3444" y="3584"/>
                    </a:lnTo>
                    <a:lnTo>
                      <a:pt x="3444" y="3584"/>
                    </a:lnTo>
                    <a:lnTo>
                      <a:pt x="3440" y="3578"/>
                    </a:lnTo>
                    <a:lnTo>
                      <a:pt x="3432" y="3568"/>
                    </a:lnTo>
                    <a:lnTo>
                      <a:pt x="3422" y="3558"/>
                    </a:lnTo>
                    <a:lnTo>
                      <a:pt x="3412" y="3544"/>
                    </a:lnTo>
                    <a:lnTo>
                      <a:pt x="3412" y="3544"/>
                    </a:lnTo>
                    <a:lnTo>
                      <a:pt x="3406" y="3534"/>
                    </a:lnTo>
                    <a:lnTo>
                      <a:pt x="3404" y="3528"/>
                    </a:lnTo>
                    <a:lnTo>
                      <a:pt x="3404" y="3522"/>
                    </a:lnTo>
                    <a:lnTo>
                      <a:pt x="3400" y="3516"/>
                    </a:lnTo>
                    <a:lnTo>
                      <a:pt x="3400" y="3516"/>
                    </a:lnTo>
                    <a:lnTo>
                      <a:pt x="3396" y="3512"/>
                    </a:lnTo>
                    <a:lnTo>
                      <a:pt x="3392" y="3504"/>
                    </a:lnTo>
                    <a:lnTo>
                      <a:pt x="3392" y="3504"/>
                    </a:lnTo>
                    <a:lnTo>
                      <a:pt x="3392" y="3498"/>
                    </a:lnTo>
                    <a:lnTo>
                      <a:pt x="3392" y="3492"/>
                    </a:lnTo>
                    <a:lnTo>
                      <a:pt x="3396" y="3486"/>
                    </a:lnTo>
                    <a:lnTo>
                      <a:pt x="3398" y="3484"/>
                    </a:lnTo>
                    <a:lnTo>
                      <a:pt x="3398" y="3484"/>
                    </a:lnTo>
                    <a:lnTo>
                      <a:pt x="3400" y="3482"/>
                    </a:lnTo>
                    <a:lnTo>
                      <a:pt x="3400" y="3478"/>
                    </a:lnTo>
                    <a:lnTo>
                      <a:pt x="3398" y="3474"/>
                    </a:lnTo>
                    <a:lnTo>
                      <a:pt x="3396" y="3472"/>
                    </a:lnTo>
                    <a:lnTo>
                      <a:pt x="3396" y="3472"/>
                    </a:lnTo>
                    <a:lnTo>
                      <a:pt x="3396" y="3470"/>
                    </a:lnTo>
                    <a:lnTo>
                      <a:pt x="3394" y="3470"/>
                    </a:lnTo>
                    <a:lnTo>
                      <a:pt x="3396" y="3464"/>
                    </a:lnTo>
                    <a:lnTo>
                      <a:pt x="3400" y="3452"/>
                    </a:lnTo>
                    <a:lnTo>
                      <a:pt x="3400" y="3452"/>
                    </a:lnTo>
                    <a:lnTo>
                      <a:pt x="3400" y="3446"/>
                    </a:lnTo>
                    <a:lnTo>
                      <a:pt x="3402" y="3444"/>
                    </a:lnTo>
                    <a:lnTo>
                      <a:pt x="3404" y="3444"/>
                    </a:lnTo>
                    <a:lnTo>
                      <a:pt x="3404" y="3444"/>
                    </a:lnTo>
                    <a:lnTo>
                      <a:pt x="3408" y="3444"/>
                    </a:lnTo>
                    <a:lnTo>
                      <a:pt x="3406" y="3438"/>
                    </a:lnTo>
                    <a:lnTo>
                      <a:pt x="3406" y="3438"/>
                    </a:lnTo>
                    <a:lnTo>
                      <a:pt x="3406" y="3424"/>
                    </a:lnTo>
                    <a:lnTo>
                      <a:pt x="3404" y="3404"/>
                    </a:lnTo>
                    <a:lnTo>
                      <a:pt x="3404" y="3404"/>
                    </a:lnTo>
                    <a:lnTo>
                      <a:pt x="3402" y="3396"/>
                    </a:lnTo>
                    <a:lnTo>
                      <a:pt x="3404" y="3392"/>
                    </a:lnTo>
                    <a:lnTo>
                      <a:pt x="3406" y="3386"/>
                    </a:lnTo>
                    <a:lnTo>
                      <a:pt x="3408" y="3378"/>
                    </a:lnTo>
                    <a:lnTo>
                      <a:pt x="3408" y="3378"/>
                    </a:lnTo>
                    <a:lnTo>
                      <a:pt x="3410" y="3368"/>
                    </a:lnTo>
                    <a:lnTo>
                      <a:pt x="3414" y="3358"/>
                    </a:lnTo>
                    <a:lnTo>
                      <a:pt x="3418" y="3350"/>
                    </a:lnTo>
                    <a:lnTo>
                      <a:pt x="3418" y="3346"/>
                    </a:lnTo>
                    <a:lnTo>
                      <a:pt x="3418" y="3342"/>
                    </a:lnTo>
                    <a:lnTo>
                      <a:pt x="3418" y="3342"/>
                    </a:lnTo>
                    <a:lnTo>
                      <a:pt x="3416" y="3334"/>
                    </a:lnTo>
                    <a:lnTo>
                      <a:pt x="3416" y="3328"/>
                    </a:lnTo>
                    <a:lnTo>
                      <a:pt x="3418" y="3324"/>
                    </a:lnTo>
                    <a:lnTo>
                      <a:pt x="3420" y="3318"/>
                    </a:lnTo>
                    <a:lnTo>
                      <a:pt x="3420" y="3318"/>
                    </a:lnTo>
                    <a:lnTo>
                      <a:pt x="3420" y="3314"/>
                    </a:lnTo>
                    <a:lnTo>
                      <a:pt x="3418" y="3310"/>
                    </a:lnTo>
                    <a:lnTo>
                      <a:pt x="3412" y="3304"/>
                    </a:lnTo>
                    <a:lnTo>
                      <a:pt x="3406" y="3300"/>
                    </a:lnTo>
                    <a:lnTo>
                      <a:pt x="3406" y="3300"/>
                    </a:lnTo>
                    <a:lnTo>
                      <a:pt x="3388" y="3290"/>
                    </a:lnTo>
                    <a:lnTo>
                      <a:pt x="3380" y="3280"/>
                    </a:lnTo>
                    <a:lnTo>
                      <a:pt x="3380" y="3280"/>
                    </a:lnTo>
                    <a:lnTo>
                      <a:pt x="3372" y="3274"/>
                    </a:lnTo>
                    <a:lnTo>
                      <a:pt x="3360" y="3270"/>
                    </a:lnTo>
                    <a:lnTo>
                      <a:pt x="3350" y="3268"/>
                    </a:lnTo>
                    <a:lnTo>
                      <a:pt x="3344" y="3268"/>
                    </a:lnTo>
                    <a:lnTo>
                      <a:pt x="3344" y="3268"/>
                    </a:lnTo>
                    <a:lnTo>
                      <a:pt x="3340" y="3270"/>
                    </a:lnTo>
                    <a:lnTo>
                      <a:pt x="3334" y="3270"/>
                    </a:lnTo>
                    <a:lnTo>
                      <a:pt x="3326" y="3270"/>
                    </a:lnTo>
                    <a:lnTo>
                      <a:pt x="3320" y="3268"/>
                    </a:lnTo>
                    <a:lnTo>
                      <a:pt x="3320" y="3268"/>
                    </a:lnTo>
                    <a:lnTo>
                      <a:pt x="3308" y="3264"/>
                    </a:lnTo>
                    <a:lnTo>
                      <a:pt x="3306" y="3264"/>
                    </a:lnTo>
                    <a:lnTo>
                      <a:pt x="3308" y="3266"/>
                    </a:lnTo>
                    <a:lnTo>
                      <a:pt x="3308" y="3266"/>
                    </a:lnTo>
                    <a:lnTo>
                      <a:pt x="3308" y="3268"/>
                    </a:lnTo>
                    <a:lnTo>
                      <a:pt x="3308" y="3270"/>
                    </a:lnTo>
                    <a:lnTo>
                      <a:pt x="3304" y="3272"/>
                    </a:lnTo>
                    <a:lnTo>
                      <a:pt x="3292" y="3276"/>
                    </a:lnTo>
                    <a:lnTo>
                      <a:pt x="3292" y="3276"/>
                    </a:lnTo>
                    <a:lnTo>
                      <a:pt x="3278" y="3278"/>
                    </a:lnTo>
                    <a:lnTo>
                      <a:pt x="3266" y="3276"/>
                    </a:lnTo>
                    <a:lnTo>
                      <a:pt x="3258" y="3274"/>
                    </a:lnTo>
                    <a:lnTo>
                      <a:pt x="3248" y="3274"/>
                    </a:lnTo>
                    <a:lnTo>
                      <a:pt x="3248" y="3274"/>
                    </a:lnTo>
                    <a:lnTo>
                      <a:pt x="3244" y="3276"/>
                    </a:lnTo>
                    <a:lnTo>
                      <a:pt x="3242" y="3274"/>
                    </a:lnTo>
                    <a:lnTo>
                      <a:pt x="3240" y="3272"/>
                    </a:lnTo>
                    <a:lnTo>
                      <a:pt x="3238" y="3270"/>
                    </a:lnTo>
                    <a:lnTo>
                      <a:pt x="3238" y="3270"/>
                    </a:lnTo>
                    <a:lnTo>
                      <a:pt x="3236" y="3270"/>
                    </a:lnTo>
                    <a:lnTo>
                      <a:pt x="3232" y="3272"/>
                    </a:lnTo>
                    <a:lnTo>
                      <a:pt x="3226" y="3276"/>
                    </a:lnTo>
                    <a:lnTo>
                      <a:pt x="3222" y="3282"/>
                    </a:lnTo>
                    <a:lnTo>
                      <a:pt x="3218" y="3282"/>
                    </a:lnTo>
                    <a:lnTo>
                      <a:pt x="3216" y="3280"/>
                    </a:lnTo>
                    <a:lnTo>
                      <a:pt x="3216" y="3280"/>
                    </a:lnTo>
                    <a:lnTo>
                      <a:pt x="3206" y="3272"/>
                    </a:lnTo>
                    <a:lnTo>
                      <a:pt x="3202" y="3268"/>
                    </a:lnTo>
                    <a:lnTo>
                      <a:pt x="3200" y="3268"/>
                    </a:lnTo>
                    <a:lnTo>
                      <a:pt x="3202" y="3270"/>
                    </a:lnTo>
                    <a:lnTo>
                      <a:pt x="3202" y="3270"/>
                    </a:lnTo>
                    <a:lnTo>
                      <a:pt x="3204" y="3274"/>
                    </a:lnTo>
                    <a:lnTo>
                      <a:pt x="3202" y="3280"/>
                    </a:lnTo>
                    <a:lnTo>
                      <a:pt x="3202" y="3280"/>
                    </a:lnTo>
                    <a:lnTo>
                      <a:pt x="3200" y="3282"/>
                    </a:lnTo>
                    <a:lnTo>
                      <a:pt x="3198" y="3280"/>
                    </a:lnTo>
                    <a:lnTo>
                      <a:pt x="3194" y="3274"/>
                    </a:lnTo>
                    <a:lnTo>
                      <a:pt x="3188" y="3270"/>
                    </a:lnTo>
                    <a:lnTo>
                      <a:pt x="3188" y="3270"/>
                    </a:lnTo>
                    <a:lnTo>
                      <a:pt x="3188" y="3268"/>
                    </a:lnTo>
                    <a:lnTo>
                      <a:pt x="3190" y="3264"/>
                    </a:lnTo>
                    <a:lnTo>
                      <a:pt x="3196" y="3256"/>
                    </a:lnTo>
                    <a:lnTo>
                      <a:pt x="3202" y="3250"/>
                    </a:lnTo>
                    <a:lnTo>
                      <a:pt x="3208" y="3242"/>
                    </a:lnTo>
                    <a:lnTo>
                      <a:pt x="3208" y="3242"/>
                    </a:lnTo>
                    <a:lnTo>
                      <a:pt x="3212" y="3236"/>
                    </a:lnTo>
                    <a:lnTo>
                      <a:pt x="3214" y="3228"/>
                    </a:lnTo>
                    <a:lnTo>
                      <a:pt x="3216" y="3206"/>
                    </a:lnTo>
                    <a:lnTo>
                      <a:pt x="3218" y="3182"/>
                    </a:lnTo>
                    <a:lnTo>
                      <a:pt x="3222" y="3160"/>
                    </a:lnTo>
                    <a:lnTo>
                      <a:pt x="3222" y="3160"/>
                    </a:lnTo>
                    <a:lnTo>
                      <a:pt x="3222" y="3154"/>
                    </a:lnTo>
                    <a:lnTo>
                      <a:pt x="3220" y="3150"/>
                    </a:lnTo>
                    <a:lnTo>
                      <a:pt x="3218" y="3148"/>
                    </a:lnTo>
                    <a:lnTo>
                      <a:pt x="3216" y="3148"/>
                    </a:lnTo>
                    <a:lnTo>
                      <a:pt x="3216" y="3148"/>
                    </a:lnTo>
                    <a:lnTo>
                      <a:pt x="3214" y="3150"/>
                    </a:lnTo>
                    <a:lnTo>
                      <a:pt x="3212" y="3150"/>
                    </a:lnTo>
                    <a:lnTo>
                      <a:pt x="3212" y="3144"/>
                    </a:lnTo>
                    <a:lnTo>
                      <a:pt x="3212" y="3144"/>
                    </a:lnTo>
                    <a:lnTo>
                      <a:pt x="3220" y="3128"/>
                    </a:lnTo>
                    <a:lnTo>
                      <a:pt x="3220" y="3128"/>
                    </a:lnTo>
                    <a:lnTo>
                      <a:pt x="3222" y="3124"/>
                    </a:lnTo>
                    <a:lnTo>
                      <a:pt x="3224" y="3124"/>
                    </a:lnTo>
                    <a:lnTo>
                      <a:pt x="3224" y="3128"/>
                    </a:lnTo>
                    <a:lnTo>
                      <a:pt x="3222" y="3134"/>
                    </a:lnTo>
                    <a:lnTo>
                      <a:pt x="3222" y="3134"/>
                    </a:lnTo>
                    <a:lnTo>
                      <a:pt x="3222" y="3140"/>
                    </a:lnTo>
                    <a:lnTo>
                      <a:pt x="3224" y="3144"/>
                    </a:lnTo>
                    <a:lnTo>
                      <a:pt x="3226" y="3148"/>
                    </a:lnTo>
                    <a:lnTo>
                      <a:pt x="3230" y="3154"/>
                    </a:lnTo>
                    <a:lnTo>
                      <a:pt x="3230" y="3154"/>
                    </a:lnTo>
                    <a:lnTo>
                      <a:pt x="3232" y="3156"/>
                    </a:lnTo>
                    <a:lnTo>
                      <a:pt x="3232" y="3152"/>
                    </a:lnTo>
                    <a:lnTo>
                      <a:pt x="3236" y="3138"/>
                    </a:lnTo>
                    <a:lnTo>
                      <a:pt x="3242" y="3118"/>
                    </a:lnTo>
                    <a:lnTo>
                      <a:pt x="3244" y="3104"/>
                    </a:lnTo>
                    <a:lnTo>
                      <a:pt x="3244" y="3104"/>
                    </a:lnTo>
                    <a:lnTo>
                      <a:pt x="3246" y="3102"/>
                    </a:lnTo>
                    <a:lnTo>
                      <a:pt x="3244" y="3102"/>
                    </a:lnTo>
                    <a:lnTo>
                      <a:pt x="3240" y="3102"/>
                    </a:lnTo>
                    <a:lnTo>
                      <a:pt x="3238" y="3102"/>
                    </a:lnTo>
                    <a:lnTo>
                      <a:pt x="3242" y="3098"/>
                    </a:lnTo>
                    <a:lnTo>
                      <a:pt x="3242" y="3098"/>
                    </a:lnTo>
                    <a:lnTo>
                      <a:pt x="3250" y="3088"/>
                    </a:lnTo>
                    <a:lnTo>
                      <a:pt x="3248" y="3086"/>
                    </a:lnTo>
                    <a:lnTo>
                      <a:pt x="3244" y="3088"/>
                    </a:lnTo>
                    <a:lnTo>
                      <a:pt x="3244" y="3088"/>
                    </a:lnTo>
                    <a:lnTo>
                      <a:pt x="3238" y="3090"/>
                    </a:lnTo>
                    <a:lnTo>
                      <a:pt x="3236" y="3088"/>
                    </a:lnTo>
                    <a:lnTo>
                      <a:pt x="3236" y="3084"/>
                    </a:lnTo>
                    <a:lnTo>
                      <a:pt x="3242" y="3078"/>
                    </a:lnTo>
                    <a:lnTo>
                      <a:pt x="3242" y="3078"/>
                    </a:lnTo>
                    <a:lnTo>
                      <a:pt x="3246" y="3076"/>
                    </a:lnTo>
                    <a:lnTo>
                      <a:pt x="3248" y="3072"/>
                    </a:lnTo>
                    <a:lnTo>
                      <a:pt x="3248" y="3064"/>
                    </a:lnTo>
                    <a:lnTo>
                      <a:pt x="3252" y="3050"/>
                    </a:lnTo>
                    <a:lnTo>
                      <a:pt x="3256" y="3040"/>
                    </a:lnTo>
                    <a:lnTo>
                      <a:pt x="3264" y="3030"/>
                    </a:lnTo>
                    <a:lnTo>
                      <a:pt x="3264" y="3030"/>
                    </a:lnTo>
                    <a:lnTo>
                      <a:pt x="3274" y="3016"/>
                    </a:lnTo>
                    <a:lnTo>
                      <a:pt x="3276" y="3010"/>
                    </a:lnTo>
                    <a:lnTo>
                      <a:pt x="3274" y="3006"/>
                    </a:lnTo>
                    <a:lnTo>
                      <a:pt x="3272" y="3002"/>
                    </a:lnTo>
                    <a:lnTo>
                      <a:pt x="3272" y="3002"/>
                    </a:lnTo>
                    <a:lnTo>
                      <a:pt x="3272" y="2996"/>
                    </a:lnTo>
                    <a:lnTo>
                      <a:pt x="3272" y="2994"/>
                    </a:lnTo>
                    <a:lnTo>
                      <a:pt x="3268" y="2992"/>
                    </a:lnTo>
                    <a:lnTo>
                      <a:pt x="3266" y="2988"/>
                    </a:lnTo>
                    <a:lnTo>
                      <a:pt x="3266" y="2988"/>
                    </a:lnTo>
                    <a:lnTo>
                      <a:pt x="3264" y="2986"/>
                    </a:lnTo>
                    <a:lnTo>
                      <a:pt x="3260" y="2986"/>
                    </a:lnTo>
                    <a:lnTo>
                      <a:pt x="3256" y="2986"/>
                    </a:lnTo>
                    <a:lnTo>
                      <a:pt x="3252" y="2988"/>
                    </a:lnTo>
                    <a:lnTo>
                      <a:pt x="3252" y="2988"/>
                    </a:lnTo>
                    <a:lnTo>
                      <a:pt x="3254" y="2990"/>
                    </a:lnTo>
                    <a:lnTo>
                      <a:pt x="3254" y="2990"/>
                    </a:lnTo>
                    <a:lnTo>
                      <a:pt x="3260" y="2990"/>
                    </a:lnTo>
                    <a:lnTo>
                      <a:pt x="3260" y="2992"/>
                    </a:lnTo>
                    <a:lnTo>
                      <a:pt x="3256" y="2994"/>
                    </a:lnTo>
                    <a:lnTo>
                      <a:pt x="3256" y="2994"/>
                    </a:lnTo>
                    <a:lnTo>
                      <a:pt x="3254" y="2994"/>
                    </a:lnTo>
                    <a:lnTo>
                      <a:pt x="3250" y="2994"/>
                    </a:lnTo>
                    <a:lnTo>
                      <a:pt x="3242" y="2990"/>
                    </a:lnTo>
                    <a:lnTo>
                      <a:pt x="3230" y="2988"/>
                    </a:lnTo>
                    <a:lnTo>
                      <a:pt x="3222" y="2986"/>
                    </a:lnTo>
                    <a:lnTo>
                      <a:pt x="3214" y="2986"/>
                    </a:lnTo>
                    <a:lnTo>
                      <a:pt x="3214" y="2986"/>
                    </a:lnTo>
                    <a:lnTo>
                      <a:pt x="3202" y="2990"/>
                    </a:lnTo>
                    <a:lnTo>
                      <a:pt x="3196" y="2992"/>
                    </a:lnTo>
                    <a:lnTo>
                      <a:pt x="3190" y="2996"/>
                    </a:lnTo>
                    <a:lnTo>
                      <a:pt x="3180" y="2998"/>
                    </a:lnTo>
                    <a:lnTo>
                      <a:pt x="3180" y="2998"/>
                    </a:lnTo>
                    <a:lnTo>
                      <a:pt x="3162" y="3000"/>
                    </a:lnTo>
                    <a:lnTo>
                      <a:pt x="3146" y="3004"/>
                    </a:lnTo>
                    <a:lnTo>
                      <a:pt x="3140" y="3008"/>
                    </a:lnTo>
                    <a:lnTo>
                      <a:pt x="3134" y="3012"/>
                    </a:lnTo>
                    <a:lnTo>
                      <a:pt x="3130" y="3016"/>
                    </a:lnTo>
                    <a:lnTo>
                      <a:pt x="3130" y="3020"/>
                    </a:lnTo>
                    <a:lnTo>
                      <a:pt x="3130" y="3020"/>
                    </a:lnTo>
                    <a:lnTo>
                      <a:pt x="3128" y="3028"/>
                    </a:lnTo>
                    <a:lnTo>
                      <a:pt x="3126" y="3034"/>
                    </a:lnTo>
                    <a:lnTo>
                      <a:pt x="3124" y="3040"/>
                    </a:lnTo>
                    <a:lnTo>
                      <a:pt x="3124" y="3056"/>
                    </a:lnTo>
                    <a:lnTo>
                      <a:pt x="3124" y="3056"/>
                    </a:lnTo>
                    <a:lnTo>
                      <a:pt x="3126" y="3068"/>
                    </a:lnTo>
                    <a:lnTo>
                      <a:pt x="3124" y="3070"/>
                    </a:lnTo>
                    <a:lnTo>
                      <a:pt x="3122" y="3072"/>
                    </a:lnTo>
                    <a:lnTo>
                      <a:pt x="3118" y="3076"/>
                    </a:lnTo>
                    <a:lnTo>
                      <a:pt x="3116" y="3080"/>
                    </a:lnTo>
                    <a:lnTo>
                      <a:pt x="3116" y="3088"/>
                    </a:lnTo>
                    <a:lnTo>
                      <a:pt x="3116" y="3088"/>
                    </a:lnTo>
                    <a:lnTo>
                      <a:pt x="3114" y="3096"/>
                    </a:lnTo>
                    <a:lnTo>
                      <a:pt x="3112" y="3102"/>
                    </a:lnTo>
                    <a:lnTo>
                      <a:pt x="3108" y="3108"/>
                    </a:lnTo>
                    <a:lnTo>
                      <a:pt x="3104" y="3112"/>
                    </a:lnTo>
                    <a:lnTo>
                      <a:pt x="3094" y="3118"/>
                    </a:lnTo>
                    <a:lnTo>
                      <a:pt x="3086" y="3122"/>
                    </a:lnTo>
                    <a:lnTo>
                      <a:pt x="3086" y="3122"/>
                    </a:lnTo>
                    <a:lnTo>
                      <a:pt x="3084" y="3126"/>
                    </a:lnTo>
                    <a:lnTo>
                      <a:pt x="3084" y="3126"/>
                    </a:lnTo>
                    <a:lnTo>
                      <a:pt x="3088" y="3128"/>
                    </a:lnTo>
                    <a:lnTo>
                      <a:pt x="3092" y="3132"/>
                    </a:lnTo>
                    <a:lnTo>
                      <a:pt x="3092" y="3134"/>
                    </a:lnTo>
                    <a:lnTo>
                      <a:pt x="3090" y="3138"/>
                    </a:lnTo>
                    <a:lnTo>
                      <a:pt x="3090" y="3138"/>
                    </a:lnTo>
                    <a:lnTo>
                      <a:pt x="3086" y="3142"/>
                    </a:lnTo>
                    <a:lnTo>
                      <a:pt x="3078" y="3144"/>
                    </a:lnTo>
                    <a:lnTo>
                      <a:pt x="3072" y="3144"/>
                    </a:lnTo>
                    <a:lnTo>
                      <a:pt x="3070" y="3142"/>
                    </a:lnTo>
                    <a:lnTo>
                      <a:pt x="3070" y="3140"/>
                    </a:lnTo>
                    <a:lnTo>
                      <a:pt x="3070" y="3140"/>
                    </a:lnTo>
                    <a:lnTo>
                      <a:pt x="3068" y="3134"/>
                    </a:lnTo>
                    <a:lnTo>
                      <a:pt x="3066" y="3132"/>
                    </a:lnTo>
                    <a:lnTo>
                      <a:pt x="3058" y="3132"/>
                    </a:lnTo>
                    <a:lnTo>
                      <a:pt x="3046" y="3132"/>
                    </a:lnTo>
                    <a:lnTo>
                      <a:pt x="3046" y="3132"/>
                    </a:lnTo>
                    <a:lnTo>
                      <a:pt x="3038" y="3134"/>
                    </a:lnTo>
                    <a:lnTo>
                      <a:pt x="3034" y="3138"/>
                    </a:lnTo>
                    <a:lnTo>
                      <a:pt x="3028" y="3142"/>
                    </a:lnTo>
                    <a:lnTo>
                      <a:pt x="3010" y="3144"/>
                    </a:lnTo>
                    <a:lnTo>
                      <a:pt x="3010" y="3144"/>
                    </a:lnTo>
                    <a:lnTo>
                      <a:pt x="2996" y="3146"/>
                    </a:lnTo>
                    <a:lnTo>
                      <a:pt x="2986" y="3152"/>
                    </a:lnTo>
                    <a:lnTo>
                      <a:pt x="2978" y="3156"/>
                    </a:lnTo>
                    <a:lnTo>
                      <a:pt x="2968" y="3160"/>
                    </a:lnTo>
                    <a:lnTo>
                      <a:pt x="2968" y="3160"/>
                    </a:lnTo>
                    <a:lnTo>
                      <a:pt x="2964" y="3160"/>
                    </a:lnTo>
                    <a:lnTo>
                      <a:pt x="2960" y="3158"/>
                    </a:lnTo>
                    <a:lnTo>
                      <a:pt x="2956" y="3148"/>
                    </a:lnTo>
                    <a:lnTo>
                      <a:pt x="2952" y="3144"/>
                    </a:lnTo>
                    <a:lnTo>
                      <a:pt x="2946" y="3138"/>
                    </a:lnTo>
                    <a:lnTo>
                      <a:pt x="2938" y="3134"/>
                    </a:lnTo>
                    <a:lnTo>
                      <a:pt x="2924" y="3130"/>
                    </a:lnTo>
                    <a:lnTo>
                      <a:pt x="2924" y="3130"/>
                    </a:lnTo>
                    <a:lnTo>
                      <a:pt x="2912" y="3126"/>
                    </a:lnTo>
                    <a:lnTo>
                      <a:pt x="2904" y="3120"/>
                    </a:lnTo>
                    <a:lnTo>
                      <a:pt x="2898" y="3112"/>
                    </a:lnTo>
                    <a:lnTo>
                      <a:pt x="2894" y="3102"/>
                    </a:lnTo>
                    <a:lnTo>
                      <a:pt x="2884" y="3076"/>
                    </a:lnTo>
                    <a:lnTo>
                      <a:pt x="2876" y="3062"/>
                    </a:lnTo>
                    <a:lnTo>
                      <a:pt x="2864" y="3046"/>
                    </a:lnTo>
                    <a:lnTo>
                      <a:pt x="2864" y="3046"/>
                    </a:lnTo>
                    <a:lnTo>
                      <a:pt x="2858" y="3036"/>
                    </a:lnTo>
                    <a:lnTo>
                      <a:pt x="2852" y="3028"/>
                    </a:lnTo>
                    <a:lnTo>
                      <a:pt x="2848" y="3010"/>
                    </a:lnTo>
                    <a:lnTo>
                      <a:pt x="2844" y="2998"/>
                    </a:lnTo>
                    <a:lnTo>
                      <a:pt x="2844" y="2994"/>
                    </a:lnTo>
                    <a:lnTo>
                      <a:pt x="2842" y="2992"/>
                    </a:lnTo>
                    <a:lnTo>
                      <a:pt x="2842" y="2992"/>
                    </a:lnTo>
                    <a:lnTo>
                      <a:pt x="2838" y="2990"/>
                    </a:lnTo>
                    <a:lnTo>
                      <a:pt x="2836" y="2988"/>
                    </a:lnTo>
                    <a:lnTo>
                      <a:pt x="2834" y="2976"/>
                    </a:lnTo>
                    <a:lnTo>
                      <a:pt x="2830" y="2948"/>
                    </a:lnTo>
                    <a:lnTo>
                      <a:pt x="2830" y="2948"/>
                    </a:lnTo>
                    <a:lnTo>
                      <a:pt x="2830" y="2938"/>
                    </a:lnTo>
                    <a:lnTo>
                      <a:pt x="2828" y="2934"/>
                    </a:lnTo>
                    <a:lnTo>
                      <a:pt x="2828" y="2932"/>
                    </a:lnTo>
                    <a:lnTo>
                      <a:pt x="2830" y="2926"/>
                    </a:lnTo>
                    <a:lnTo>
                      <a:pt x="2830" y="2926"/>
                    </a:lnTo>
                    <a:lnTo>
                      <a:pt x="2830" y="2916"/>
                    </a:lnTo>
                    <a:lnTo>
                      <a:pt x="2830" y="2906"/>
                    </a:lnTo>
                    <a:lnTo>
                      <a:pt x="2830" y="2886"/>
                    </a:lnTo>
                    <a:lnTo>
                      <a:pt x="2834" y="2854"/>
                    </a:lnTo>
                    <a:lnTo>
                      <a:pt x="2834" y="2854"/>
                    </a:lnTo>
                    <a:lnTo>
                      <a:pt x="2840" y="2820"/>
                    </a:lnTo>
                    <a:lnTo>
                      <a:pt x="2846" y="2800"/>
                    </a:lnTo>
                    <a:lnTo>
                      <a:pt x="2852" y="2784"/>
                    </a:lnTo>
                    <a:lnTo>
                      <a:pt x="2856" y="2766"/>
                    </a:lnTo>
                    <a:lnTo>
                      <a:pt x="2856" y="2766"/>
                    </a:lnTo>
                    <a:lnTo>
                      <a:pt x="2854" y="2748"/>
                    </a:lnTo>
                    <a:lnTo>
                      <a:pt x="2850" y="2728"/>
                    </a:lnTo>
                    <a:lnTo>
                      <a:pt x="2846" y="2710"/>
                    </a:lnTo>
                    <a:lnTo>
                      <a:pt x="2846" y="2696"/>
                    </a:lnTo>
                    <a:lnTo>
                      <a:pt x="2846" y="2696"/>
                    </a:lnTo>
                    <a:lnTo>
                      <a:pt x="2850" y="2686"/>
                    </a:lnTo>
                    <a:lnTo>
                      <a:pt x="2854" y="2678"/>
                    </a:lnTo>
                    <a:lnTo>
                      <a:pt x="2858" y="2672"/>
                    </a:lnTo>
                    <a:lnTo>
                      <a:pt x="2864" y="2662"/>
                    </a:lnTo>
                    <a:lnTo>
                      <a:pt x="2864" y="2662"/>
                    </a:lnTo>
                    <a:lnTo>
                      <a:pt x="2866" y="2658"/>
                    </a:lnTo>
                    <a:lnTo>
                      <a:pt x="2870" y="2654"/>
                    </a:lnTo>
                    <a:lnTo>
                      <a:pt x="2880" y="2646"/>
                    </a:lnTo>
                    <a:lnTo>
                      <a:pt x="2886" y="2642"/>
                    </a:lnTo>
                    <a:lnTo>
                      <a:pt x="2888" y="2640"/>
                    </a:lnTo>
                    <a:lnTo>
                      <a:pt x="2886" y="2638"/>
                    </a:lnTo>
                    <a:lnTo>
                      <a:pt x="2886" y="2638"/>
                    </a:lnTo>
                    <a:lnTo>
                      <a:pt x="2880" y="2628"/>
                    </a:lnTo>
                    <a:lnTo>
                      <a:pt x="2878" y="2626"/>
                    </a:lnTo>
                    <a:lnTo>
                      <a:pt x="2882" y="2628"/>
                    </a:lnTo>
                    <a:lnTo>
                      <a:pt x="2882" y="2628"/>
                    </a:lnTo>
                    <a:lnTo>
                      <a:pt x="2886" y="2628"/>
                    </a:lnTo>
                    <a:lnTo>
                      <a:pt x="2890" y="2628"/>
                    </a:lnTo>
                    <a:lnTo>
                      <a:pt x="2892" y="2626"/>
                    </a:lnTo>
                    <a:lnTo>
                      <a:pt x="2894" y="2628"/>
                    </a:lnTo>
                    <a:lnTo>
                      <a:pt x="2894" y="2628"/>
                    </a:lnTo>
                    <a:lnTo>
                      <a:pt x="2896" y="2628"/>
                    </a:lnTo>
                    <a:lnTo>
                      <a:pt x="2902" y="2628"/>
                    </a:lnTo>
                    <a:lnTo>
                      <a:pt x="2912" y="2624"/>
                    </a:lnTo>
                    <a:lnTo>
                      <a:pt x="2926" y="2616"/>
                    </a:lnTo>
                    <a:lnTo>
                      <a:pt x="2936" y="2606"/>
                    </a:lnTo>
                    <a:lnTo>
                      <a:pt x="2936" y="2606"/>
                    </a:lnTo>
                    <a:lnTo>
                      <a:pt x="2942" y="2600"/>
                    </a:lnTo>
                    <a:lnTo>
                      <a:pt x="2948" y="2594"/>
                    </a:lnTo>
                    <a:lnTo>
                      <a:pt x="2964" y="2584"/>
                    </a:lnTo>
                    <a:lnTo>
                      <a:pt x="2964" y="2584"/>
                    </a:lnTo>
                    <a:lnTo>
                      <a:pt x="2980" y="2572"/>
                    </a:lnTo>
                    <a:lnTo>
                      <a:pt x="2990" y="2570"/>
                    </a:lnTo>
                    <a:lnTo>
                      <a:pt x="3006" y="2568"/>
                    </a:lnTo>
                    <a:lnTo>
                      <a:pt x="3006" y="2568"/>
                    </a:lnTo>
                    <a:lnTo>
                      <a:pt x="3014" y="2568"/>
                    </a:lnTo>
                    <a:lnTo>
                      <a:pt x="3020" y="2570"/>
                    </a:lnTo>
                    <a:lnTo>
                      <a:pt x="3032" y="2574"/>
                    </a:lnTo>
                    <a:lnTo>
                      <a:pt x="3040" y="2580"/>
                    </a:lnTo>
                    <a:lnTo>
                      <a:pt x="3046" y="2580"/>
                    </a:lnTo>
                    <a:lnTo>
                      <a:pt x="3050" y="2580"/>
                    </a:lnTo>
                    <a:lnTo>
                      <a:pt x="3050" y="2580"/>
                    </a:lnTo>
                    <a:lnTo>
                      <a:pt x="3060" y="2578"/>
                    </a:lnTo>
                    <a:lnTo>
                      <a:pt x="3064" y="2580"/>
                    </a:lnTo>
                    <a:lnTo>
                      <a:pt x="3068" y="2582"/>
                    </a:lnTo>
                    <a:lnTo>
                      <a:pt x="3072" y="2580"/>
                    </a:lnTo>
                    <a:lnTo>
                      <a:pt x="3072" y="2580"/>
                    </a:lnTo>
                    <a:lnTo>
                      <a:pt x="3074" y="2578"/>
                    </a:lnTo>
                    <a:lnTo>
                      <a:pt x="3072" y="2578"/>
                    </a:lnTo>
                    <a:lnTo>
                      <a:pt x="3066" y="2576"/>
                    </a:lnTo>
                    <a:lnTo>
                      <a:pt x="3058" y="2572"/>
                    </a:lnTo>
                    <a:lnTo>
                      <a:pt x="3058" y="2572"/>
                    </a:lnTo>
                    <a:lnTo>
                      <a:pt x="3060" y="2568"/>
                    </a:lnTo>
                    <a:lnTo>
                      <a:pt x="3060" y="2568"/>
                    </a:lnTo>
                    <a:lnTo>
                      <a:pt x="3068" y="2566"/>
                    </a:lnTo>
                    <a:lnTo>
                      <a:pt x="3074" y="2568"/>
                    </a:lnTo>
                    <a:lnTo>
                      <a:pt x="3078" y="2572"/>
                    </a:lnTo>
                    <a:lnTo>
                      <a:pt x="3082" y="2578"/>
                    </a:lnTo>
                    <a:lnTo>
                      <a:pt x="3082" y="2578"/>
                    </a:lnTo>
                    <a:lnTo>
                      <a:pt x="3084" y="2580"/>
                    </a:lnTo>
                    <a:lnTo>
                      <a:pt x="3086" y="2582"/>
                    </a:lnTo>
                    <a:lnTo>
                      <a:pt x="3092" y="2584"/>
                    </a:lnTo>
                    <a:lnTo>
                      <a:pt x="3096" y="2586"/>
                    </a:lnTo>
                    <a:lnTo>
                      <a:pt x="3094" y="2588"/>
                    </a:lnTo>
                    <a:lnTo>
                      <a:pt x="3092" y="2590"/>
                    </a:lnTo>
                    <a:lnTo>
                      <a:pt x="3092" y="2590"/>
                    </a:lnTo>
                    <a:lnTo>
                      <a:pt x="3092" y="2594"/>
                    </a:lnTo>
                    <a:lnTo>
                      <a:pt x="3094" y="2596"/>
                    </a:lnTo>
                    <a:lnTo>
                      <a:pt x="3102" y="2600"/>
                    </a:lnTo>
                    <a:lnTo>
                      <a:pt x="3112" y="2600"/>
                    </a:lnTo>
                    <a:lnTo>
                      <a:pt x="3118" y="2600"/>
                    </a:lnTo>
                    <a:lnTo>
                      <a:pt x="3118" y="2600"/>
                    </a:lnTo>
                    <a:lnTo>
                      <a:pt x="3120" y="2596"/>
                    </a:lnTo>
                    <a:lnTo>
                      <a:pt x="3126" y="2594"/>
                    </a:lnTo>
                    <a:lnTo>
                      <a:pt x="3130" y="2594"/>
                    </a:lnTo>
                    <a:lnTo>
                      <a:pt x="3134" y="2600"/>
                    </a:lnTo>
                    <a:lnTo>
                      <a:pt x="3134" y="2600"/>
                    </a:lnTo>
                    <a:lnTo>
                      <a:pt x="3136" y="2602"/>
                    </a:lnTo>
                    <a:lnTo>
                      <a:pt x="3138" y="2604"/>
                    </a:lnTo>
                    <a:lnTo>
                      <a:pt x="3142" y="2602"/>
                    </a:lnTo>
                    <a:lnTo>
                      <a:pt x="3144" y="2596"/>
                    </a:lnTo>
                    <a:lnTo>
                      <a:pt x="3144" y="2592"/>
                    </a:lnTo>
                    <a:lnTo>
                      <a:pt x="3142" y="2588"/>
                    </a:lnTo>
                    <a:lnTo>
                      <a:pt x="3142" y="2588"/>
                    </a:lnTo>
                    <a:lnTo>
                      <a:pt x="3142" y="2584"/>
                    </a:lnTo>
                    <a:lnTo>
                      <a:pt x="3146" y="2584"/>
                    </a:lnTo>
                    <a:lnTo>
                      <a:pt x="3152" y="2586"/>
                    </a:lnTo>
                    <a:lnTo>
                      <a:pt x="3160" y="2594"/>
                    </a:lnTo>
                    <a:lnTo>
                      <a:pt x="3160" y="2594"/>
                    </a:lnTo>
                    <a:lnTo>
                      <a:pt x="3166" y="2602"/>
                    </a:lnTo>
                    <a:lnTo>
                      <a:pt x="3168" y="2608"/>
                    </a:lnTo>
                    <a:lnTo>
                      <a:pt x="3168" y="2610"/>
                    </a:lnTo>
                    <a:lnTo>
                      <a:pt x="3170" y="2610"/>
                    </a:lnTo>
                    <a:lnTo>
                      <a:pt x="3176" y="2606"/>
                    </a:lnTo>
                    <a:lnTo>
                      <a:pt x="3176" y="2606"/>
                    </a:lnTo>
                    <a:lnTo>
                      <a:pt x="3180" y="2602"/>
                    </a:lnTo>
                    <a:lnTo>
                      <a:pt x="3182" y="2600"/>
                    </a:lnTo>
                    <a:lnTo>
                      <a:pt x="3182" y="2596"/>
                    </a:lnTo>
                    <a:lnTo>
                      <a:pt x="3180" y="2594"/>
                    </a:lnTo>
                    <a:lnTo>
                      <a:pt x="3174" y="2590"/>
                    </a:lnTo>
                    <a:lnTo>
                      <a:pt x="3162" y="2584"/>
                    </a:lnTo>
                    <a:lnTo>
                      <a:pt x="3162" y="2584"/>
                    </a:lnTo>
                    <a:lnTo>
                      <a:pt x="3158" y="2580"/>
                    </a:lnTo>
                    <a:lnTo>
                      <a:pt x="3158" y="2578"/>
                    </a:lnTo>
                    <a:lnTo>
                      <a:pt x="3160" y="2576"/>
                    </a:lnTo>
                    <a:lnTo>
                      <a:pt x="3164" y="2574"/>
                    </a:lnTo>
                    <a:lnTo>
                      <a:pt x="3170" y="2568"/>
                    </a:lnTo>
                    <a:lnTo>
                      <a:pt x="3172" y="2564"/>
                    </a:lnTo>
                    <a:lnTo>
                      <a:pt x="3172" y="2560"/>
                    </a:lnTo>
                    <a:lnTo>
                      <a:pt x="3172" y="2560"/>
                    </a:lnTo>
                    <a:lnTo>
                      <a:pt x="3170" y="2556"/>
                    </a:lnTo>
                    <a:lnTo>
                      <a:pt x="3168" y="2556"/>
                    </a:lnTo>
                    <a:lnTo>
                      <a:pt x="3164" y="2558"/>
                    </a:lnTo>
                    <a:lnTo>
                      <a:pt x="3160" y="2562"/>
                    </a:lnTo>
                    <a:lnTo>
                      <a:pt x="3158" y="2562"/>
                    </a:lnTo>
                    <a:lnTo>
                      <a:pt x="3156" y="2562"/>
                    </a:lnTo>
                    <a:lnTo>
                      <a:pt x="3156" y="2562"/>
                    </a:lnTo>
                    <a:lnTo>
                      <a:pt x="3154" y="2560"/>
                    </a:lnTo>
                    <a:lnTo>
                      <a:pt x="3154" y="2558"/>
                    </a:lnTo>
                    <a:lnTo>
                      <a:pt x="3156" y="2556"/>
                    </a:lnTo>
                    <a:lnTo>
                      <a:pt x="3158" y="2552"/>
                    </a:lnTo>
                    <a:lnTo>
                      <a:pt x="3154" y="2550"/>
                    </a:lnTo>
                    <a:lnTo>
                      <a:pt x="3154" y="2550"/>
                    </a:lnTo>
                    <a:lnTo>
                      <a:pt x="3148" y="2550"/>
                    </a:lnTo>
                    <a:lnTo>
                      <a:pt x="3144" y="2554"/>
                    </a:lnTo>
                    <a:lnTo>
                      <a:pt x="3142" y="2556"/>
                    </a:lnTo>
                    <a:lnTo>
                      <a:pt x="3134" y="2554"/>
                    </a:lnTo>
                    <a:lnTo>
                      <a:pt x="3134" y="2554"/>
                    </a:lnTo>
                    <a:lnTo>
                      <a:pt x="3130" y="2550"/>
                    </a:lnTo>
                    <a:lnTo>
                      <a:pt x="3128" y="2548"/>
                    </a:lnTo>
                    <a:lnTo>
                      <a:pt x="3128" y="2544"/>
                    </a:lnTo>
                    <a:lnTo>
                      <a:pt x="3130" y="2540"/>
                    </a:lnTo>
                    <a:lnTo>
                      <a:pt x="3132" y="2538"/>
                    </a:lnTo>
                    <a:lnTo>
                      <a:pt x="3136" y="2536"/>
                    </a:lnTo>
                    <a:lnTo>
                      <a:pt x="3142" y="2536"/>
                    </a:lnTo>
                    <a:lnTo>
                      <a:pt x="3148" y="2538"/>
                    </a:lnTo>
                    <a:lnTo>
                      <a:pt x="3148" y="2538"/>
                    </a:lnTo>
                    <a:lnTo>
                      <a:pt x="3156" y="2544"/>
                    </a:lnTo>
                    <a:lnTo>
                      <a:pt x="3164" y="2546"/>
                    </a:lnTo>
                    <a:lnTo>
                      <a:pt x="3170" y="2544"/>
                    </a:lnTo>
                    <a:lnTo>
                      <a:pt x="3178" y="2538"/>
                    </a:lnTo>
                    <a:lnTo>
                      <a:pt x="3178" y="2538"/>
                    </a:lnTo>
                    <a:lnTo>
                      <a:pt x="3182" y="2536"/>
                    </a:lnTo>
                    <a:lnTo>
                      <a:pt x="3190" y="2536"/>
                    </a:lnTo>
                    <a:lnTo>
                      <a:pt x="3202" y="2536"/>
                    </a:lnTo>
                    <a:lnTo>
                      <a:pt x="3214" y="2538"/>
                    </a:lnTo>
                    <a:lnTo>
                      <a:pt x="3218" y="2538"/>
                    </a:lnTo>
                    <a:lnTo>
                      <a:pt x="3220" y="2536"/>
                    </a:lnTo>
                    <a:lnTo>
                      <a:pt x="3220" y="2536"/>
                    </a:lnTo>
                    <a:lnTo>
                      <a:pt x="3222" y="2522"/>
                    </a:lnTo>
                    <a:lnTo>
                      <a:pt x="3224" y="2520"/>
                    </a:lnTo>
                    <a:lnTo>
                      <a:pt x="3226" y="2522"/>
                    </a:lnTo>
                    <a:lnTo>
                      <a:pt x="3232" y="2534"/>
                    </a:lnTo>
                    <a:lnTo>
                      <a:pt x="3232" y="2534"/>
                    </a:lnTo>
                    <a:lnTo>
                      <a:pt x="3232" y="2538"/>
                    </a:lnTo>
                    <a:lnTo>
                      <a:pt x="3230" y="2540"/>
                    </a:lnTo>
                    <a:lnTo>
                      <a:pt x="3226" y="2544"/>
                    </a:lnTo>
                    <a:lnTo>
                      <a:pt x="3224" y="2546"/>
                    </a:lnTo>
                    <a:lnTo>
                      <a:pt x="3234" y="2544"/>
                    </a:lnTo>
                    <a:lnTo>
                      <a:pt x="3234" y="2544"/>
                    </a:lnTo>
                    <a:lnTo>
                      <a:pt x="3268" y="2536"/>
                    </a:lnTo>
                    <a:lnTo>
                      <a:pt x="3282" y="2536"/>
                    </a:lnTo>
                    <a:lnTo>
                      <a:pt x="3296" y="2538"/>
                    </a:lnTo>
                    <a:lnTo>
                      <a:pt x="3296" y="2538"/>
                    </a:lnTo>
                    <a:lnTo>
                      <a:pt x="3312" y="2544"/>
                    </a:lnTo>
                    <a:lnTo>
                      <a:pt x="3318" y="2546"/>
                    </a:lnTo>
                    <a:lnTo>
                      <a:pt x="3320" y="2552"/>
                    </a:lnTo>
                    <a:lnTo>
                      <a:pt x="3320" y="2552"/>
                    </a:lnTo>
                    <a:lnTo>
                      <a:pt x="3324" y="2556"/>
                    </a:lnTo>
                    <a:lnTo>
                      <a:pt x="3326" y="2556"/>
                    </a:lnTo>
                    <a:lnTo>
                      <a:pt x="3330" y="2560"/>
                    </a:lnTo>
                    <a:lnTo>
                      <a:pt x="3330" y="2566"/>
                    </a:lnTo>
                    <a:lnTo>
                      <a:pt x="3330" y="2566"/>
                    </a:lnTo>
                    <a:lnTo>
                      <a:pt x="3332" y="2570"/>
                    </a:lnTo>
                    <a:lnTo>
                      <a:pt x="3336" y="2572"/>
                    </a:lnTo>
                    <a:lnTo>
                      <a:pt x="3340" y="2570"/>
                    </a:lnTo>
                    <a:lnTo>
                      <a:pt x="3346" y="2570"/>
                    </a:lnTo>
                    <a:lnTo>
                      <a:pt x="3360" y="2564"/>
                    </a:lnTo>
                    <a:lnTo>
                      <a:pt x="3368" y="2562"/>
                    </a:lnTo>
                    <a:lnTo>
                      <a:pt x="3368" y="2562"/>
                    </a:lnTo>
                    <a:lnTo>
                      <a:pt x="3370" y="2560"/>
                    </a:lnTo>
                    <a:lnTo>
                      <a:pt x="3372" y="2560"/>
                    </a:lnTo>
                    <a:lnTo>
                      <a:pt x="3372" y="2556"/>
                    </a:lnTo>
                    <a:lnTo>
                      <a:pt x="3376" y="2552"/>
                    </a:lnTo>
                    <a:lnTo>
                      <a:pt x="3382" y="2552"/>
                    </a:lnTo>
                    <a:lnTo>
                      <a:pt x="3382" y="2552"/>
                    </a:lnTo>
                    <a:lnTo>
                      <a:pt x="3388" y="2554"/>
                    </a:lnTo>
                    <a:lnTo>
                      <a:pt x="3394" y="2558"/>
                    </a:lnTo>
                    <a:lnTo>
                      <a:pt x="3406" y="2574"/>
                    </a:lnTo>
                    <a:lnTo>
                      <a:pt x="3418" y="2592"/>
                    </a:lnTo>
                    <a:lnTo>
                      <a:pt x="3424" y="2596"/>
                    </a:lnTo>
                    <a:lnTo>
                      <a:pt x="3428" y="2598"/>
                    </a:lnTo>
                    <a:lnTo>
                      <a:pt x="3428" y="2598"/>
                    </a:lnTo>
                    <a:lnTo>
                      <a:pt x="3432" y="2600"/>
                    </a:lnTo>
                    <a:lnTo>
                      <a:pt x="3434" y="2604"/>
                    </a:lnTo>
                    <a:lnTo>
                      <a:pt x="3438" y="2616"/>
                    </a:lnTo>
                    <a:lnTo>
                      <a:pt x="3440" y="2630"/>
                    </a:lnTo>
                    <a:lnTo>
                      <a:pt x="3436" y="2646"/>
                    </a:lnTo>
                    <a:lnTo>
                      <a:pt x="3436" y="2646"/>
                    </a:lnTo>
                    <a:lnTo>
                      <a:pt x="3434" y="2658"/>
                    </a:lnTo>
                    <a:lnTo>
                      <a:pt x="3434" y="2670"/>
                    </a:lnTo>
                    <a:lnTo>
                      <a:pt x="3436" y="2676"/>
                    </a:lnTo>
                    <a:lnTo>
                      <a:pt x="3438" y="2678"/>
                    </a:lnTo>
                    <a:lnTo>
                      <a:pt x="3440" y="2676"/>
                    </a:lnTo>
                    <a:lnTo>
                      <a:pt x="3440" y="2676"/>
                    </a:lnTo>
                    <a:lnTo>
                      <a:pt x="3446" y="2672"/>
                    </a:lnTo>
                    <a:lnTo>
                      <a:pt x="3450" y="2670"/>
                    </a:lnTo>
                    <a:lnTo>
                      <a:pt x="3450" y="2670"/>
                    </a:lnTo>
                    <a:lnTo>
                      <a:pt x="3452" y="2672"/>
                    </a:lnTo>
                    <a:lnTo>
                      <a:pt x="3448" y="2678"/>
                    </a:lnTo>
                    <a:lnTo>
                      <a:pt x="3448" y="2678"/>
                    </a:lnTo>
                    <a:lnTo>
                      <a:pt x="3444" y="2682"/>
                    </a:lnTo>
                    <a:lnTo>
                      <a:pt x="3444" y="2688"/>
                    </a:lnTo>
                    <a:lnTo>
                      <a:pt x="3446" y="2698"/>
                    </a:lnTo>
                    <a:lnTo>
                      <a:pt x="3450" y="2710"/>
                    </a:lnTo>
                    <a:lnTo>
                      <a:pt x="3456" y="2718"/>
                    </a:lnTo>
                    <a:lnTo>
                      <a:pt x="3456" y="2718"/>
                    </a:lnTo>
                    <a:lnTo>
                      <a:pt x="3458" y="2720"/>
                    </a:lnTo>
                    <a:lnTo>
                      <a:pt x="3460" y="2720"/>
                    </a:lnTo>
                    <a:lnTo>
                      <a:pt x="3462" y="2720"/>
                    </a:lnTo>
                    <a:lnTo>
                      <a:pt x="3462" y="2718"/>
                    </a:lnTo>
                    <a:lnTo>
                      <a:pt x="3462" y="2720"/>
                    </a:lnTo>
                    <a:lnTo>
                      <a:pt x="3464" y="2726"/>
                    </a:lnTo>
                    <a:lnTo>
                      <a:pt x="3464" y="2726"/>
                    </a:lnTo>
                    <a:lnTo>
                      <a:pt x="3466" y="2734"/>
                    </a:lnTo>
                    <a:lnTo>
                      <a:pt x="3470" y="2738"/>
                    </a:lnTo>
                    <a:lnTo>
                      <a:pt x="3474" y="2742"/>
                    </a:lnTo>
                    <a:lnTo>
                      <a:pt x="3476" y="2754"/>
                    </a:lnTo>
                    <a:lnTo>
                      <a:pt x="3476" y="2754"/>
                    </a:lnTo>
                    <a:lnTo>
                      <a:pt x="3478" y="2760"/>
                    </a:lnTo>
                    <a:lnTo>
                      <a:pt x="3480" y="2764"/>
                    </a:lnTo>
                    <a:lnTo>
                      <a:pt x="3484" y="2768"/>
                    </a:lnTo>
                    <a:lnTo>
                      <a:pt x="3486" y="2768"/>
                    </a:lnTo>
                    <a:lnTo>
                      <a:pt x="3492" y="2772"/>
                    </a:lnTo>
                    <a:lnTo>
                      <a:pt x="3496" y="2776"/>
                    </a:lnTo>
                    <a:lnTo>
                      <a:pt x="3498" y="2782"/>
                    </a:lnTo>
                    <a:lnTo>
                      <a:pt x="3498" y="2782"/>
                    </a:lnTo>
                    <a:lnTo>
                      <a:pt x="3500" y="2792"/>
                    </a:lnTo>
                    <a:lnTo>
                      <a:pt x="3504" y="2796"/>
                    </a:lnTo>
                    <a:lnTo>
                      <a:pt x="3506" y="2796"/>
                    </a:lnTo>
                    <a:lnTo>
                      <a:pt x="3504" y="2798"/>
                    </a:lnTo>
                    <a:lnTo>
                      <a:pt x="3504" y="2798"/>
                    </a:lnTo>
                    <a:lnTo>
                      <a:pt x="3502" y="2804"/>
                    </a:lnTo>
                    <a:lnTo>
                      <a:pt x="3504" y="2808"/>
                    </a:lnTo>
                    <a:lnTo>
                      <a:pt x="3508" y="2808"/>
                    </a:lnTo>
                    <a:lnTo>
                      <a:pt x="3518" y="2806"/>
                    </a:lnTo>
                    <a:lnTo>
                      <a:pt x="3518" y="2806"/>
                    </a:lnTo>
                    <a:lnTo>
                      <a:pt x="3522" y="2806"/>
                    </a:lnTo>
                    <a:lnTo>
                      <a:pt x="3524" y="2806"/>
                    </a:lnTo>
                    <a:lnTo>
                      <a:pt x="3526" y="2810"/>
                    </a:lnTo>
                    <a:lnTo>
                      <a:pt x="3526" y="2810"/>
                    </a:lnTo>
                    <a:lnTo>
                      <a:pt x="3530" y="2804"/>
                    </a:lnTo>
                    <a:lnTo>
                      <a:pt x="3530" y="2804"/>
                    </a:lnTo>
                    <a:lnTo>
                      <a:pt x="3534" y="2796"/>
                    </a:lnTo>
                    <a:lnTo>
                      <a:pt x="3536" y="2790"/>
                    </a:lnTo>
                    <a:lnTo>
                      <a:pt x="3536" y="2786"/>
                    </a:lnTo>
                    <a:lnTo>
                      <a:pt x="3540" y="2778"/>
                    </a:lnTo>
                    <a:lnTo>
                      <a:pt x="3540" y="2778"/>
                    </a:lnTo>
                    <a:lnTo>
                      <a:pt x="3544" y="2768"/>
                    </a:lnTo>
                    <a:lnTo>
                      <a:pt x="3544" y="2758"/>
                    </a:lnTo>
                    <a:lnTo>
                      <a:pt x="3544" y="2746"/>
                    </a:lnTo>
                    <a:lnTo>
                      <a:pt x="3546" y="2732"/>
                    </a:lnTo>
                    <a:lnTo>
                      <a:pt x="3546" y="2732"/>
                    </a:lnTo>
                    <a:lnTo>
                      <a:pt x="3546" y="2722"/>
                    </a:lnTo>
                    <a:lnTo>
                      <a:pt x="3544" y="2712"/>
                    </a:lnTo>
                    <a:lnTo>
                      <a:pt x="3536" y="2686"/>
                    </a:lnTo>
                    <a:lnTo>
                      <a:pt x="3526" y="2662"/>
                    </a:lnTo>
                    <a:lnTo>
                      <a:pt x="3526" y="2650"/>
                    </a:lnTo>
                    <a:lnTo>
                      <a:pt x="3526" y="2642"/>
                    </a:lnTo>
                    <a:lnTo>
                      <a:pt x="3526" y="2642"/>
                    </a:lnTo>
                    <a:lnTo>
                      <a:pt x="3526" y="2636"/>
                    </a:lnTo>
                    <a:lnTo>
                      <a:pt x="3524" y="2630"/>
                    </a:lnTo>
                    <a:lnTo>
                      <a:pt x="3514" y="2610"/>
                    </a:lnTo>
                    <a:lnTo>
                      <a:pt x="3506" y="2598"/>
                    </a:lnTo>
                    <a:lnTo>
                      <a:pt x="3500" y="2582"/>
                    </a:lnTo>
                    <a:lnTo>
                      <a:pt x="3496" y="2564"/>
                    </a:lnTo>
                    <a:lnTo>
                      <a:pt x="3492" y="2542"/>
                    </a:lnTo>
                    <a:lnTo>
                      <a:pt x="3492" y="2542"/>
                    </a:lnTo>
                    <a:lnTo>
                      <a:pt x="3490" y="2520"/>
                    </a:lnTo>
                    <a:lnTo>
                      <a:pt x="3492" y="2500"/>
                    </a:lnTo>
                    <a:lnTo>
                      <a:pt x="3496" y="2484"/>
                    </a:lnTo>
                    <a:lnTo>
                      <a:pt x="3502" y="2470"/>
                    </a:lnTo>
                    <a:lnTo>
                      <a:pt x="3508" y="2458"/>
                    </a:lnTo>
                    <a:lnTo>
                      <a:pt x="3514" y="2448"/>
                    </a:lnTo>
                    <a:lnTo>
                      <a:pt x="3524" y="2438"/>
                    </a:lnTo>
                    <a:lnTo>
                      <a:pt x="3524" y="2438"/>
                    </a:lnTo>
                    <a:lnTo>
                      <a:pt x="3528" y="2434"/>
                    </a:lnTo>
                    <a:lnTo>
                      <a:pt x="3528" y="2432"/>
                    </a:lnTo>
                    <a:lnTo>
                      <a:pt x="3528" y="2428"/>
                    </a:lnTo>
                    <a:lnTo>
                      <a:pt x="3528" y="2426"/>
                    </a:lnTo>
                    <a:lnTo>
                      <a:pt x="3528" y="2426"/>
                    </a:lnTo>
                    <a:lnTo>
                      <a:pt x="3536" y="2424"/>
                    </a:lnTo>
                    <a:lnTo>
                      <a:pt x="3536" y="2424"/>
                    </a:lnTo>
                    <a:lnTo>
                      <a:pt x="3542" y="2424"/>
                    </a:lnTo>
                    <a:lnTo>
                      <a:pt x="3548" y="2420"/>
                    </a:lnTo>
                    <a:lnTo>
                      <a:pt x="3556" y="2412"/>
                    </a:lnTo>
                    <a:lnTo>
                      <a:pt x="3564" y="2402"/>
                    </a:lnTo>
                    <a:lnTo>
                      <a:pt x="3568" y="2400"/>
                    </a:lnTo>
                    <a:lnTo>
                      <a:pt x="3570" y="2398"/>
                    </a:lnTo>
                    <a:lnTo>
                      <a:pt x="3570" y="2398"/>
                    </a:lnTo>
                    <a:lnTo>
                      <a:pt x="3574" y="2398"/>
                    </a:lnTo>
                    <a:lnTo>
                      <a:pt x="3576" y="2394"/>
                    </a:lnTo>
                    <a:lnTo>
                      <a:pt x="3580" y="2384"/>
                    </a:lnTo>
                    <a:lnTo>
                      <a:pt x="3588" y="2370"/>
                    </a:lnTo>
                    <a:lnTo>
                      <a:pt x="3592" y="2362"/>
                    </a:lnTo>
                    <a:lnTo>
                      <a:pt x="3600" y="2356"/>
                    </a:lnTo>
                    <a:lnTo>
                      <a:pt x="3600" y="2356"/>
                    </a:lnTo>
                    <a:lnTo>
                      <a:pt x="3606" y="2352"/>
                    </a:lnTo>
                    <a:lnTo>
                      <a:pt x="3612" y="2350"/>
                    </a:lnTo>
                    <a:lnTo>
                      <a:pt x="3624" y="2350"/>
                    </a:lnTo>
                    <a:lnTo>
                      <a:pt x="3628" y="2350"/>
                    </a:lnTo>
                    <a:lnTo>
                      <a:pt x="3630" y="2350"/>
                    </a:lnTo>
                    <a:lnTo>
                      <a:pt x="3634" y="2346"/>
                    </a:lnTo>
                    <a:lnTo>
                      <a:pt x="3636" y="2342"/>
                    </a:lnTo>
                    <a:lnTo>
                      <a:pt x="3636" y="2342"/>
                    </a:lnTo>
                    <a:lnTo>
                      <a:pt x="3638" y="2334"/>
                    </a:lnTo>
                    <a:lnTo>
                      <a:pt x="3642" y="2328"/>
                    </a:lnTo>
                    <a:lnTo>
                      <a:pt x="3654" y="2318"/>
                    </a:lnTo>
                    <a:lnTo>
                      <a:pt x="3666" y="2310"/>
                    </a:lnTo>
                    <a:lnTo>
                      <a:pt x="3680" y="2306"/>
                    </a:lnTo>
                    <a:lnTo>
                      <a:pt x="3680" y="2306"/>
                    </a:lnTo>
                    <a:lnTo>
                      <a:pt x="3690" y="2304"/>
                    </a:lnTo>
                    <a:lnTo>
                      <a:pt x="3696" y="2300"/>
                    </a:lnTo>
                    <a:lnTo>
                      <a:pt x="3698" y="2294"/>
                    </a:lnTo>
                    <a:lnTo>
                      <a:pt x="3698" y="2292"/>
                    </a:lnTo>
                    <a:lnTo>
                      <a:pt x="3696" y="2290"/>
                    </a:lnTo>
                    <a:lnTo>
                      <a:pt x="3696" y="2290"/>
                    </a:lnTo>
                    <a:lnTo>
                      <a:pt x="3694" y="2290"/>
                    </a:lnTo>
                    <a:lnTo>
                      <a:pt x="3690" y="2290"/>
                    </a:lnTo>
                    <a:lnTo>
                      <a:pt x="3686" y="2294"/>
                    </a:lnTo>
                    <a:lnTo>
                      <a:pt x="3680" y="2296"/>
                    </a:lnTo>
                    <a:lnTo>
                      <a:pt x="3676" y="2298"/>
                    </a:lnTo>
                    <a:lnTo>
                      <a:pt x="3674" y="2296"/>
                    </a:lnTo>
                    <a:lnTo>
                      <a:pt x="3674" y="2296"/>
                    </a:lnTo>
                    <a:lnTo>
                      <a:pt x="3672" y="2294"/>
                    </a:lnTo>
                    <a:lnTo>
                      <a:pt x="3674" y="2292"/>
                    </a:lnTo>
                    <a:lnTo>
                      <a:pt x="3680" y="2290"/>
                    </a:lnTo>
                    <a:lnTo>
                      <a:pt x="3682" y="2288"/>
                    </a:lnTo>
                    <a:lnTo>
                      <a:pt x="3684" y="2286"/>
                    </a:lnTo>
                    <a:lnTo>
                      <a:pt x="3684" y="2286"/>
                    </a:lnTo>
                    <a:lnTo>
                      <a:pt x="3686" y="2282"/>
                    </a:lnTo>
                    <a:lnTo>
                      <a:pt x="3684" y="2278"/>
                    </a:lnTo>
                    <a:lnTo>
                      <a:pt x="3678" y="2272"/>
                    </a:lnTo>
                    <a:lnTo>
                      <a:pt x="3676" y="2268"/>
                    </a:lnTo>
                    <a:lnTo>
                      <a:pt x="3682" y="2268"/>
                    </a:lnTo>
                    <a:lnTo>
                      <a:pt x="3682" y="2268"/>
                    </a:lnTo>
                    <a:lnTo>
                      <a:pt x="3692" y="2272"/>
                    </a:lnTo>
                    <a:lnTo>
                      <a:pt x="3696" y="2274"/>
                    </a:lnTo>
                    <a:lnTo>
                      <a:pt x="3698" y="2276"/>
                    </a:lnTo>
                    <a:lnTo>
                      <a:pt x="3700" y="2274"/>
                    </a:lnTo>
                    <a:lnTo>
                      <a:pt x="3706" y="2270"/>
                    </a:lnTo>
                    <a:lnTo>
                      <a:pt x="3706" y="2270"/>
                    </a:lnTo>
                    <a:lnTo>
                      <a:pt x="3710" y="2264"/>
                    </a:lnTo>
                    <a:lnTo>
                      <a:pt x="3714" y="2262"/>
                    </a:lnTo>
                    <a:lnTo>
                      <a:pt x="3716" y="2260"/>
                    </a:lnTo>
                    <a:lnTo>
                      <a:pt x="3718" y="2254"/>
                    </a:lnTo>
                    <a:lnTo>
                      <a:pt x="3718" y="2254"/>
                    </a:lnTo>
                    <a:lnTo>
                      <a:pt x="3720" y="2246"/>
                    </a:lnTo>
                    <a:lnTo>
                      <a:pt x="3718" y="2242"/>
                    </a:lnTo>
                    <a:lnTo>
                      <a:pt x="3714" y="2240"/>
                    </a:lnTo>
                    <a:lnTo>
                      <a:pt x="3710" y="2244"/>
                    </a:lnTo>
                    <a:lnTo>
                      <a:pt x="3710" y="2244"/>
                    </a:lnTo>
                    <a:lnTo>
                      <a:pt x="3708" y="2244"/>
                    </a:lnTo>
                    <a:lnTo>
                      <a:pt x="3708" y="2242"/>
                    </a:lnTo>
                    <a:lnTo>
                      <a:pt x="3704" y="2240"/>
                    </a:lnTo>
                    <a:lnTo>
                      <a:pt x="3694" y="2240"/>
                    </a:lnTo>
                    <a:lnTo>
                      <a:pt x="3694" y="2240"/>
                    </a:lnTo>
                    <a:lnTo>
                      <a:pt x="3684" y="2242"/>
                    </a:lnTo>
                    <a:lnTo>
                      <a:pt x="3678" y="2240"/>
                    </a:lnTo>
                    <a:lnTo>
                      <a:pt x="3678" y="2236"/>
                    </a:lnTo>
                    <a:lnTo>
                      <a:pt x="3678" y="2230"/>
                    </a:lnTo>
                    <a:lnTo>
                      <a:pt x="3678" y="2230"/>
                    </a:lnTo>
                    <a:lnTo>
                      <a:pt x="3678" y="2228"/>
                    </a:lnTo>
                    <a:lnTo>
                      <a:pt x="3678" y="2228"/>
                    </a:lnTo>
                    <a:lnTo>
                      <a:pt x="3680" y="2232"/>
                    </a:lnTo>
                    <a:lnTo>
                      <a:pt x="3684" y="2236"/>
                    </a:lnTo>
                    <a:lnTo>
                      <a:pt x="3686" y="2236"/>
                    </a:lnTo>
                    <a:lnTo>
                      <a:pt x="3690" y="2236"/>
                    </a:lnTo>
                    <a:lnTo>
                      <a:pt x="3696" y="2234"/>
                    </a:lnTo>
                    <a:lnTo>
                      <a:pt x="3696" y="2234"/>
                    </a:lnTo>
                    <a:lnTo>
                      <a:pt x="3704" y="2230"/>
                    </a:lnTo>
                    <a:lnTo>
                      <a:pt x="3708" y="2230"/>
                    </a:lnTo>
                    <a:lnTo>
                      <a:pt x="3714" y="2232"/>
                    </a:lnTo>
                    <a:lnTo>
                      <a:pt x="3718" y="2236"/>
                    </a:lnTo>
                    <a:lnTo>
                      <a:pt x="3724" y="2244"/>
                    </a:lnTo>
                    <a:lnTo>
                      <a:pt x="3726" y="2248"/>
                    </a:lnTo>
                    <a:lnTo>
                      <a:pt x="3728" y="2248"/>
                    </a:lnTo>
                    <a:lnTo>
                      <a:pt x="3728" y="2248"/>
                    </a:lnTo>
                    <a:lnTo>
                      <a:pt x="3728" y="2246"/>
                    </a:lnTo>
                    <a:lnTo>
                      <a:pt x="3728" y="2244"/>
                    </a:lnTo>
                    <a:lnTo>
                      <a:pt x="3724" y="2236"/>
                    </a:lnTo>
                    <a:lnTo>
                      <a:pt x="3718" y="2222"/>
                    </a:lnTo>
                    <a:lnTo>
                      <a:pt x="3712" y="2198"/>
                    </a:lnTo>
                    <a:lnTo>
                      <a:pt x="3712" y="2198"/>
                    </a:lnTo>
                    <a:lnTo>
                      <a:pt x="3708" y="2188"/>
                    </a:lnTo>
                    <a:lnTo>
                      <a:pt x="3706" y="2186"/>
                    </a:lnTo>
                    <a:lnTo>
                      <a:pt x="3704" y="2186"/>
                    </a:lnTo>
                    <a:lnTo>
                      <a:pt x="3700" y="2188"/>
                    </a:lnTo>
                    <a:lnTo>
                      <a:pt x="3694" y="2190"/>
                    </a:lnTo>
                    <a:lnTo>
                      <a:pt x="3694" y="2190"/>
                    </a:lnTo>
                    <a:lnTo>
                      <a:pt x="3692" y="2190"/>
                    </a:lnTo>
                    <a:lnTo>
                      <a:pt x="3692" y="2190"/>
                    </a:lnTo>
                    <a:lnTo>
                      <a:pt x="3696" y="2186"/>
                    </a:lnTo>
                    <a:lnTo>
                      <a:pt x="3698" y="2180"/>
                    </a:lnTo>
                    <a:lnTo>
                      <a:pt x="3698" y="2176"/>
                    </a:lnTo>
                    <a:lnTo>
                      <a:pt x="3694" y="2174"/>
                    </a:lnTo>
                    <a:lnTo>
                      <a:pt x="3694" y="2174"/>
                    </a:lnTo>
                    <a:lnTo>
                      <a:pt x="3690" y="2170"/>
                    </a:lnTo>
                    <a:lnTo>
                      <a:pt x="3692" y="2170"/>
                    </a:lnTo>
                    <a:lnTo>
                      <a:pt x="3696" y="2168"/>
                    </a:lnTo>
                    <a:lnTo>
                      <a:pt x="3698" y="2166"/>
                    </a:lnTo>
                    <a:lnTo>
                      <a:pt x="3698" y="2162"/>
                    </a:lnTo>
                    <a:lnTo>
                      <a:pt x="3698" y="2156"/>
                    </a:lnTo>
                    <a:lnTo>
                      <a:pt x="3698" y="2156"/>
                    </a:lnTo>
                    <a:lnTo>
                      <a:pt x="3696" y="2144"/>
                    </a:lnTo>
                    <a:lnTo>
                      <a:pt x="3696" y="2140"/>
                    </a:lnTo>
                    <a:lnTo>
                      <a:pt x="3696" y="2136"/>
                    </a:lnTo>
                    <a:lnTo>
                      <a:pt x="3690" y="2130"/>
                    </a:lnTo>
                    <a:lnTo>
                      <a:pt x="3690" y="2130"/>
                    </a:lnTo>
                    <a:lnTo>
                      <a:pt x="3678" y="2118"/>
                    </a:lnTo>
                    <a:lnTo>
                      <a:pt x="3678" y="2118"/>
                    </a:lnTo>
                    <a:lnTo>
                      <a:pt x="3678" y="2118"/>
                    </a:lnTo>
                    <a:lnTo>
                      <a:pt x="3686" y="2122"/>
                    </a:lnTo>
                    <a:lnTo>
                      <a:pt x="3686" y="2122"/>
                    </a:lnTo>
                    <a:lnTo>
                      <a:pt x="3694" y="2126"/>
                    </a:lnTo>
                    <a:lnTo>
                      <a:pt x="3696" y="2124"/>
                    </a:lnTo>
                    <a:lnTo>
                      <a:pt x="3696" y="2124"/>
                    </a:lnTo>
                    <a:lnTo>
                      <a:pt x="3692" y="2108"/>
                    </a:lnTo>
                    <a:lnTo>
                      <a:pt x="3692" y="2108"/>
                    </a:lnTo>
                    <a:lnTo>
                      <a:pt x="3688" y="2092"/>
                    </a:lnTo>
                    <a:lnTo>
                      <a:pt x="3690" y="2076"/>
                    </a:lnTo>
                    <a:lnTo>
                      <a:pt x="3690" y="2076"/>
                    </a:lnTo>
                    <a:lnTo>
                      <a:pt x="3692" y="2064"/>
                    </a:lnTo>
                    <a:lnTo>
                      <a:pt x="3696" y="2058"/>
                    </a:lnTo>
                    <a:lnTo>
                      <a:pt x="3702" y="2054"/>
                    </a:lnTo>
                    <a:lnTo>
                      <a:pt x="3702" y="2054"/>
                    </a:lnTo>
                    <a:lnTo>
                      <a:pt x="3704" y="2050"/>
                    </a:lnTo>
                    <a:lnTo>
                      <a:pt x="3704" y="2052"/>
                    </a:lnTo>
                    <a:lnTo>
                      <a:pt x="3700" y="2058"/>
                    </a:lnTo>
                    <a:lnTo>
                      <a:pt x="3698" y="2064"/>
                    </a:lnTo>
                    <a:lnTo>
                      <a:pt x="3698" y="2064"/>
                    </a:lnTo>
                    <a:lnTo>
                      <a:pt x="3694" y="2076"/>
                    </a:lnTo>
                    <a:lnTo>
                      <a:pt x="3694" y="2082"/>
                    </a:lnTo>
                    <a:lnTo>
                      <a:pt x="3696" y="2086"/>
                    </a:lnTo>
                    <a:lnTo>
                      <a:pt x="3696" y="2086"/>
                    </a:lnTo>
                    <a:lnTo>
                      <a:pt x="3696" y="2088"/>
                    </a:lnTo>
                    <a:lnTo>
                      <a:pt x="3696" y="2090"/>
                    </a:lnTo>
                    <a:lnTo>
                      <a:pt x="3694" y="2094"/>
                    </a:lnTo>
                    <a:lnTo>
                      <a:pt x="3696" y="2098"/>
                    </a:lnTo>
                    <a:lnTo>
                      <a:pt x="3696" y="2098"/>
                    </a:lnTo>
                    <a:lnTo>
                      <a:pt x="3698" y="2104"/>
                    </a:lnTo>
                    <a:lnTo>
                      <a:pt x="3696" y="2106"/>
                    </a:lnTo>
                    <a:lnTo>
                      <a:pt x="3696" y="2110"/>
                    </a:lnTo>
                    <a:lnTo>
                      <a:pt x="3700" y="2114"/>
                    </a:lnTo>
                    <a:lnTo>
                      <a:pt x="3700" y="2114"/>
                    </a:lnTo>
                    <a:lnTo>
                      <a:pt x="3706" y="2116"/>
                    </a:lnTo>
                    <a:lnTo>
                      <a:pt x="3708" y="2116"/>
                    </a:lnTo>
                    <a:lnTo>
                      <a:pt x="3710" y="2116"/>
                    </a:lnTo>
                    <a:lnTo>
                      <a:pt x="3712" y="2120"/>
                    </a:lnTo>
                    <a:lnTo>
                      <a:pt x="3712" y="2120"/>
                    </a:lnTo>
                    <a:lnTo>
                      <a:pt x="3712" y="2126"/>
                    </a:lnTo>
                    <a:lnTo>
                      <a:pt x="3712" y="2130"/>
                    </a:lnTo>
                    <a:lnTo>
                      <a:pt x="3712" y="2134"/>
                    </a:lnTo>
                    <a:lnTo>
                      <a:pt x="3716" y="2136"/>
                    </a:lnTo>
                    <a:lnTo>
                      <a:pt x="3716" y="2136"/>
                    </a:lnTo>
                    <a:lnTo>
                      <a:pt x="3718" y="2138"/>
                    </a:lnTo>
                    <a:lnTo>
                      <a:pt x="3716" y="2142"/>
                    </a:lnTo>
                    <a:lnTo>
                      <a:pt x="3710" y="2154"/>
                    </a:lnTo>
                    <a:lnTo>
                      <a:pt x="3706" y="2166"/>
                    </a:lnTo>
                    <a:lnTo>
                      <a:pt x="3706" y="2172"/>
                    </a:lnTo>
                    <a:lnTo>
                      <a:pt x="3710" y="2176"/>
                    </a:lnTo>
                    <a:lnTo>
                      <a:pt x="3710" y="2176"/>
                    </a:lnTo>
                    <a:lnTo>
                      <a:pt x="3712" y="2176"/>
                    </a:lnTo>
                    <a:lnTo>
                      <a:pt x="3714" y="2172"/>
                    </a:lnTo>
                    <a:lnTo>
                      <a:pt x="3720" y="2158"/>
                    </a:lnTo>
                    <a:lnTo>
                      <a:pt x="3728" y="2138"/>
                    </a:lnTo>
                    <a:lnTo>
                      <a:pt x="3738" y="2122"/>
                    </a:lnTo>
                    <a:lnTo>
                      <a:pt x="3738" y="2122"/>
                    </a:lnTo>
                    <a:lnTo>
                      <a:pt x="3744" y="2114"/>
                    </a:lnTo>
                    <a:lnTo>
                      <a:pt x="3746" y="2108"/>
                    </a:lnTo>
                    <a:lnTo>
                      <a:pt x="3748" y="2102"/>
                    </a:lnTo>
                    <a:lnTo>
                      <a:pt x="3748" y="2096"/>
                    </a:lnTo>
                    <a:lnTo>
                      <a:pt x="3748" y="2092"/>
                    </a:lnTo>
                    <a:lnTo>
                      <a:pt x="3746" y="2088"/>
                    </a:lnTo>
                    <a:lnTo>
                      <a:pt x="3744" y="2086"/>
                    </a:lnTo>
                    <a:lnTo>
                      <a:pt x="3740" y="2086"/>
                    </a:lnTo>
                    <a:lnTo>
                      <a:pt x="3740" y="2086"/>
                    </a:lnTo>
                    <a:lnTo>
                      <a:pt x="3738" y="2084"/>
                    </a:lnTo>
                    <a:lnTo>
                      <a:pt x="3736" y="2082"/>
                    </a:lnTo>
                    <a:lnTo>
                      <a:pt x="3732" y="2074"/>
                    </a:lnTo>
                    <a:lnTo>
                      <a:pt x="3726" y="2054"/>
                    </a:lnTo>
                    <a:lnTo>
                      <a:pt x="3726" y="2054"/>
                    </a:lnTo>
                    <a:lnTo>
                      <a:pt x="3724" y="2044"/>
                    </a:lnTo>
                    <a:lnTo>
                      <a:pt x="3726" y="2036"/>
                    </a:lnTo>
                    <a:lnTo>
                      <a:pt x="3730" y="2030"/>
                    </a:lnTo>
                    <a:lnTo>
                      <a:pt x="3738" y="2024"/>
                    </a:lnTo>
                    <a:lnTo>
                      <a:pt x="3738" y="2024"/>
                    </a:lnTo>
                    <a:lnTo>
                      <a:pt x="3742" y="2024"/>
                    </a:lnTo>
                    <a:lnTo>
                      <a:pt x="3736" y="2030"/>
                    </a:lnTo>
                    <a:lnTo>
                      <a:pt x="3732" y="2034"/>
                    </a:lnTo>
                    <a:lnTo>
                      <a:pt x="3730" y="2040"/>
                    </a:lnTo>
                    <a:lnTo>
                      <a:pt x="3730" y="2046"/>
                    </a:lnTo>
                    <a:lnTo>
                      <a:pt x="3732" y="2054"/>
                    </a:lnTo>
                    <a:lnTo>
                      <a:pt x="3732" y="2054"/>
                    </a:lnTo>
                    <a:lnTo>
                      <a:pt x="3738" y="2060"/>
                    </a:lnTo>
                    <a:lnTo>
                      <a:pt x="3742" y="2062"/>
                    </a:lnTo>
                    <a:lnTo>
                      <a:pt x="3748" y="2064"/>
                    </a:lnTo>
                    <a:lnTo>
                      <a:pt x="3750" y="2066"/>
                    </a:lnTo>
                    <a:lnTo>
                      <a:pt x="3750" y="2072"/>
                    </a:lnTo>
                    <a:lnTo>
                      <a:pt x="3750" y="2072"/>
                    </a:lnTo>
                    <a:lnTo>
                      <a:pt x="3750" y="2078"/>
                    </a:lnTo>
                    <a:lnTo>
                      <a:pt x="3752" y="2078"/>
                    </a:lnTo>
                    <a:lnTo>
                      <a:pt x="3754" y="2078"/>
                    </a:lnTo>
                    <a:lnTo>
                      <a:pt x="3758" y="2074"/>
                    </a:lnTo>
                    <a:lnTo>
                      <a:pt x="3766" y="2062"/>
                    </a:lnTo>
                    <a:lnTo>
                      <a:pt x="3774" y="2048"/>
                    </a:lnTo>
                    <a:lnTo>
                      <a:pt x="3774" y="2048"/>
                    </a:lnTo>
                    <a:lnTo>
                      <a:pt x="3784" y="2030"/>
                    </a:lnTo>
                    <a:lnTo>
                      <a:pt x="3790" y="2014"/>
                    </a:lnTo>
                    <a:lnTo>
                      <a:pt x="3790" y="2008"/>
                    </a:lnTo>
                    <a:lnTo>
                      <a:pt x="3790" y="2002"/>
                    </a:lnTo>
                    <a:lnTo>
                      <a:pt x="3790" y="2000"/>
                    </a:lnTo>
                    <a:lnTo>
                      <a:pt x="3786" y="1998"/>
                    </a:lnTo>
                    <a:lnTo>
                      <a:pt x="3786" y="1998"/>
                    </a:lnTo>
                    <a:lnTo>
                      <a:pt x="3778" y="1996"/>
                    </a:lnTo>
                    <a:lnTo>
                      <a:pt x="3776" y="1996"/>
                    </a:lnTo>
                    <a:lnTo>
                      <a:pt x="3776" y="1994"/>
                    </a:lnTo>
                    <a:lnTo>
                      <a:pt x="3778" y="1988"/>
                    </a:lnTo>
                    <a:lnTo>
                      <a:pt x="3784" y="1980"/>
                    </a:lnTo>
                    <a:lnTo>
                      <a:pt x="3784" y="1980"/>
                    </a:lnTo>
                    <a:lnTo>
                      <a:pt x="3796" y="1972"/>
                    </a:lnTo>
                    <a:lnTo>
                      <a:pt x="3808" y="1962"/>
                    </a:lnTo>
                    <a:lnTo>
                      <a:pt x="3824" y="1956"/>
                    </a:lnTo>
                    <a:lnTo>
                      <a:pt x="3838" y="1950"/>
                    </a:lnTo>
                    <a:lnTo>
                      <a:pt x="3838" y="1950"/>
                    </a:lnTo>
                    <a:lnTo>
                      <a:pt x="3854" y="1948"/>
                    </a:lnTo>
                    <a:lnTo>
                      <a:pt x="3870" y="1946"/>
                    </a:lnTo>
                    <a:lnTo>
                      <a:pt x="3886" y="1944"/>
                    </a:lnTo>
                    <a:lnTo>
                      <a:pt x="3890" y="1944"/>
                    </a:lnTo>
                    <a:lnTo>
                      <a:pt x="3892" y="1940"/>
                    </a:lnTo>
                    <a:lnTo>
                      <a:pt x="3892" y="1940"/>
                    </a:lnTo>
                    <a:lnTo>
                      <a:pt x="3894" y="1926"/>
                    </a:lnTo>
                    <a:lnTo>
                      <a:pt x="3896" y="1924"/>
                    </a:lnTo>
                    <a:lnTo>
                      <a:pt x="3898" y="1928"/>
                    </a:lnTo>
                    <a:lnTo>
                      <a:pt x="3898" y="1928"/>
                    </a:lnTo>
                    <a:lnTo>
                      <a:pt x="3900" y="1936"/>
                    </a:lnTo>
                    <a:lnTo>
                      <a:pt x="3904" y="1940"/>
                    </a:lnTo>
                    <a:lnTo>
                      <a:pt x="3906" y="1940"/>
                    </a:lnTo>
                    <a:lnTo>
                      <a:pt x="3908" y="1940"/>
                    </a:lnTo>
                    <a:lnTo>
                      <a:pt x="3914" y="1932"/>
                    </a:lnTo>
                    <a:lnTo>
                      <a:pt x="3914" y="1932"/>
                    </a:lnTo>
                    <a:lnTo>
                      <a:pt x="3920" y="1928"/>
                    </a:lnTo>
                    <a:lnTo>
                      <a:pt x="3922" y="1926"/>
                    </a:lnTo>
                    <a:lnTo>
                      <a:pt x="3924" y="1928"/>
                    </a:lnTo>
                    <a:lnTo>
                      <a:pt x="3924" y="1930"/>
                    </a:lnTo>
                    <a:lnTo>
                      <a:pt x="3924" y="1936"/>
                    </a:lnTo>
                    <a:lnTo>
                      <a:pt x="3926" y="1936"/>
                    </a:lnTo>
                    <a:lnTo>
                      <a:pt x="3928" y="1934"/>
                    </a:lnTo>
                    <a:lnTo>
                      <a:pt x="3928" y="1934"/>
                    </a:lnTo>
                    <a:lnTo>
                      <a:pt x="3932" y="1932"/>
                    </a:lnTo>
                    <a:lnTo>
                      <a:pt x="3936" y="1930"/>
                    </a:lnTo>
                    <a:lnTo>
                      <a:pt x="3946" y="1930"/>
                    </a:lnTo>
                    <a:lnTo>
                      <a:pt x="3952" y="1928"/>
                    </a:lnTo>
                    <a:lnTo>
                      <a:pt x="3952" y="1924"/>
                    </a:lnTo>
                    <a:lnTo>
                      <a:pt x="3952" y="1920"/>
                    </a:lnTo>
                    <a:lnTo>
                      <a:pt x="3952" y="1920"/>
                    </a:lnTo>
                    <a:lnTo>
                      <a:pt x="3948" y="1906"/>
                    </a:lnTo>
                    <a:lnTo>
                      <a:pt x="3946" y="1904"/>
                    </a:lnTo>
                    <a:lnTo>
                      <a:pt x="3942" y="1904"/>
                    </a:lnTo>
                    <a:lnTo>
                      <a:pt x="3942" y="1904"/>
                    </a:lnTo>
                    <a:lnTo>
                      <a:pt x="3940" y="1904"/>
                    </a:lnTo>
                    <a:lnTo>
                      <a:pt x="3942" y="1906"/>
                    </a:lnTo>
                    <a:lnTo>
                      <a:pt x="3946" y="1908"/>
                    </a:lnTo>
                    <a:lnTo>
                      <a:pt x="3948" y="1914"/>
                    </a:lnTo>
                    <a:lnTo>
                      <a:pt x="3948" y="1914"/>
                    </a:lnTo>
                    <a:lnTo>
                      <a:pt x="3944" y="1920"/>
                    </a:lnTo>
                    <a:lnTo>
                      <a:pt x="3940" y="1924"/>
                    </a:lnTo>
                    <a:lnTo>
                      <a:pt x="3936" y="1926"/>
                    </a:lnTo>
                    <a:lnTo>
                      <a:pt x="3932" y="1926"/>
                    </a:lnTo>
                    <a:lnTo>
                      <a:pt x="3930" y="1922"/>
                    </a:lnTo>
                    <a:lnTo>
                      <a:pt x="3928" y="1918"/>
                    </a:lnTo>
                    <a:lnTo>
                      <a:pt x="3928" y="1918"/>
                    </a:lnTo>
                    <a:lnTo>
                      <a:pt x="3924" y="1908"/>
                    </a:lnTo>
                    <a:lnTo>
                      <a:pt x="3924" y="1902"/>
                    </a:lnTo>
                    <a:lnTo>
                      <a:pt x="3920" y="1896"/>
                    </a:lnTo>
                    <a:lnTo>
                      <a:pt x="3912" y="1894"/>
                    </a:lnTo>
                    <a:lnTo>
                      <a:pt x="3912" y="1894"/>
                    </a:lnTo>
                    <a:lnTo>
                      <a:pt x="3910" y="1894"/>
                    </a:lnTo>
                    <a:lnTo>
                      <a:pt x="3910" y="1892"/>
                    </a:lnTo>
                    <a:lnTo>
                      <a:pt x="3918" y="1884"/>
                    </a:lnTo>
                    <a:lnTo>
                      <a:pt x="3926" y="1876"/>
                    </a:lnTo>
                    <a:lnTo>
                      <a:pt x="3926" y="1874"/>
                    </a:lnTo>
                    <a:lnTo>
                      <a:pt x="3924" y="1872"/>
                    </a:lnTo>
                    <a:lnTo>
                      <a:pt x="3924" y="1872"/>
                    </a:lnTo>
                    <a:lnTo>
                      <a:pt x="3922" y="1868"/>
                    </a:lnTo>
                    <a:lnTo>
                      <a:pt x="3920" y="1864"/>
                    </a:lnTo>
                    <a:lnTo>
                      <a:pt x="3922" y="1850"/>
                    </a:lnTo>
                    <a:lnTo>
                      <a:pt x="3928" y="1836"/>
                    </a:lnTo>
                    <a:lnTo>
                      <a:pt x="3936" y="1826"/>
                    </a:lnTo>
                    <a:lnTo>
                      <a:pt x="3936" y="1826"/>
                    </a:lnTo>
                    <a:lnTo>
                      <a:pt x="3940" y="1820"/>
                    </a:lnTo>
                    <a:lnTo>
                      <a:pt x="3940" y="1816"/>
                    </a:lnTo>
                    <a:lnTo>
                      <a:pt x="3940" y="1814"/>
                    </a:lnTo>
                    <a:lnTo>
                      <a:pt x="3942" y="1810"/>
                    </a:lnTo>
                    <a:lnTo>
                      <a:pt x="3942" y="1810"/>
                    </a:lnTo>
                    <a:lnTo>
                      <a:pt x="3944" y="1808"/>
                    </a:lnTo>
                    <a:lnTo>
                      <a:pt x="3946" y="1808"/>
                    </a:lnTo>
                    <a:lnTo>
                      <a:pt x="3948" y="1812"/>
                    </a:lnTo>
                    <a:lnTo>
                      <a:pt x="3952" y="1814"/>
                    </a:lnTo>
                    <a:lnTo>
                      <a:pt x="3954" y="1814"/>
                    </a:lnTo>
                    <a:lnTo>
                      <a:pt x="3958" y="1812"/>
                    </a:lnTo>
                    <a:lnTo>
                      <a:pt x="3958" y="1812"/>
                    </a:lnTo>
                    <a:lnTo>
                      <a:pt x="3966" y="1806"/>
                    </a:lnTo>
                    <a:lnTo>
                      <a:pt x="3970" y="1802"/>
                    </a:lnTo>
                    <a:lnTo>
                      <a:pt x="3974" y="1800"/>
                    </a:lnTo>
                    <a:lnTo>
                      <a:pt x="3976" y="1800"/>
                    </a:lnTo>
                    <a:lnTo>
                      <a:pt x="3976" y="1800"/>
                    </a:lnTo>
                    <a:lnTo>
                      <a:pt x="3982" y="1798"/>
                    </a:lnTo>
                    <a:lnTo>
                      <a:pt x="3984" y="1796"/>
                    </a:lnTo>
                    <a:lnTo>
                      <a:pt x="3988" y="1786"/>
                    </a:lnTo>
                    <a:lnTo>
                      <a:pt x="3992" y="1778"/>
                    </a:lnTo>
                    <a:lnTo>
                      <a:pt x="3996" y="1776"/>
                    </a:lnTo>
                    <a:lnTo>
                      <a:pt x="4000" y="1778"/>
                    </a:lnTo>
                    <a:lnTo>
                      <a:pt x="4000" y="1778"/>
                    </a:lnTo>
                    <a:lnTo>
                      <a:pt x="4006" y="1782"/>
                    </a:lnTo>
                    <a:lnTo>
                      <a:pt x="4008" y="1780"/>
                    </a:lnTo>
                    <a:lnTo>
                      <a:pt x="4010" y="1780"/>
                    </a:lnTo>
                    <a:lnTo>
                      <a:pt x="4012" y="1776"/>
                    </a:lnTo>
                    <a:lnTo>
                      <a:pt x="4016" y="1772"/>
                    </a:lnTo>
                    <a:lnTo>
                      <a:pt x="4016" y="1772"/>
                    </a:lnTo>
                    <a:lnTo>
                      <a:pt x="4022" y="1772"/>
                    </a:lnTo>
                    <a:lnTo>
                      <a:pt x="4024" y="1774"/>
                    </a:lnTo>
                    <a:lnTo>
                      <a:pt x="4028" y="1776"/>
                    </a:lnTo>
                    <a:lnTo>
                      <a:pt x="4036" y="1772"/>
                    </a:lnTo>
                    <a:lnTo>
                      <a:pt x="4036" y="1772"/>
                    </a:lnTo>
                    <a:lnTo>
                      <a:pt x="4044" y="1766"/>
                    </a:lnTo>
                    <a:lnTo>
                      <a:pt x="4052" y="1764"/>
                    </a:lnTo>
                    <a:lnTo>
                      <a:pt x="4060" y="1762"/>
                    </a:lnTo>
                    <a:lnTo>
                      <a:pt x="4066" y="1756"/>
                    </a:lnTo>
                    <a:lnTo>
                      <a:pt x="4066" y="1756"/>
                    </a:lnTo>
                    <a:lnTo>
                      <a:pt x="4070" y="1752"/>
                    </a:lnTo>
                    <a:lnTo>
                      <a:pt x="4070" y="1748"/>
                    </a:lnTo>
                    <a:lnTo>
                      <a:pt x="4068" y="1746"/>
                    </a:lnTo>
                    <a:lnTo>
                      <a:pt x="4066" y="1742"/>
                    </a:lnTo>
                    <a:lnTo>
                      <a:pt x="4066" y="1742"/>
                    </a:lnTo>
                    <a:lnTo>
                      <a:pt x="4064" y="1736"/>
                    </a:lnTo>
                    <a:lnTo>
                      <a:pt x="4062" y="1734"/>
                    </a:lnTo>
                    <a:lnTo>
                      <a:pt x="4054" y="1730"/>
                    </a:lnTo>
                    <a:lnTo>
                      <a:pt x="4054" y="1730"/>
                    </a:lnTo>
                    <a:lnTo>
                      <a:pt x="4052" y="1726"/>
                    </a:lnTo>
                    <a:lnTo>
                      <a:pt x="4050" y="1718"/>
                    </a:lnTo>
                    <a:lnTo>
                      <a:pt x="4050" y="1704"/>
                    </a:lnTo>
                    <a:lnTo>
                      <a:pt x="4050" y="1704"/>
                    </a:lnTo>
                    <a:lnTo>
                      <a:pt x="4052" y="1706"/>
                    </a:lnTo>
                    <a:lnTo>
                      <a:pt x="4054" y="1708"/>
                    </a:lnTo>
                    <a:lnTo>
                      <a:pt x="4054" y="1716"/>
                    </a:lnTo>
                    <a:lnTo>
                      <a:pt x="4054" y="1716"/>
                    </a:lnTo>
                    <a:lnTo>
                      <a:pt x="4054" y="1720"/>
                    </a:lnTo>
                    <a:lnTo>
                      <a:pt x="4056" y="1724"/>
                    </a:lnTo>
                    <a:lnTo>
                      <a:pt x="4060" y="1728"/>
                    </a:lnTo>
                    <a:lnTo>
                      <a:pt x="4066" y="1730"/>
                    </a:lnTo>
                    <a:lnTo>
                      <a:pt x="4066" y="1730"/>
                    </a:lnTo>
                    <a:lnTo>
                      <a:pt x="4078" y="1734"/>
                    </a:lnTo>
                    <a:lnTo>
                      <a:pt x="4088" y="1734"/>
                    </a:lnTo>
                    <a:lnTo>
                      <a:pt x="4096" y="1734"/>
                    </a:lnTo>
                    <a:lnTo>
                      <a:pt x="4106" y="1732"/>
                    </a:lnTo>
                    <a:lnTo>
                      <a:pt x="4122" y="1724"/>
                    </a:lnTo>
                    <a:lnTo>
                      <a:pt x="4144" y="1714"/>
                    </a:lnTo>
                    <a:lnTo>
                      <a:pt x="4144" y="1714"/>
                    </a:lnTo>
                    <a:lnTo>
                      <a:pt x="4152" y="1708"/>
                    </a:lnTo>
                    <a:lnTo>
                      <a:pt x="4156" y="1708"/>
                    </a:lnTo>
                    <a:lnTo>
                      <a:pt x="4156" y="1708"/>
                    </a:lnTo>
                    <a:lnTo>
                      <a:pt x="4158" y="1712"/>
                    </a:lnTo>
                    <a:lnTo>
                      <a:pt x="4160" y="1714"/>
                    </a:lnTo>
                    <a:lnTo>
                      <a:pt x="4164" y="1718"/>
                    </a:lnTo>
                    <a:lnTo>
                      <a:pt x="4172" y="1718"/>
                    </a:lnTo>
                    <a:lnTo>
                      <a:pt x="4188" y="1716"/>
                    </a:lnTo>
                    <a:lnTo>
                      <a:pt x="4188" y="1716"/>
                    </a:lnTo>
                    <a:lnTo>
                      <a:pt x="4202" y="1716"/>
                    </a:lnTo>
                    <a:lnTo>
                      <a:pt x="4194" y="1720"/>
                    </a:lnTo>
                    <a:lnTo>
                      <a:pt x="4172" y="1728"/>
                    </a:lnTo>
                    <a:lnTo>
                      <a:pt x="4148" y="1740"/>
                    </a:lnTo>
                    <a:lnTo>
                      <a:pt x="4148" y="1740"/>
                    </a:lnTo>
                    <a:lnTo>
                      <a:pt x="4136" y="1746"/>
                    </a:lnTo>
                    <a:lnTo>
                      <a:pt x="4126" y="1754"/>
                    </a:lnTo>
                    <a:lnTo>
                      <a:pt x="4118" y="1762"/>
                    </a:lnTo>
                    <a:lnTo>
                      <a:pt x="4110" y="1770"/>
                    </a:lnTo>
                    <a:lnTo>
                      <a:pt x="4106" y="1780"/>
                    </a:lnTo>
                    <a:lnTo>
                      <a:pt x="4104" y="1790"/>
                    </a:lnTo>
                    <a:lnTo>
                      <a:pt x="4106" y="1802"/>
                    </a:lnTo>
                    <a:lnTo>
                      <a:pt x="4110" y="1812"/>
                    </a:lnTo>
                    <a:lnTo>
                      <a:pt x="4110" y="1812"/>
                    </a:lnTo>
                    <a:lnTo>
                      <a:pt x="4116" y="1822"/>
                    </a:lnTo>
                    <a:lnTo>
                      <a:pt x="4124" y="1826"/>
                    </a:lnTo>
                    <a:lnTo>
                      <a:pt x="4130" y="1828"/>
                    </a:lnTo>
                    <a:lnTo>
                      <a:pt x="4138" y="1824"/>
                    </a:lnTo>
                    <a:lnTo>
                      <a:pt x="4146" y="1818"/>
                    </a:lnTo>
                    <a:lnTo>
                      <a:pt x="4154" y="1810"/>
                    </a:lnTo>
                    <a:lnTo>
                      <a:pt x="4174" y="1786"/>
                    </a:lnTo>
                    <a:lnTo>
                      <a:pt x="4174" y="1786"/>
                    </a:lnTo>
                    <a:lnTo>
                      <a:pt x="4182" y="1776"/>
                    </a:lnTo>
                    <a:lnTo>
                      <a:pt x="4190" y="1770"/>
                    </a:lnTo>
                    <a:lnTo>
                      <a:pt x="4196" y="1768"/>
                    </a:lnTo>
                    <a:lnTo>
                      <a:pt x="4202" y="1768"/>
                    </a:lnTo>
                    <a:lnTo>
                      <a:pt x="4208" y="1768"/>
                    </a:lnTo>
                    <a:lnTo>
                      <a:pt x="4216" y="1766"/>
                    </a:lnTo>
                    <a:lnTo>
                      <a:pt x="4224" y="1764"/>
                    </a:lnTo>
                    <a:lnTo>
                      <a:pt x="4238" y="1756"/>
                    </a:lnTo>
                    <a:lnTo>
                      <a:pt x="4238" y="1756"/>
                    </a:lnTo>
                    <a:lnTo>
                      <a:pt x="4252" y="1748"/>
                    </a:lnTo>
                    <a:lnTo>
                      <a:pt x="4266" y="1742"/>
                    </a:lnTo>
                    <a:lnTo>
                      <a:pt x="4290" y="1734"/>
                    </a:lnTo>
                    <a:lnTo>
                      <a:pt x="4300" y="1730"/>
                    </a:lnTo>
                    <a:lnTo>
                      <a:pt x="4306" y="1728"/>
                    </a:lnTo>
                    <a:lnTo>
                      <a:pt x="4308" y="1724"/>
                    </a:lnTo>
                    <a:lnTo>
                      <a:pt x="4304" y="1720"/>
                    </a:lnTo>
                    <a:lnTo>
                      <a:pt x="4304" y="1720"/>
                    </a:lnTo>
                    <a:lnTo>
                      <a:pt x="4284" y="1700"/>
                    </a:lnTo>
                    <a:lnTo>
                      <a:pt x="4280" y="1698"/>
                    </a:lnTo>
                    <a:lnTo>
                      <a:pt x="4276" y="1696"/>
                    </a:lnTo>
                    <a:lnTo>
                      <a:pt x="4270" y="1696"/>
                    </a:lnTo>
                    <a:lnTo>
                      <a:pt x="4264" y="1698"/>
                    </a:lnTo>
                    <a:lnTo>
                      <a:pt x="4264" y="1698"/>
                    </a:lnTo>
                    <a:lnTo>
                      <a:pt x="4258" y="1700"/>
                    </a:lnTo>
                    <a:lnTo>
                      <a:pt x="4246" y="1700"/>
                    </a:lnTo>
                    <a:lnTo>
                      <a:pt x="4236" y="1700"/>
                    </a:lnTo>
                    <a:lnTo>
                      <a:pt x="4224" y="1696"/>
                    </a:lnTo>
                    <a:lnTo>
                      <a:pt x="4212" y="1694"/>
                    </a:lnTo>
                    <a:lnTo>
                      <a:pt x="4204" y="1690"/>
                    </a:lnTo>
                    <a:lnTo>
                      <a:pt x="4198" y="1684"/>
                    </a:lnTo>
                    <a:lnTo>
                      <a:pt x="4196" y="1682"/>
                    </a:lnTo>
                    <a:lnTo>
                      <a:pt x="4196" y="1680"/>
                    </a:lnTo>
                    <a:lnTo>
                      <a:pt x="4196" y="1680"/>
                    </a:lnTo>
                    <a:lnTo>
                      <a:pt x="4196" y="1676"/>
                    </a:lnTo>
                    <a:lnTo>
                      <a:pt x="4194" y="1674"/>
                    </a:lnTo>
                    <a:lnTo>
                      <a:pt x="4186" y="1672"/>
                    </a:lnTo>
                    <a:lnTo>
                      <a:pt x="4178" y="1668"/>
                    </a:lnTo>
                    <a:lnTo>
                      <a:pt x="4172" y="1664"/>
                    </a:lnTo>
                    <a:lnTo>
                      <a:pt x="4166" y="1654"/>
                    </a:lnTo>
                    <a:lnTo>
                      <a:pt x="4160" y="1640"/>
                    </a:lnTo>
                    <a:lnTo>
                      <a:pt x="4160" y="1640"/>
                    </a:lnTo>
                    <a:lnTo>
                      <a:pt x="4156" y="1624"/>
                    </a:lnTo>
                    <a:lnTo>
                      <a:pt x="4156" y="1610"/>
                    </a:lnTo>
                    <a:lnTo>
                      <a:pt x="4158" y="1598"/>
                    </a:lnTo>
                    <a:lnTo>
                      <a:pt x="4160" y="1588"/>
                    </a:lnTo>
                    <a:lnTo>
                      <a:pt x="4162" y="1580"/>
                    </a:lnTo>
                    <a:lnTo>
                      <a:pt x="4162" y="1576"/>
                    </a:lnTo>
                    <a:lnTo>
                      <a:pt x="4158" y="1574"/>
                    </a:lnTo>
                    <a:lnTo>
                      <a:pt x="4148" y="1576"/>
                    </a:lnTo>
                    <a:lnTo>
                      <a:pt x="4148" y="1576"/>
                    </a:lnTo>
                    <a:lnTo>
                      <a:pt x="4134" y="1578"/>
                    </a:lnTo>
                    <a:lnTo>
                      <a:pt x="4126" y="1580"/>
                    </a:lnTo>
                    <a:lnTo>
                      <a:pt x="4124" y="1578"/>
                    </a:lnTo>
                    <a:lnTo>
                      <a:pt x="4126" y="1574"/>
                    </a:lnTo>
                    <a:lnTo>
                      <a:pt x="4140" y="1564"/>
                    </a:lnTo>
                    <a:lnTo>
                      <a:pt x="4164" y="1550"/>
                    </a:lnTo>
                    <a:lnTo>
                      <a:pt x="4164" y="1550"/>
                    </a:lnTo>
                    <a:lnTo>
                      <a:pt x="4178" y="1538"/>
                    </a:lnTo>
                    <a:lnTo>
                      <a:pt x="4182" y="1532"/>
                    </a:lnTo>
                    <a:lnTo>
                      <a:pt x="4184" y="1528"/>
                    </a:lnTo>
                    <a:lnTo>
                      <a:pt x="4184" y="1522"/>
                    </a:lnTo>
                    <a:lnTo>
                      <a:pt x="4180" y="1516"/>
                    </a:lnTo>
                    <a:lnTo>
                      <a:pt x="4174" y="1508"/>
                    </a:lnTo>
                    <a:lnTo>
                      <a:pt x="4166" y="1502"/>
                    </a:lnTo>
                    <a:lnTo>
                      <a:pt x="4166" y="1502"/>
                    </a:lnTo>
                    <a:lnTo>
                      <a:pt x="4160" y="1498"/>
                    </a:lnTo>
                    <a:lnTo>
                      <a:pt x="4150" y="1496"/>
                    </a:lnTo>
                    <a:lnTo>
                      <a:pt x="4140" y="1496"/>
                    </a:lnTo>
                    <a:lnTo>
                      <a:pt x="4130" y="1496"/>
                    </a:lnTo>
                    <a:lnTo>
                      <a:pt x="4102" y="1500"/>
                    </a:lnTo>
                    <a:lnTo>
                      <a:pt x="4074" y="1508"/>
                    </a:lnTo>
                    <a:lnTo>
                      <a:pt x="4044" y="1518"/>
                    </a:lnTo>
                    <a:lnTo>
                      <a:pt x="4018" y="1532"/>
                    </a:lnTo>
                    <a:lnTo>
                      <a:pt x="3996" y="1546"/>
                    </a:lnTo>
                    <a:lnTo>
                      <a:pt x="3988" y="1554"/>
                    </a:lnTo>
                    <a:lnTo>
                      <a:pt x="3982" y="1560"/>
                    </a:lnTo>
                    <a:lnTo>
                      <a:pt x="3982" y="1560"/>
                    </a:lnTo>
                    <a:lnTo>
                      <a:pt x="3964" y="1584"/>
                    </a:lnTo>
                    <a:lnTo>
                      <a:pt x="3948" y="1602"/>
                    </a:lnTo>
                    <a:lnTo>
                      <a:pt x="3934" y="1616"/>
                    </a:lnTo>
                    <a:lnTo>
                      <a:pt x="3922" y="1626"/>
                    </a:lnTo>
                    <a:lnTo>
                      <a:pt x="3914" y="1634"/>
                    </a:lnTo>
                    <a:lnTo>
                      <a:pt x="3908" y="1636"/>
                    </a:lnTo>
                    <a:lnTo>
                      <a:pt x="3908" y="1636"/>
                    </a:lnTo>
                    <a:lnTo>
                      <a:pt x="3908" y="1634"/>
                    </a:lnTo>
                    <a:lnTo>
                      <a:pt x="3914" y="1628"/>
                    </a:lnTo>
                    <a:lnTo>
                      <a:pt x="3914" y="1628"/>
                    </a:lnTo>
                    <a:lnTo>
                      <a:pt x="3924" y="1616"/>
                    </a:lnTo>
                    <a:lnTo>
                      <a:pt x="3936" y="1600"/>
                    </a:lnTo>
                    <a:lnTo>
                      <a:pt x="3964" y="1560"/>
                    </a:lnTo>
                    <a:lnTo>
                      <a:pt x="3978" y="1542"/>
                    </a:lnTo>
                    <a:lnTo>
                      <a:pt x="3994" y="1524"/>
                    </a:lnTo>
                    <a:lnTo>
                      <a:pt x="4010" y="1510"/>
                    </a:lnTo>
                    <a:lnTo>
                      <a:pt x="4020" y="1504"/>
                    </a:lnTo>
                    <a:lnTo>
                      <a:pt x="4030" y="1500"/>
                    </a:lnTo>
                    <a:lnTo>
                      <a:pt x="4030" y="1500"/>
                    </a:lnTo>
                    <a:lnTo>
                      <a:pt x="4040" y="1496"/>
                    </a:lnTo>
                    <a:lnTo>
                      <a:pt x="4050" y="1490"/>
                    </a:lnTo>
                    <a:lnTo>
                      <a:pt x="4056" y="1486"/>
                    </a:lnTo>
                    <a:lnTo>
                      <a:pt x="4060" y="1482"/>
                    </a:lnTo>
                    <a:lnTo>
                      <a:pt x="4066" y="1472"/>
                    </a:lnTo>
                    <a:lnTo>
                      <a:pt x="4068" y="1464"/>
                    </a:lnTo>
                    <a:lnTo>
                      <a:pt x="4072" y="1456"/>
                    </a:lnTo>
                    <a:lnTo>
                      <a:pt x="4076" y="1452"/>
                    </a:lnTo>
                    <a:lnTo>
                      <a:pt x="4082" y="1448"/>
                    </a:lnTo>
                    <a:lnTo>
                      <a:pt x="4090" y="1444"/>
                    </a:lnTo>
                    <a:lnTo>
                      <a:pt x="4102" y="1440"/>
                    </a:lnTo>
                    <a:lnTo>
                      <a:pt x="4136" y="1432"/>
                    </a:lnTo>
                    <a:lnTo>
                      <a:pt x="4136" y="1432"/>
                    </a:lnTo>
                    <a:lnTo>
                      <a:pt x="4160" y="1430"/>
                    </a:lnTo>
                    <a:lnTo>
                      <a:pt x="4182" y="1428"/>
                    </a:lnTo>
                    <a:lnTo>
                      <a:pt x="4202" y="1430"/>
                    </a:lnTo>
                    <a:lnTo>
                      <a:pt x="4220" y="1432"/>
                    </a:lnTo>
                    <a:lnTo>
                      <a:pt x="4252" y="1436"/>
                    </a:lnTo>
                    <a:lnTo>
                      <a:pt x="4278" y="1442"/>
                    </a:lnTo>
                    <a:lnTo>
                      <a:pt x="4304" y="1446"/>
                    </a:lnTo>
                    <a:lnTo>
                      <a:pt x="4316" y="1444"/>
                    </a:lnTo>
                    <a:lnTo>
                      <a:pt x="4330" y="1442"/>
                    </a:lnTo>
                    <a:lnTo>
                      <a:pt x="4342" y="1438"/>
                    </a:lnTo>
                    <a:lnTo>
                      <a:pt x="4356" y="1430"/>
                    </a:lnTo>
                    <a:lnTo>
                      <a:pt x="4370" y="1420"/>
                    </a:lnTo>
                    <a:lnTo>
                      <a:pt x="4386" y="1406"/>
                    </a:lnTo>
                    <a:lnTo>
                      <a:pt x="4386" y="1406"/>
                    </a:lnTo>
                    <a:lnTo>
                      <a:pt x="4414" y="1382"/>
                    </a:lnTo>
                    <a:lnTo>
                      <a:pt x="4434" y="1368"/>
                    </a:lnTo>
                    <a:lnTo>
                      <a:pt x="4448" y="1362"/>
                    </a:lnTo>
                    <a:lnTo>
                      <a:pt x="4458" y="1362"/>
                    </a:lnTo>
                    <a:lnTo>
                      <a:pt x="4470" y="1366"/>
                    </a:lnTo>
                    <a:lnTo>
                      <a:pt x="4474" y="1366"/>
                    </a:lnTo>
                    <a:lnTo>
                      <a:pt x="4482" y="1358"/>
                    </a:lnTo>
                    <a:lnTo>
                      <a:pt x="4482" y="1358"/>
                    </a:lnTo>
                    <a:lnTo>
                      <a:pt x="4492" y="1348"/>
                    </a:lnTo>
                    <a:lnTo>
                      <a:pt x="4502" y="1342"/>
                    </a:lnTo>
                    <a:lnTo>
                      <a:pt x="4518" y="1330"/>
                    </a:lnTo>
                    <a:lnTo>
                      <a:pt x="4524" y="1324"/>
                    </a:lnTo>
                    <a:lnTo>
                      <a:pt x="4526" y="1316"/>
                    </a:lnTo>
                    <a:lnTo>
                      <a:pt x="4526" y="1308"/>
                    </a:lnTo>
                    <a:lnTo>
                      <a:pt x="4522" y="1296"/>
                    </a:lnTo>
                    <a:lnTo>
                      <a:pt x="4522" y="1296"/>
                    </a:lnTo>
                    <a:lnTo>
                      <a:pt x="4518" y="1284"/>
                    </a:lnTo>
                    <a:lnTo>
                      <a:pt x="4518" y="1278"/>
                    </a:lnTo>
                    <a:lnTo>
                      <a:pt x="4518" y="1274"/>
                    </a:lnTo>
                    <a:lnTo>
                      <a:pt x="4522" y="1270"/>
                    </a:lnTo>
                    <a:lnTo>
                      <a:pt x="4524" y="1268"/>
                    </a:lnTo>
                    <a:lnTo>
                      <a:pt x="4526" y="1264"/>
                    </a:lnTo>
                    <a:lnTo>
                      <a:pt x="4524" y="1258"/>
                    </a:lnTo>
                    <a:lnTo>
                      <a:pt x="4522" y="1248"/>
                    </a:lnTo>
                    <a:lnTo>
                      <a:pt x="4522" y="1248"/>
                    </a:lnTo>
                    <a:lnTo>
                      <a:pt x="4516" y="1238"/>
                    </a:lnTo>
                    <a:lnTo>
                      <a:pt x="4510" y="1234"/>
                    </a:lnTo>
                    <a:lnTo>
                      <a:pt x="4502" y="1232"/>
                    </a:lnTo>
                    <a:lnTo>
                      <a:pt x="4496" y="1230"/>
                    </a:lnTo>
                    <a:lnTo>
                      <a:pt x="4488" y="1230"/>
                    </a:lnTo>
                    <a:lnTo>
                      <a:pt x="4480" y="1228"/>
                    </a:lnTo>
                    <a:lnTo>
                      <a:pt x="4472" y="1222"/>
                    </a:lnTo>
                    <a:lnTo>
                      <a:pt x="4464" y="1214"/>
                    </a:lnTo>
                    <a:lnTo>
                      <a:pt x="4464" y="1214"/>
                    </a:lnTo>
                    <a:lnTo>
                      <a:pt x="4454" y="1204"/>
                    </a:lnTo>
                    <a:lnTo>
                      <a:pt x="4446" y="1198"/>
                    </a:lnTo>
                    <a:lnTo>
                      <a:pt x="4436" y="1198"/>
                    </a:lnTo>
                    <a:lnTo>
                      <a:pt x="4428" y="1200"/>
                    </a:lnTo>
                    <a:lnTo>
                      <a:pt x="4416" y="1204"/>
                    </a:lnTo>
                    <a:lnTo>
                      <a:pt x="4406" y="1212"/>
                    </a:lnTo>
                    <a:lnTo>
                      <a:pt x="4376" y="1234"/>
                    </a:lnTo>
                    <a:lnTo>
                      <a:pt x="4376" y="1234"/>
                    </a:lnTo>
                    <a:lnTo>
                      <a:pt x="4362" y="1242"/>
                    </a:lnTo>
                    <a:lnTo>
                      <a:pt x="4352" y="1246"/>
                    </a:lnTo>
                    <a:lnTo>
                      <a:pt x="4344" y="1246"/>
                    </a:lnTo>
                    <a:lnTo>
                      <a:pt x="4342" y="1242"/>
                    </a:lnTo>
                    <a:lnTo>
                      <a:pt x="4342" y="1238"/>
                    </a:lnTo>
                    <a:lnTo>
                      <a:pt x="4346" y="1230"/>
                    </a:lnTo>
                    <a:lnTo>
                      <a:pt x="4354" y="1226"/>
                    </a:lnTo>
                    <a:lnTo>
                      <a:pt x="4364" y="1220"/>
                    </a:lnTo>
                    <a:lnTo>
                      <a:pt x="4364" y="1220"/>
                    </a:lnTo>
                    <a:lnTo>
                      <a:pt x="4376" y="1218"/>
                    </a:lnTo>
                    <a:lnTo>
                      <a:pt x="4386" y="1214"/>
                    </a:lnTo>
                    <a:lnTo>
                      <a:pt x="4400" y="1204"/>
                    </a:lnTo>
                    <a:lnTo>
                      <a:pt x="4414" y="1196"/>
                    </a:lnTo>
                    <a:lnTo>
                      <a:pt x="4424" y="1192"/>
                    </a:lnTo>
                    <a:lnTo>
                      <a:pt x="4438" y="1190"/>
                    </a:lnTo>
                    <a:lnTo>
                      <a:pt x="4438" y="1190"/>
                    </a:lnTo>
                    <a:lnTo>
                      <a:pt x="4450" y="1186"/>
                    </a:lnTo>
                    <a:lnTo>
                      <a:pt x="4456" y="1184"/>
                    </a:lnTo>
                    <a:lnTo>
                      <a:pt x="4458" y="1178"/>
                    </a:lnTo>
                    <a:lnTo>
                      <a:pt x="4456" y="1174"/>
                    </a:lnTo>
                    <a:lnTo>
                      <a:pt x="4450" y="1170"/>
                    </a:lnTo>
                    <a:lnTo>
                      <a:pt x="4442" y="1166"/>
                    </a:lnTo>
                    <a:lnTo>
                      <a:pt x="4432" y="1162"/>
                    </a:lnTo>
                    <a:lnTo>
                      <a:pt x="4418" y="1160"/>
                    </a:lnTo>
                    <a:lnTo>
                      <a:pt x="4418" y="1160"/>
                    </a:lnTo>
                    <a:lnTo>
                      <a:pt x="4406" y="1158"/>
                    </a:lnTo>
                    <a:lnTo>
                      <a:pt x="4400" y="1154"/>
                    </a:lnTo>
                    <a:lnTo>
                      <a:pt x="4396" y="1150"/>
                    </a:lnTo>
                    <a:lnTo>
                      <a:pt x="4394" y="1146"/>
                    </a:lnTo>
                    <a:lnTo>
                      <a:pt x="4392" y="1142"/>
                    </a:lnTo>
                    <a:lnTo>
                      <a:pt x="4388" y="1138"/>
                    </a:lnTo>
                    <a:lnTo>
                      <a:pt x="4378" y="1136"/>
                    </a:lnTo>
                    <a:lnTo>
                      <a:pt x="4364" y="1132"/>
                    </a:lnTo>
                    <a:lnTo>
                      <a:pt x="4364" y="1132"/>
                    </a:lnTo>
                    <a:lnTo>
                      <a:pt x="4350" y="1130"/>
                    </a:lnTo>
                    <a:lnTo>
                      <a:pt x="4342" y="1126"/>
                    </a:lnTo>
                    <a:lnTo>
                      <a:pt x="4340" y="1122"/>
                    </a:lnTo>
                    <a:lnTo>
                      <a:pt x="4338" y="1116"/>
                    </a:lnTo>
                    <a:lnTo>
                      <a:pt x="4340" y="1112"/>
                    </a:lnTo>
                    <a:lnTo>
                      <a:pt x="4338" y="1106"/>
                    </a:lnTo>
                    <a:lnTo>
                      <a:pt x="4334" y="1102"/>
                    </a:lnTo>
                    <a:lnTo>
                      <a:pt x="4324" y="1096"/>
                    </a:lnTo>
                    <a:lnTo>
                      <a:pt x="4324" y="1096"/>
                    </a:lnTo>
                    <a:lnTo>
                      <a:pt x="4314" y="1090"/>
                    </a:lnTo>
                    <a:lnTo>
                      <a:pt x="4304" y="1084"/>
                    </a:lnTo>
                    <a:lnTo>
                      <a:pt x="4296" y="1078"/>
                    </a:lnTo>
                    <a:lnTo>
                      <a:pt x="4290" y="1070"/>
                    </a:lnTo>
                    <a:lnTo>
                      <a:pt x="4286" y="1062"/>
                    </a:lnTo>
                    <a:lnTo>
                      <a:pt x="4286" y="1052"/>
                    </a:lnTo>
                    <a:lnTo>
                      <a:pt x="4288" y="1042"/>
                    </a:lnTo>
                    <a:lnTo>
                      <a:pt x="4294" y="1030"/>
                    </a:lnTo>
                    <a:lnTo>
                      <a:pt x="4294" y="1030"/>
                    </a:lnTo>
                    <a:lnTo>
                      <a:pt x="4298" y="1024"/>
                    </a:lnTo>
                    <a:lnTo>
                      <a:pt x="4298" y="1020"/>
                    </a:lnTo>
                    <a:lnTo>
                      <a:pt x="4298" y="1016"/>
                    </a:lnTo>
                    <a:lnTo>
                      <a:pt x="4296" y="1012"/>
                    </a:lnTo>
                    <a:lnTo>
                      <a:pt x="4290" y="1008"/>
                    </a:lnTo>
                    <a:lnTo>
                      <a:pt x="4282" y="1004"/>
                    </a:lnTo>
                    <a:lnTo>
                      <a:pt x="4274" y="1002"/>
                    </a:lnTo>
                    <a:lnTo>
                      <a:pt x="4268" y="998"/>
                    </a:lnTo>
                    <a:lnTo>
                      <a:pt x="4266" y="996"/>
                    </a:lnTo>
                    <a:lnTo>
                      <a:pt x="4266" y="994"/>
                    </a:lnTo>
                    <a:lnTo>
                      <a:pt x="4266" y="990"/>
                    </a:lnTo>
                    <a:lnTo>
                      <a:pt x="4270" y="986"/>
                    </a:lnTo>
                    <a:lnTo>
                      <a:pt x="4270" y="986"/>
                    </a:lnTo>
                    <a:lnTo>
                      <a:pt x="4274" y="978"/>
                    </a:lnTo>
                    <a:lnTo>
                      <a:pt x="4274" y="970"/>
                    </a:lnTo>
                    <a:lnTo>
                      <a:pt x="4270" y="966"/>
                    </a:lnTo>
                    <a:lnTo>
                      <a:pt x="4264" y="960"/>
                    </a:lnTo>
                    <a:lnTo>
                      <a:pt x="4258" y="954"/>
                    </a:lnTo>
                    <a:lnTo>
                      <a:pt x="4252" y="948"/>
                    </a:lnTo>
                    <a:lnTo>
                      <a:pt x="4246" y="940"/>
                    </a:lnTo>
                    <a:lnTo>
                      <a:pt x="4244" y="928"/>
                    </a:lnTo>
                    <a:lnTo>
                      <a:pt x="4244" y="928"/>
                    </a:lnTo>
                    <a:lnTo>
                      <a:pt x="4240" y="912"/>
                    </a:lnTo>
                    <a:lnTo>
                      <a:pt x="4238" y="908"/>
                    </a:lnTo>
                    <a:lnTo>
                      <a:pt x="4236" y="906"/>
                    </a:lnTo>
                    <a:lnTo>
                      <a:pt x="4230" y="902"/>
                    </a:lnTo>
                    <a:lnTo>
                      <a:pt x="4228" y="898"/>
                    </a:lnTo>
                    <a:lnTo>
                      <a:pt x="4226" y="890"/>
                    </a:lnTo>
                    <a:lnTo>
                      <a:pt x="4226" y="890"/>
                    </a:lnTo>
                    <a:lnTo>
                      <a:pt x="4222" y="882"/>
                    </a:lnTo>
                    <a:lnTo>
                      <a:pt x="4218" y="878"/>
                    </a:lnTo>
                    <a:lnTo>
                      <a:pt x="4210" y="872"/>
                    </a:lnTo>
                    <a:lnTo>
                      <a:pt x="4206" y="868"/>
                    </a:lnTo>
                    <a:lnTo>
                      <a:pt x="4200" y="862"/>
                    </a:lnTo>
                    <a:lnTo>
                      <a:pt x="4194" y="852"/>
                    </a:lnTo>
                    <a:lnTo>
                      <a:pt x="4186" y="838"/>
                    </a:lnTo>
                    <a:lnTo>
                      <a:pt x="4186" y="838"/>
                    </a:lnTo>
                    <a:lnTo>
                      <a:pt x="4180" y="824"/>
                    </a:lnTo>
                    <a:lnTo>
                      <a:pt x="4174" y="816"/>
                    </a:lnTo>
                    <a:lnTo>
                      <a:pt x="4168" y="812"/>
                    </a:lnTo>
                    <a:lnTo>
                      <a:pt x="4164" y="812"/>
                    </a:lnTo>
                    <a:lnTo>
                      <a:pt x="4158" y="814"/>
                    </a:lnTo>
                    <a:lnTo>
                      <a:pt x="4154" y="820"/>
                    </a:lnTo>
                    <a:lnTo>
                      <a:pt x="4140" y="836"/>
                    </a:lnTo>
                    <a:lnTo>
                      <a:pt x="4140" y="836"/>
                    </a:lnTo>
                    <a:lnTo>
                      <a:pt x="4132" y="848"/>
                    </a:lnTo>
                    <a:lnTo>
                      <a:pt x="4128" y="860"/>
                    </a:lnTo>
                    <a:lnTo>
                      <a:pt x="4124" y="884"/>
                    </a:lnTo>
                    <a:lnTo>
                      <a:pt x="4120" y="896"/>
                    </a:lnTo>
                    <a:lnTo>
                      <a:pt x="4116" y="904"/>
                    </a:lnTo>
                    <a:lnTo>
                      <a:pt x="4114" y="906"/>
                    </a:lnTo>
                    <a:lnTo>
                      <a:pt x="4110" y="908"/>
                    </a:lnTo>
                    <a:lnTo>
                      <a:pt x="4106" y="908"/>
                    </a:lnTo>
                    <a:lnTo>
                      <a:pt x="4100" y="906"/>
                    </a:lnTo>
                    <a:lnTo>
                      <a:pt x="4100" y="906"/>
                    </a:lnTo>
                    <a:lnTo>
                      <a:pt x="4090" y="904"/>
                    </a:lnTo>
                    <a:lnTo>
                      <a:pt x="4086" y="906"/>
                    </a:lnTo>
                    <a:lnTo>
                      <a:pt x="4084" y="908"/>
                    </a:lnTo>
                    <a:lnTo>
                      <a:pt x="4084" y="912"/>
                    </a:lnTo>
                    <a:lnTo>
                      <a:pt x="4082" y="916"/>
                    </a:lnTo>
                    <a:lnTo>
                      <a:pt x="4080" y="922"/>
                    </a:lnTo>
                    <a:lnTo>
                      <a:pt x="4074" y="928"/>
                    </a:lnTo>
                    <a:lnTo>
                      <a:pt x="4060" y="934"/>
                    </a:lnTo>
                    <a:lnTo>
                      <a:pt x="4060" y="934"/>
                    </a:lnTo>
                    <a:lnTo>
                      <a:pt x="4048" y="936"/>
                    </a:lnTo>
                    <a:lnTo>
                      <a:pt x="4038" y="934"/>
                    </a:lnTo>
                    <a:lnTo>
                      <a:pt x="4030" y="930"/>
                    </a:lnTo>
                    <a:lnTo>
                      <a:pt x="4024" y="922"/>
                    </a:lnTo>
                    <a:lnTo>
                      <a:pt x="4018" y="914"/>
                    </a:lnTo>
                    <a:lnTo>
                      <a:pt x="4010" y="908"/>
                    </a:lnTo>
                    <a:lnTo>
                      <a:pt x="4002" y="902"/>
                    </a:lnTo>
                    <a:lnTo>
                      <a:pt x="3988" y="900"/>
                    </a:lnTo>
                    <a:lnTo>
                      <a:pt x="3988" y="900"/>
                    </a:lnTo>
                    <a:lnTo>
                      <a:pt x="3976" y="900"/>
                    </a:lnTo>
                    <a:lnTo>
                      <a:pt x="3972" y="900"/>
                    </a:lnTo>
                    <a:lnTo>
                      <a:pt x="3970" y="896"/>
                    </a:lnTo>
                    <a:lnTo>
                      <a:pt x="3972" y="892"/>
                    </a:lnTo>
                    <a:lnTo>
                      <a:pt x="3974" y="888"/>
                    </a:lnTo>
                    <a:lnTo>
                      <a:pt x="3976" y="884"/>
                    </a:lnTo>
                    <a:lnTo>
                      <a:pt x="3974" y="880"/>
                    </a:lnTo>
                    <a:lnTo>
                      <a:pt x="3968" y="874"/>
                    </a:lnTo>
                    <a:lnTo>
                      <a:pt x="3968" y="874"/>
                    </a:lnTo>
                    <a:lnTo>
                      <a:pt x="3962" y="870"/>
                    </a:lnTo>
                    <a:lnTo>
                      <a:pt x="3960" y="866"/>
                    </a:lnTo>
                    <a:lnTo>
                      <a:pt x="3962" y="864"/>
                    </a:lnTo>
                    <a:lnTo>
                      <a:pt x="3964" y="860"/>
                    </a:lnTo>
                    <a:lnTo>
                      <a:pt x="3966" y="856"/>
                    </a:lnTo>
                    <a:lnTo>
                      <a:pt x="3968" y="850"/>
                    </a:lnTo>
                    <a:lnTo>
                      <a:pt x="3968" y="844"/>
                    </a:lnTo>
                    <a:lnTo>
                      <a:pt x="3964" y="836"/>
                    </a:lnTo>
                    <a:lnTo>
                      <a:pt x="3964" y="836"/>
                    </a:lnTo>
                    <a:lnTo>
                      <a:pt x="3960" y="824"/>
                    </a:lnTo>
                    <a:lnTo>
                      <a:pt x="3958" y="814"/>
                    </a:lnTo>
                    <a:lnTo>
                      <a:pt x="3962" y="802"/>
                    </a:lnTo>
                    <a:lnTo>
                      <a:pt x="3966" y="794"/>
                    </a:lnTo>
                    <a:lnTo>
                      <a:pt x="3974" y="776"/>
                    </a:lnTo>
                    <a:lnTo>
                      <a:pt x="3974" y="770"/>
                    </a:lnTo>
                    <a:lnTo>
                      <a:pt x="3972" y="764"/>
                    </a:lnTo>
                    <a:lnTo>
                      <a:pt x="3972" y="764"/>
                    </a:lnTo>
                    <a:lnTo>
                      <a:pt x="3968" y="758"/>
                    </a:lnTo>
                    <a:lnTo>
                      <a:pt x="3964" y="758"/>
                    </a:lnTo>
                    <a:lnTo>
                      <a:pt x="3960" y="760"/>
                    </a:lnTo>
                    <a:lnTo>
                      <a:pt x="3958" y="764"/>
                    </a:lnTo>
                    <a:lnTo>
                      <a:pt x="3954" y="770"/>
                    </a:lnTo>
                    <a:lnTo>
                      <a:pt x="3952" y="772"/>
                    </a:lnTo>
                    <a:lnTo>
                      <a:pt x="3950" y="770"/>
                    </a:lnTo>
                    <a:lnTo>
                      <a:pt x="3950" y="770"/>
                    </a:lnTo>
                    <a:lnTo>
                      <a:pt x="3944" y="766"/>
                    </a:lnTo>
                    <a:lnTo>
                      <a:pt x="3936" y="762"/>
                    </a:lnTo>
                    <a:lnTo>
                      <a:pt x="3914" y="756"/>
                    </a:lnTo>
                    <a:lnTo>
                      <a:pt x="3902" y="752"/>
                    </a:lnTo>
                    <a:lnTo>
                      <a:pt x="3894" y="748"/>
                    </a:lnTo>
                    <a:lnTo>
                      <a:pt x="3888" y="742"/>
                    </a:lnTo>
                    <a:lnTo>
                      <a:pt x="3886" y="740"/>
                    </a:lnTo>
                    <a:lnTo>
                      <a:pt x="3886" y="736"/>
                    </a:lnTo>
                    <a:lnTo>
                      <a:pt x="3886" y="736"/>
                    </a:lnTo>
                    <a:lnTo>
                      <a:pt x="3886" y="728"/>
                    </a:lnTo>
                    <a:lnTo>
                      <a:pt x="3882" y="722"/>
                    </a:lnTo>
                    <a:lnTo>
                      <a:pt x="3878" y="716"/>
                    </a:lnTo>
                    <a:lnTo>
                      <a:pt x="3870" y="710"/>
                    </a:lnTo>
                    <a:lnTo>
                      <a:pt x="3826" y="680"/>
                    </a:lnTo>
                    <a:lnTo>
                      <a:pt x="3826" y="680"/>
                    </a:lnTo>
                    <a:lnTo>
                      <a:pt x="3806" y="668"/>
                    </a:lnTo>
                    <a:lnTo>
                      <a:pt x="3800" y="668"/>
                    </a:lnTo>
                    <a:lnTo>
                      <a:pt x="3796" y="666"/>
                    </a:lnTo>
                    <a:lnTo>
                      <a:pt x="3790" y="668"/>
                    </a:lnTo>
                    <a:lnTo>
                      <a:pt x="3788" y="670"/>
                    </a:lnTo>
                    <a:lnTo>
                      <a:pt x="3780" y="678"/>
                    </a:lnTo>
                    <a:lnTo>
                      <a:pt x="3774" y="680"/>
                    </a:lnTo>
                    <a:lnTo>
                      <a:pt x="3768" y="684"/>
                    </a:lnTo>
                    <a:lnTo>
                      <a:pt x="3760" y="684"/>
                    </a:lnTo>
                    <a:lnTo>
                      <a:pt x="3750" y="686"/>
                    </a:lnTo>
                    <a:lnTo>
                      <a:pt x="3736" y="684"/>
                    </a:lnTo>
                    <a:lnTo>
                      <a:pt x="3720" y="680"/>
                    </a:lnTo>
                    <a:lnTo>
                      <a:pt x="3700" y="674"/>
                    </a:lnTo>
                    <a:lnTo>
                      <a:pt x="3676" y="664"/>
                    </a:lnTo>
                    <a:lnTo>
                      <a:pt x="3676" y="664"/>
                    </a:lnTo>
                    <a:lnTo>
                      <a:pt x="3666" y="662"/>
                    </a:lnTo>
                    <a:lnTo>
                      <a:pt x="3656" y="660"/>
                    </a:lnTo>
                    <a:lnTo>
                      <a:pt x="3648" y="660"/>
                    </a:lnTo>
                    <a:lnTo>
                      <a:pt x="3642" y="662"/>
                    </a:lnTo>
                    <a:lnTo>
                      <a:pt x="3636" y="664"/>
                    </a:lnTo>
                    <a:lnTo>
                      <a:pt x="3632" y="668"/>
                    </a:lnTo>
                    <a:lnTo>
                      <a:pt x="3626" y="678"/>
                    </a:lnTo>
                    <a:lnTo>
                      <a:pt x="3622" y="690"/>
                    </a:lnTo>
                    <a:lnTo>
                      <a:pt x="3622" y="702"/>
                    </a:lnTo>
                    <a:lnTo>
                      <a:pt x="3626" y="712"/>
                    </a:lnTo>
                    <a:lnTo>
                      <a:pt x="3630" y="720"/>
                    </a:lnTo>
                    <a:lnTo>
                      <a:pt x="3630" y="720"/>
                    </a:lnTo>
                    <a:lnTo>
                      <a:pt x="3634" y="726"/>
                    </a:lnTo>
                    <a:lnTo>
                      <a:pt x="3636" y="732"/>
                    </a:lnTo>
                    <a:lnTo>
                      <a:pt x="3638" y="738"/>
                    </a:lnTo>
                    <a:lnTo>
                      <a:pt x="3638" y="746"/>
                    </a:lnTo>
                    <a:lnTo>
                      <a:pt x="3634" y="760"/>
                    </a:lnTo>
                    <a:lnTo>
                      <a:pt x="3626" y="772"/>
                    </a:lnTo>
                    <a:lnTo>
                      <a:pt x="3626" y="772"/>
                    </a:lnTo>
                    <a:lnTo>
                      <a:pt x="3622" y="776"/>
                    </a:lnTo>
                    <a:lnTo>
                      <a:pt x="3622" y="780"/>
                    </a:lnTo>
                    <a:lnTo>
                      <a:pt x="3624" y="782"/>
                    </a:lnTo>
                    <a:lnTo>
                      <a:pt x="3626" y="786"/>
                    </a:lnTo>
                    <a:lnTo>
                      <a:pt x="3634" y="794"/>
                    </a:lnTo>
                    <a:lnTo>
                      <a:pt x="3640" y="802"/>
                    </a:lnTo>
                    <a:lnTo>
                      <a:pt x="3644" y="814"/>
                    </a:lnTo>
                    <a:lnTo>
                      <a:pt x="3644" y="814"/>
                    </a:lnTo>
                    <a:lnTo>
                      <a:pt x="3648" y="824"/>
                    </a:lnTo>
                    <a:lnTo>
                      <a:pt x="3650" y="832"/>
                    </a:lnTo>
                    <a:lnTo>
                      <a:pt x="3650" y="840"/>
                    </a:lnTo>
                    <a:lnTo>
                      <a:pt x="3648" y="844"/>
                    </a:lnTo>
                    <a:lnTo>
                      <a:pt x="3642" y="854"/>
                    </a:lnTo>
                    <a:lnTo>
                      <a:pt x="3636" y="870"/>
                    </a:lnTo>
                    <a:lnTo>
                      <a:pt x="3636" y="870"/>
                    </a:lnTo>
                    <a:lnTo>
                      <a:pt x="3634" y="878"/>
                    </a:lnTo>
                    <a:lnTo>
                      <a:pt x="3630" y="882"/>
                    </a:lnTo>
                    <a:lnTo>
                      <a:pt x="3620" y="888"/>
                    </a:lnTo>
                    <a:lnTo>
                      <a:pt x="3616" y="890"/>
                    </a:lnTo>
                    <a:lnTo>
                      <a:pt x="3612" y="894"/>
                    </a:lnTo>
                    <a:lnTo>
                      <a:pt x="3610" y="900"/>
                    </a:lnTo>
                    <a:lnTo>
                      <a:pt x="3606" y="910"/>
                    </a:lnTo>
                    <a:lnTo>
                      <a:pt x="3606" y="910"/>
                    </a:lnTo>
                    <a:lnTo>
                      <a:pt x="3606" y="916"/>
                    </a:lnTo>
                    <a:lnTo>
                      <a:pt x="3608" y="920"/>
                    </a:lnTo>
                    <a:lnTo>
                      <a:pt x="3614" y="926"/>
                    </a:lnTo>
                    <a:lnTo>
                      <a:pt x="3622" y="932"/>
                    </a:lnTo>
                    <a:lnTo>
                      <a:pt x="3634" y="940"/>
                    </a:lnTo>
                    <a:lnTo>
                      <a:pt x="3648" y="950"/>
                    </a:lnTo>
                    <a:lnTo>
                      <a:pt x="3660" y="964"/>
                    </a:lnTo>
                    <a:lnTo>
                      <a:pt x="3666" y="972"/>
                    </a:lnTo>
                    <a:lnTo>
                      <a:pt x="3672" y="984"/>
                    </a:lnTo>
                    <a:lnTo>
                      <a:pt x="3678" y="996"/>
                    </a:lnTo>
                    <a:lnTo>
                      <a:pt x="3684" y="1010"/>
                    </a:lnTo>
                    <a:lnTo>
                      <a:pt x="3684" y="1010"/>
                    </a:lnTo>
                    <a:lnTo>
                      <a:pt x="3686" y="1026"/>
                    </a:lnTo>
                    <a:lnTo>
                      <a:pt x="3688" y="1040"/>
                    </a:lnTo>
                    <a:lnTo>
                      <a:pt x="3688" y="1052"/>
                    </a:lnTo>
                    <a:lnTo>
                      <a:pt x="3684" y="1066"/>
                    </a:lnTo>
                    <a:lnTo>
                      <a:pt x="3680" y="1078"/>
                    </a:lnTo>
                    <a:lnTo>
                      <a:pt x="3674" y="1088"/>
                    </a:lnTo>
                    <a:lnTo>
                      <a:pt x="3668" y="1100"/>
                    </a:lnTo>
                    <a:lnTo>
                      <a:pt x="3660" y="1108"/>
                    </a:lnTo>
                    <a:lnTo>
                      <a:pt x="3642" y="1126"/>
                    </a:lnTo>
                    <a:lnTo>
                      <a:pt x="3624" y="1140"/>
                    </a:lnTo>
                    <a:lnTo>
                      <a:pt x="3604" y="1150"/>
                    </a:lnTo>
                    <a:lnTo>
                      <a:pt x="3584" y="1158"/>
                    </a:lnTo>
                    <a:lnTo>
                      <a:pt x="3584" y="1158"/>
                    </a:lnTo>
                    <a:lnTo>
                      <a:pt x="3570" y="1166"/>
                    </a:lnTo>
                    <a:lnTo>
                      <a:pt x="3562" y="1172"/>
                    </a:lnTo>
                    <a:lnTo>
                      <a:pt x="3562" y="1174"/>
                    </a:lnTo>
                    <a:lnTo>
                      <a:pt x="3562" y="1176"/>
                    </a:lnTo>
                    <a:lnTo>
                      <a:pt x="3566" y="1184"/>
                    </a:lnTo>
                    <a:lnTo>
                      <a:pt x="3572" y="1190"/>
                    </a:lnTo>
                    <a:lnTo>
                      <a:pt x="3578" y="1200"/>
                    </a:lnTo>
                    <a:lnTo>
                      <a:pt x="3582" y="1212"/>
                    </a:lnTo>
                    <a:lnTo>
                      <a:pt x="3584" y="1220"/>
                    </a:lnTo>
                    <a:lnTo>
                      <a:pt x="3584" y="1228"/>
                    </a:lnTo>
                    <a:lnTo>
                      <a:pt x="3584" y="1228"/>
                    </a:lnTo>
                    <a:lnTo>
                      <a:pt x="3586" y="1244"/>
                    </a:lnTo>
                    <a:lnTo>
                      <a:pt x="3588" y="1260"/>
                    </a:lnTo>
                    <a:lnTo>
                      <a:pt x="3598" y="1290"/>
                    </a:lnTo>
                    <a:lnTo>
                      <a:pt x="3602" y="1302"/>
                    </a:lnTo>
                    <a:lnTo>
                      <a:pt x="3604" y="1314"/>
                    </a:lnTo>
                    <a:lnTo>
                      <a:pt x="3604" y="1324"/>
                    </a:lnTo>
                    <a:lnTo>
                      <a:pt x="3600" y="1328"/>
                    </a:lnTo>
                    <a:lnTo>
                      <a:pt x="3598" y="1330"/>
                    </a:lnTo>
                    <a:lnTo>
                      <a:pt x="3598" y="1330"/>
                    </a:lnTo>
                    <a:lnTo>
                      <a:pt x="3594" y="1334"/>
                    </a:lnTo>
                    <a:lnTo>
                      <a:pt x="3592" y="1336"/>
                    </a:lnTo>
                    <a:lnTo>
                      <a:pt x="3590" y="1344"/>
                    </a:lnTo>
                    <a:lnTo>
                      <a:pt x="3592" y="1352"/>
                    </a:lnTo>
                    <a:lnTo>
                      <a:pt x="3594" y="1358"/>
                    </a:lnTo>
                    <a:lnTo>
                      <a:pt x="3596" y="1362"/>
                    </a:lnTo>
                    <a:lnTo>
                      <a:pt x="3594" y="1366"/>
                    </a:lnTo>
                    <a:lnTo>
                      <a:pt x="3590" y="1364"/>
                    </a:lnTo>
                    <a:lnTo>
                      <a:pt x="3580" y="1358"/>
                    </a:lnTo>
                    <a:lnTo>
                      <a:pt x="3580" y="1358"/>
                    </a:lnTo>
                    <a:lnTo>
                      <a:pt x="3570" y="1354"/>
                    </a:lnTo>
                    <a:lnTo>
                      <a:pt x="3568" y="1354"/>
                    </a:lnTo>
                    <a:lnTo>
                      <a:pt x="3566" y="1356"/>
                    </a:lnTo>
                    <a:lnTo>
                      <a:pt x="3562" y="1362"/>
                    </a:lnTo>
                    <a:lnTo>
                      <a:pt x="3562" y="1370"/>
                    </a:lnTo>
                    <a:lnTo>
                      <a:pt x="3562" y="1376"/>
                    </a:lnTo>
                    <a:lnTo>
                      <a:pt x="3560" y="1382"/>
                    </a:lnTo>
                    <a:lnTo>
                      <a:pt x="3558" y="1384"/>
                    </a:lnTo>
                    <a:lnTo>
                      <a:pt x="3554" y="1384"/>
                    </a:lnTo>
                    <a:lnTo>
                      <a:pt x="3546" y="1380"/>
                    </a:lnTo>
                    <a:lnTo>
                      <a:pt x="3546" y="1380"/>
                    </a:lnTo>
                    <a:lnTo>
                      <a:pt x="3536" y="1372"/>
                    </a:lnTo>
                    <a:lnTo>
                      <a:pt x="3530" y="1366"/>
                    </a:lnTo>
                    <a:lnTo>
                      <a:pt x="3522" y="1352"/>
                    </a:lnTo>
                    <a:lnTo>
                      <a:pt x="3516" y="1342"/>
                    </a:lnTo>
                    <a:lnTo>
                      <a:pt x="3508" y="1332"/>
                    </a:lnTo>
                    <a:lnTo>
                      <a:pt x="3494" y="1316"/>
                    </a:lnTo>
                    <a:lnTo>
                      <a:pt x="3474" y="1298"/>
                    </a:lnTo>
                    <a:lnTo>
                      <a:pt x="3474" y="1298"/>
                    </a:lnTo>
                    <a:lnTo>
                      <a:pt x="3464" y="1286"/>
                    </a:lnTo>
                    <a:lnTo>
                      <a:pt x="3458" y="1276"/>
                    </a:lnTo>
                    <a:lnTo>
                      <a:pt x="3456" y="1266"/>
                    </a:lnTo>
                    <a:lnTo>
                      <a:pt x="3456" y="1254"/>
                    </a:lnTo>
                    <a:lnTo>
                      <a:pt x="3456" y="1234"/>
                    </a:lnTo>
                    <a:lnTo>
                      <a:pt x="3456" y="1222"/>
                    </a:lnTo>
                    <a:lnTo>
                      <a:pt x="3454" y="1210"/>
                    </a:lnTo>
                    <a:lnTo>
                      <a:pt x="3454" y="1210"/>
                    </a:lnTo>
                    <a:lnTo>
                      <a:pt x="3450" y="1194"/>
                    </a:lnTo>
                    <a:lnTo>
                      <a:pt x="3450" y="1182"/>
                    </a:lnTo>
                    <a:lnTo>
                      <a:pt x="3454" y="1172"/>
                    </a:lnTo>
                    <a:lnTo>
                      <a:pt x="3456" y="1162"/>
                    </a:lnTo>
                    <a:lnTo>
                      <a:pt x="3458" y="1154"/>
                    </a:lnTo>
                    <a:lnTo>
                      <a:pt x="3456" y="1148"/>
                    </a:lnTo>
                    <a:lnTo>
                      <a:pt x="3452" y="1142"/>
                    </a:lnTo>
                    <a:lnTo>
                      <a:pt x="3440" y="1138"/>
                    </a:lnTo>
                    <a:lnTo>
                      <a:pt x="3440" y="1138"/>
                    </a:lnTo>
                    <a:lnTo>
                      <a:pt x="3414" y="1134"/>
                    </a:lnTo>
                    <a:lnTo>
                      <a:pt x="3394" y="1130"/>
                    </a:lnTo>
                    <a:lnTo>
                      <a:pt x="3378" y="1130"/>
                    </a:lnTo>
                    <a:lnTo>
                      <a:pt x="3368" y="1130"/>
                    </a:lnTo>
                    <a:lnTo>
                      <a:pt x="3354" y="1132"/>
                    </a:lnTo>
                    <a:lnTo>
                      <a:pt x="3346" y="1132"/>
                    </a:lnTo>
                    <a:lnTo>
                      <a:pt x="3340" y="1130"/>
                    </a:lnTo>
                    <a:lnTo>
                      <a:pt x="3340" y="1130"/>
                    </a:lnTo>
                    <a:lnTo>
                      <a:pt x="3334" y="1128"/>
                    </a:lnTo>
                    <a:lnTo>
                      <a:pt x="3330" y="1124"/>
                    </a:lnTo>
                    <a:lnTo>
                      <a:pt x="3322" y="1116"/>
                    </a:lnTo>
                    <a:lnTo>
                      <a:pt x="3316" y="1110"/>
                    </a:lnTo>
                    <a:lnTo>
                      <a:pt x="3306" y="1104"/>
                    </a:lnTo>
                    <a:lnTo>
                      <a:pt x="3290" y="1098"/>
                    </a:lnTo>
                    <a:lnTo>
                      <a:pt x="3268" y="1092"/>
                    </a:lnTo>
                    <a:lnTo>
                      <a:pt x="3268" y="1092"/>
                    </a:lnTo>
                    <a:lnTo>
                      <a:pt x="3246" y="1084"/>
                    </a:lnTo>
                    <a:lnTo>
                      <a:pt x="3236" y="1078"/>
                    </a:lnTo>
                    <a:lnTo>
                      <a:pt x="3232" y="1072"/>
                    </a:lnTo>
                    <a:lnTo>
                      <a:pt x="3230" y="1066"/>
                    </a:lnTo>
                    <a:lnTo>
                      <a:pt x="3226" y="1058"/>
                    </a:lnTo>
                    <a:lnTo>
                      <a:pt x="3216" y="1048"/>
                    </a:lnTo>
                    <a:lnTo>
                      <a:pt x="3198" y="1036"/>
                    </a:lnTo>
                    <a:lnTo>
                      <a:pt x="3166" y="1022"/>
                    </a:lnTo>
                    <a:lnTo>
                      <a:pt x="3166" y="1022"/>
                    </a:lnTo>
                    <a:lnTo>
                      <a:pt x="3146" y="1016"/>
                    </a:lnTo>
                    <a:lnTo>
                      <a:pt x="3130" y="1012"/>
                    </a:lnTo>
                    <a:lnTo>
                      <a:pt x="3114" y="1010"/>
                    </a:lnTo>
                    <a:lnTo>
                      <a:pt x="3102" y="1010"/>
                    </a:lnTo>
                    <a:lnTo>
                      <a:pt x="3090" y="1012"/>
                    </a:lnTo>
                    <a:lnTo>
                      <a:pt x="3080" y="1014"/>
                    </a:lnTo>
                    <a:lnTo>
                      <a:pt x="3064" y="1020"/>
                    </a:lnTo>
                    <a:lnTo>
                      <a:pt x="3052" y="1026"/>
                    </a:lnTo>
                    <a:lnTo>
                      <a:pt x="3046" y="1028"/>
                    </a:lnTo>
                    <a:lnTo>
                      <a:pt x="3044" y="1026"/>
                    </a:lnTo>
                    <a:lnTo>
                      <a:pt x="3042" y="1022"/>
                    </a:lnTo>
                    <a:lnTo>
                      <a:pt x="3040" y="1008"/>
                    </a:lnTo>
                    <a:lnTo>
                      <a:pt x="3040" y="1008"/>
                    </a:lnTo>
                    <a:lnTo>
                      <a:pt x="3040" y="992"/>
                    </a:lnTo>
                    <a:lnTo>
                      <a:pt x="3038" y="978"/>
                    </a:lnTo>
                    <a:lnTo>
                      <a:pt x="3032" y="962"/>
                    </a:lnTo>
                    <a:lnTo>
                      <a:pt x="3026" y="948"/>
                    </a:lnTo>
                    <a:lnTo>
                      <a:pt x="3024" y="938"/>
                    </a:lnTo>
                    <a:lnTo>
                      <a:pt x="3020" y="928"/>
                    </a:lnTo>
                    <a:lnTo>
                      <a:pt x="3020" y="928"/>
                    </a:lnTo>
                    <a:lnTo>
                      <a:pt x="3018" y="922"/>
                    </a:lnTo>
                    <a:lnTo>
                      <a:pt x="3016" y="918"/>
                    </a:lnTo>
                    <a:lnTo>
                      <a:pt x="3012" y="914"/>
                    </a:lnTo>
                    <a:lnTo>
                      <a:pt x="3008" y="914"/>
                    </a:lnTo>
                    <a:lnTo>
                      <a:pt x="2998" y="912"/>
                    </a:lnTo>
                    <a:lnTo>
                      <a:pt x="2986" y="912"/>
                    </a:lnTo>
                    <a:lnTo>
                      <a:pt x="2974" y="910"/>
                    </a:lnTo>
                    <a:lnTo>
                      <a:pt x="2968" y="908"/>
                    </a:lnTo>
                    <a:lnTo>
                      <a:pt x="2962" y="904"/>
                    </a:lnTo>
                    <a:lnTo>
                      <a:pt x="2958" y="898"/>
                    </a:lnTo>
                    <a:lnTo>
                      <a:pt x="2954" y="890"/>
                    </a:lnTo>
                    <a:lnTo>
                      <a:pt x="2950" y="882"/>
                    </a:lnTo>
                    <a:lnTo>
                      <a:pt x="2948" y="868"/>
                    </a:lnTo>
                    <a:lnTo>
                      <a:pt x="2948" y="868"/>
                    </a:lnTo>
                    <a:lnTo>
                      <a:pt x="2948" y="854"/>
                    </a:lnTo>
                    <a:lnTo>
                      <a:pt x="2948" y="840"/>
                    </a:lnTo>
                    <a:lnTo>
                      <a:pt x="2952" y="824"/>
                    </a:lnTo>
                    <a:lnTo>
                      <a:pt x="2956" y="808"/>
                    </a:lnTo>
                    <a:lnTo>
                      <a:pt x="2968" y="778"/>
                    </a:lnTo>
                    <a:lnTo>
                      <a:pt x="2982" y="750"/>
                    </a:lnTo>
                    <a:lnTo>
                      <a:pt x="2998" y="724"/>
                    </a:lnTo>
                    <a:lnTo>
                      <a:pt x="3014" y="706"/>
                    </a:lnTo>
                    <a:lnTo>
                      <a:pt x="3026" y="692"/>
                    </a:lnTo>
                    <a:lnTo>
                      <a:pt x="3030" y="690"/>
                    </a:lnTo>
                    <a:lnTo>
                      <a:pt x="3034" y="690"/>
                    </a:lnTo>
                    <a:lnTo>
                      <a:pt x="3034" y="690"/>
                    </a:lnTo>
                    <a:lnTo>
                      <a:pt x="3038" y="688"/>
                    </a:lnTo>
                    <a:lnTo>
                      <a:pt x="3042" y="684"/>
                    </a:lnTo>
                    <a:lnTo>
                      <a:pt x="3044" y="670"/>
                    </a:lnTo>
                    <a:lnTo>
                      <a:pt x="3048" y="662"/>
                    </a:lnTo>
                    <a:lnTo>
                      <a:pt x="3052" y="654"/>
                    </a:lnTo>
                    <a:lnTo>
                      <a:pt x="3060" y="648"/>
                    </a:lnTo>
                    <a:lnTo>
                      <a:pt x="3070" y="646"/>
                    </a:lnTo>
                    <a:lnTo>
                      <a:pt x="3070" y="646"/>
                    </a:lnTo>
                    <a:lnTo>
                      <a:pt x="3096" y="644"/>
                    </a:lnTo>
                    <a:lnTo>
                      <a:pt x="3106" y="640"/>
                    </a:lnTo>
                    <a:lnTo>
                      <a:pt x="3116" y="636"/>
                    </a:lnTo>
                    <a:lnTo>
                      <a:pt x="3120" y="630"/>
                    </a:lnTo>
                    <a:lnTo>
                      <a:pt x="3120" y="624"/>
                    </a:lnTo>
                    <a:lnTo>
                      <a:pt x="3116" y="614"/>
                    </a:lnTo>
                    <a:lnTo>
                      <a:pt x="3106" y="604"/>
                    </a:lnTo>
                    <a:lnTo>
                      <a:pt x="3106" y="604"/>
                    </a:lnTo>
                    <a:lnTo>
                      <a:pt x="3098" y="596"/>
                    </a:lnTo>
                    <a:lnTo>
                      <a:pt x="3098" y="594"/>
                    </a:lnTo>
                    <a:lnTo>
                      <a:pt x="3098" y="592"/>
                    </a:lnTo>
                    <a:lnTo>
                      <a:pt x="3104" y="590"/>
                    </a:lnTo>
                    <a:lnTo>
                      <a:pt x="3112" y="590"/>
                    </a:lnTo>
                    <a:lnTo>
                      <a:pt x="3124" y="590"/>
                    </a:lnTo>
                    <a:lnTo>
                      <a:pt x="3136" y="586"/>
                    </a:lnTo>
                    <a:lnTo>
                      <a:pt x="3140" y="584"/>
                    </a:lnTo>
                    <a:lnTo>
                      <a:pt x="3144" y="580"/>
                    </a:lnTo>
                    <a:lnTo>
                      <a:pt x="3148" y="576"/>
                    </a:lnTo>
                    <a:lnTo>
                      <a:pt x="3150" y="568"/>
                    </a:lnTo>
                    <a:lnTo>
                      <a:pt x="3150" y="568"/>
                    </a:lnTo>
                    <a:lnTo>
                      <a:pt x="3152" y="562"/>
                    </a:lnTo>
                    <a:lnTo>
                      <a:pt x="3154" y="558"/>
                    </a:lnTo>
                    <a:lnTo>
                      <a:pt x="3156" y="556"/>
                    </a:lnTo>
                    <a:lnTo>
                      <a:pt x="3158" y="556"/>
                    </a:lnTo>
                    <a:lnTo>
                      <a:pt x="3166" y="560"/>
                    </a:lnTo>
                    <a:lnTo>
                      <a:pt x="3176" y="566"/>
                    </a:lnTo>
                    <a:lnTo>
                      <a:pt x="3188" y="570"/>
                    </a:lnTo>
                    <a:lnTo>
                      <a:pt x="3194" y="572"/>
                    </a:lnTo>
                    <a:lnTo>
                      <a:pt x="3200" y="570"/>
                    </a:lnTo>
                    <a:lnTo>
                      <a:pt x="3206" y="568"/>
                    </a:lnTo>
                    <a:lnTo>
                      <a:pt x="3214" y="562"/>
                    </a:lnTo>
                    <a:lnTo>
                      <a:pt x="3220" y="554"/>
                    </a:lnTo>
                    <a:lnTo>
                      <a:pt x="3228" y="542"/>
                    </a:lnTo>
                    <a:lnTo>
                      <a:pt x="3228" y="542"/>
                    </a:lnTo>
                    <a:lnTo>
                      <a:pt x="3242" y="520"/>
                    </a:lnTo>
                    <a:lnTo>
                      <a:pt x="3252" y="506"/>
                    </a:lnTo>
                    <a:lnTo>
                      <a:pt x="3258" y="496"/>
                    </a:lnTo>
                    <a:lnTo>
                      <a:pt x="3260" y="492"/>
                    </a:lnTo>
                    <a:lnTo>
                      <a:pt x="3258" y="490"/>
                    </a:lnTo>
                    <a:lnTo>
                      <a:pt x="3256" y="488"/>
                    </a:lnTo>
                    <a:lnTo>
                      <a:pt x="3244" y="486"/>
                    </a:lnTo>
                    <a:lnTo>
                      <a:pt x="3228" y="484"/>
                    </a:lnTo>
                    <a:lnTo>
                      <a:pt x="3204" y="478"/>
                    </a:lnTo>
                    <a:lnTo>
                      <a:pt x="3204" y="478"/>
                    </a:lnTo>
                    <a:lnTo>
                      <a:pt x="3186" y="474"/>
                    </a:lnTo>
                    <a:lnTo>
                      <a:pt x="3176" y="470"/>
                    </a:lnTo>
                    <a:lnTo>
                      <a:pt x="3170" y="464"/>
                    </a:lnTo>
                    <a:lnTo>
                      <a:pt x="3164" y="460"/>
                    </a:lnTo>
                    <a:lnTo>
                      <a:pt x="3154" y="450"/>
                    </a:lnTo>
                    <a:lnTo>
                      <a:pt x="3144" y="444"/>
                    </a:lnTo>
                    <a:lnTo>
                      <a:pt x="3132" y="438"/>
                    </a:lnTo>
                    <a:lnTo>
                      <a:pt x="3132" y="438"/>
                    </a:lnTo>
                    <a:lnTo>
                      <a:pt x="3140" y="438"/>
                    </a:lnTo>
                    <a:lnTo>
                      <a:pt x="3148" y="438"/>
                    </a:lnTo>
                    <a:lnTo>
                      <a:pt x="3158" y="440"/>
                    </a:lnTo>
                    <a:lnTo>
                      <a:pt x="3166" y="442"/>
                    </a:lnTo>
                    <a:lnTo>
                      <a:pt x="3184" y="452"/>
                    </a:lnTo>
                    <a:lnTo>
                      <a:pt x="3202" y="462"/>
                    </a:lnTo>
                    <a:lnTo>
                      <a:pt x="3220" y="470"/>
                    </a:lnTo>
                    <a:lnTo>
                      <a:pt x="3230" y="472"/>
                    </a:lnTo>
                    <a:lnTo>
                      <a:pt x="3238" y="474"/>
                    </a:lnTo>
                    <a:lnTo>
                      <a:pt x="3246" y="474"/>
                    </a:lnTo>
                    <a:lnTo>
                      <a:pt x="3254" y="472"/>
                    </a:lnTo>
                    <a:lnTo>
                      <a:pt x="3262" y="466"/>
                    </a:lnTo>
                    <a:lnTo>
                      <a:pt x="3270" y="460"/>
                    </a:lnTo>
                    <a:lnTo>
                      <a:pt x="3270" y="460"/>
                    </a:lnTo>
                    <a:lnTo>
                      <a:pt x="3296" y="434"/>
                    </a:lnTo>
                    <a:lnTo>
                      <a:pt x="3302" y="426"/>
                    </a:lnTo>
                    <a:lnTo>
                      <a:pt x="3304" y="420"/>
                    </a:lnTo>
                    <a:lnTo>
                      <a:pt x="3304" y="416"/>
                    </a:lnTo>
                    <a:lnTo>
                      <a:pt x="3298" y="412"/>
                    </a:lnTo>
                    <a:lnTo>
                      <a:pt x="3278" y="402"/>
                    </a:lnTo>
                    <a:lnTo>
                      <a:pt x="3278" y="402"/>
                    </a:lnTo>
                    <a:lnTo>
                      <a:pt x="3270" y="394"/>
                    </a:lnTo>
                    <a:lnTo>
                      <a:pt x="3270" y="392"/>
                    </a:lnTo>
                    <a:lnTo>
                      <a:pt x="3270" y="390"/>
                    </a:lnTo>
                    <a:lnTo>
                      <a:pt x="3278" y="388"/>
                    </a:lnTo>
                    <a:lnTo>
                      <a:pt x="3288" y="388"/>
                    </a:lnTo>
                    <a:lnTo>
                      <a:pt x="3302" y="388"/>
                    </a:lnTo>
                    <a:lnTo>
                      <a:pt x="3316" y="390"/>
                    </a:lnTo>
                    <a:lnTo>
                      <a:pt x="3328" y="394"/>
                    </a:lnTo>
                    <a:lnTo>
                      <a:pt x="3336" y="400"/>
                    </a:lnTo>
                    <a:lnTo>
                      <a:pt x="3336" y="400"/>
                    </a:lnTo>
                    <a:lnTo>
                      <a:pt x="3346" y="410"/>
                    </a:lnTo>
                    <a:lnTo>
                      <a:pt x="3356" y="418"/>
                    </a:lnTo>
                    <a:lnTo>
                      <a:pt x="3366" y="426"/>
                    </a:lnTo>
                    <a:lnTo>
                      <a:pt x="3374" y="438"/>
                    </a:lnTo>
                    <a:lnTo>
                      <a:pt x="3374" y="438"/>
                    </a:lnTo>
                    <a:lnTo>
                      <a:pt x="3380" y="448"/>
                    </a:lnTo>
                    <a:lnTo>
                      <a:pt x="3388" y="452"/>
                    </a:lnTo>
                    <a:lnTo>
                      <a:pt x="3398" y="454"/>
                    </a:lnTo>
                    <a:lnTo>
                      <a:pt x="3410" y="452"/>
                    </a:lnTo>
                    <a:lnTo>
                      <a:pt x="3410" y="452"/>
                    </a:lnTo>
                    <a:lnTo>
                      <a:pt x="3412" y="450"/>
                    </a:lnTo>
                    <a:lnTo>
                      <a:pt x="3414" y="448"/>
                    </a:lnTo>
                    <a:lnTo>
                      <a:pt x="3412" y="444"/>
                    </a:lnTo>
                    <a:lnTo>
                      <a:pt x="3398" y="436"/>
                    </a:lnTo>
                    <a:lnTo>
                      <a:pt x="3392" y="432"/>
                    </a:lnTo>
                    <a:lnTo>
                      <a:pt x="3386" y="426"/>
                    </a:lnTo>
                    <a:lnTo>
                      <a:pt x="3384" y="424"/>
                    </a:lnTo>
                    <a:lnTo>
                      <a:pt x="3384" y="422"/>
                    </a:lnTo>
                    <a:lnTo>
                      <a:pt x="3386" y="418"/>
                    </a:lnTo>
                    <a:lnTo>
                      <a:pt x="3390" y="416"/>
                    </a:lnTo>
                    <a:lnTo>
                      <a:pt x="3390" y="416"/>
                    </a:lnTo>
                    <a:lnTo>
                      <a:pt x="3398" y="412"/>
                    </a:lnTo>
                    <a:lnTo>
                      <a:pt x="3404" y="406"/>
                    </a:lnTo>
                    <a:lnTo>
                      <a:pt x="3414" y="396"/>
                    </a:lnTo>
                    <a:lnTo>
                      <a:pt x="3426" y="388"/>
                    </a:lnTo>
                    <a:lnTo>
                      <a:pt x="3432" y="386"/>
                    </a:lnTo>
                    <a:lnTo>
                      <a:pt x="3438" y="386"/>
                    </a:lnTo>
                    <a:lnTo>
                      <a:pt x="3438" y="386"/>
                    </a:lnTo>
                    <a:lnTo>
                      <a:pt x="3444" y="386"/>
                    </a:lnTo>
                    <a:lnTo>
                      <a:pt x="3450" y="384"/>
                    </a:lnTo>
                    <a:lnTo>
                      <a:pt x="3456" y="380"/>
                    </a:lnTo>
                    <a:lnTo>
                      <a:pt x="3460" y="374"/>
                    </a:lnTo>
                    <a:lnTo>
                      <a:pt x="3468" y="364"/>
                    </a:lnTo>
                    <a:lnTo>
                      <a:pt x="3474" y="360"/>
                    </a:lnTo>
                    <a:lnTo>
                      <a:pt x="3478" y="360"/>
                    </a:lnTo>
                    <a:lnTo>
                      <a:pt x="3478" y="360"/>
                    </a:lnTo>
                    <a:lnTo>
                      <a:pt x="3484" y="358"/>
                    </a:lnTo>
                    <a:lnTo>
                      <a:pt x="3490" y="354"/>
                    </a:lnTo>
                    <a:lnTo>
                      <a:pt x="3492" y="348"/>
                    </a:lnTo>
                    <a:lnTo>
                      <a:pt x="3494" y="342"/>
                    </a:lnTo>
                    <a:lnTo>
                      <a:pt x="3492" y="334"/>
                    </a:lnTo>
                    <a:lnTo>
                      <a:pt x="3488" y="324"/>
                    </a:lnTo>
                    <a:lnTo>
                      <a:pt x="3482" y="316"/>
                    </a:lnTo>
                    <a:lnTo>
                      <a:pt x="3472" y="306"/>
                    </a:lnTo>
                    <a:lnTo>
                      <a:pt x="3472" y="306"/>
                    </a:lnTo>
                    <a:lnTo>
                      <a:pt x="3464" y="298"/>
                    </a:lnTo>
                    <a:lnTo>
                      <a:pt x="3460" y="292"/>
                    </a:lnTo>
                    <a:lnTo>
                      <a:pt x="3460" y="288"/>
                    </a:lnTo>
                    <a:lnTo>
                      <a:pt x="3462" y="284"/>
                    </a:lnTo>
                    <a:lnTo>
                      <a:pt x="3464" y="282"/>
                    </a:lnTo>
                    <a:lnTo>
                      <a:pt x="3466" y="278"/>
                    </a:lnTo>
                    <a:lnTo>
                      <a:pt x="3464" y="272"/>
                    </a:lnTo>
                    <a:lnTo>
                      <a:pt x="3458" y="266"/>
                    </a:lnTo>
                    <a:lnTo>
                      <a:pt x="3458" y="266"/>
                    </a:lnTo>
                    <a:lnTo>
                      <a:pt x="3452" y="260"/>
                    </a:lnTo>
                    <a:lnTo>
                      <a:pt x="3452" y="258"/>
                    </a:lnTo>
                    <a:lnTo>
                      <a:pt x="3452" y="258"/>
                    </a:lnTo>
                    <a:lnTo>
                      <a:pt x="3458" y="256"/>
                    </a:lnTo>
                    <a:lnTo>
                      <a:pt x="3466" y="256"/>
                    </a:lnTo>
                    <a:lnTo>
                      <a:pt x="3476" y="256"/>
                    </a:lnTo>
                    <a:lnTo>
                      <a:pt x="3484" y="254"/>
                    </a:lnTo>
                    <a:lnTo>
                      <a:pt x="3492" y="250"/>
                    </a:lnTo>
                    <a:lnTo>
                      <a:pt x="3494" y="248"/>
                    </a:lnTo>
                    <a:lnTo>
                      <a:pt x="3496" y="242"/>
                    </a:lnTo>
                    <a:lnTo>
                      <a:pt x="3496" y="242"/>
                    </a:lnTo>
                    <a:lnTo>
                      <a:pt x="3498" y="234"/>
                    </a:lnTo>
                    <a:lnTo>
                      <a:pt x="3496" y="230"/>
                    </a:lnTo>
                    <a:lnTo>
                      <a:pt x="3492" y="228"/>
                    </a:lnTo>
                    <a:lnTo>
                      <a:pt x="3488" y="226"/>
                    </a:lnTo>
                    <a:lnTo>
                      <a:pt x="3486" y="224"/>
                    </a:lnTo>
                    <a:lnTo>
                      <a:pt x="3484" y="222"/>
                    </a:lnTo>
                    <a:lnTo>
                      <a:pt x="3484" y="220"/>
                    </a:lnTo>
                    <a:lnTo>
                      <a:pt x="3490" y="214"/>
                    </a:lnTo>
                    <a:lnTo>
                      <a:pt x="3490" y="214"/>
                    </a:lnTo>
                    <a:lnTo>
                      <a:pt x="3492" y="206"/>
                    </a:lnTo>
                    <a:lnTo>
                      <a:pt x="3492" y="204"/>
                    </a:lnTo>
                    <a:lnTo>
                      <a:pt x="3486" y="202"/>
                    </a:lnTo>
                    <a:lnTo>
                      <a:pt x="3480" y="200"/>
                    </a:lnTo>
                    <a:lnTo>
                      <a:pt x="3472" y="198"/>
                    </a:lnTo>
                    <a:lnTo>
                      <a:pt x="3464" y="196"/>
                    </a:lnTo>
                    <a:lnTo>
                      <a:pt x="3458" y="192"/>
                    </a:lnTo>
                    <a:lnTo>
                      <a:pt x="3454" y="182"/>
                    </a:lnTo>
                    <a:lnTo>
                      <a:pt x="3454" y="182"/>
                    </a:lnTo>
                    <a:lnTo>
                      <a:pt x="3452" y="174"/>
                    </a:lnTo>
                    <a:lnTo>
                      <a:pt x="3446" y="170"/>
                    </a:lnTo>
                    <a:lnTo>
                      <a:pt x="3438" y="168"/>
                    </a:lnTo>
                    <a:lnTo>
                      <a:pt x="3428" y="168"/>
                    </a:lnTo>
                    <a:lnTo>
                      <a:pt x="3404" y="166"/>
                    </a:lnTo>
                    <a:lnTo>
                      <a:pt x="3392" y="164"/>
                    </a:lnTo>
                    <a:lnTo>
                      <a:pt x="3378" y="160"/>
                    </a:lnTo>
                    <a:lnTo>
                      <a:pt x="3378" y="160"/>
                    </a:lnTo>
                    <a:lnTo>
                      <a:pt x="3360" y="152"/>
                    </a:lnTo>
                    <a:lnTo>
                      <a:pt x="3356" y="152"/>
                    </a:lnTo>
                    <a:lnTo>
                      <a:pt x="3354" y="152"/>
                    </a:lnTo>
                    <a:lnTo>
                      <a:pt x="3348" y="156"/>
                    </a:lnTo>
                    <a:lnTo>
                      <a:pt x="3344" y="158"/>
                    </a:lnTo>
                    <a:lnTo>
                      <a:pt x="3334" y="158"/>
                    </a:lnTo>
                    <a:lnTo>
                      <a:pt x="3334" y="158"/>
                    </a:lnTo>
                    <a:lnTo>
                      <a:pt x="3326" y="160"/>
                    </a:lnTo>
                    <a:lnTo>
                      <a:pt x="3320" y="164"/>
                    </a:lnTo>
                    <a:lnTo>
                      <a:pt x="3318" y="172"/>
                    </a:lnTo>
                    <a:lnTo>
                      <a:pt x="3318" y="180"/>
                    </a:lnTo>
                    <a:lnTo>
                      <a:pt x="3322" y="190"/>
                    </a:lnTo>
                    <a:lnTo>
                      <a:pt x="3326" y="198"/>
                    </a:lnTo>
                    <a:lnTo>
                      <a:pt x="3330" y="206"/>
                    </a:lnTo>
                    <a:lnTo>
                      <a:pt x="3338" y="210"/>
                    </a:lnTo>
                    <a:lnTo>
                      <a:pt x="3338" y="210"/>
                    </a:lnTo>
                    <a:lnTo>
                      <a:pt x="3342" y="212"/>
                    </a:lnTo>
                    <a:lnTo>
                      <a:pt x="3346" y="216"/>
                    </a:lnTo>
                    <a:lnTo>
                      <a:pt x="3346" y="222"/>
                    </a:lnTo>
                    <a:lnTo>
                      <a:pt x="3344" y="226"/>
                    </a:lnTo>
                    <a:lnTo>
                      <a:pt x="3342" y="230"/>
                    </a:lnTo>
                    <a:lnTo>
                      <a:pt x="3338" y="232"/>
                    </a:lnTo>
                    <a:lnTo>
                      <a:pt x="3332" y="234"/>
                    </a:lnTo>
                    <a:lnTo>
                      <a:pt x="3326" y="234"/>
                    </a:lnTo>
                    <a:lnTo>
                      <a:pt x="3326" y="234"/>
                    </a:lnTo>
                    <a:lnTo>
                      <a:pt x="3322" y="236"/>
                    </a:lnTo>
                    <a:lnTo>
                      <a:pt x="3320" y="240"/>
                    </a:lnTo>
                    <a:lnTo>
                      <a:pt x="3318" y="256"/>
                    </a:lnTo>
                    <a:lnTo>
                      <a:pt x="3318" y="266"/>
                    </a:lnTo>
                    <a:lnTo>
                      <a:pt x="3316" y="278"/>
                    </a:lnTo>
                    <a:lnTo>
                      <a:pt x="3310" y="288"/>
                    </a:lnTo>
                    <a:lnTo>
                      <a:pt x="3300" y="296"/>
                    </a:lnTo>
                    <a:lnTo>
                      <a:pt x="3300" y="296"/>
                    </a:lnTo>
                    <a:lnTo>
                      <a:pt x="3292" y="302"/>
                    </a:lnTo>
                    <a:lnTo>
                      <a:pt x="3286" y="310"/>
                    </a:lnTo>
                    <a:lnTo>
                      <a:pt x="3284" y="316"/>
                    </a:lnTo>
                    <a:lnTo>
                      <a:pt x="3282" y="322"/>
                    </a:lnTo>
                    <a:lnTo>
                      <a:pt x="3280" y="328"/>
                    </a:lnTo>
                    <a:lnTo>
                      <a:pt x="3278" y="332"/>
                    </a:lnTo>
                    <a:lnTo>
                      <a:pt x="3274" y="338"/>
                    </a:lnTo>
                    <a:lnTo>
                      <a:pt x="3264" y="342"/>
                    </a:lnTo>
                    <a:lnTo>
                      <a:pt x="3264" y="342"/>
                    </a:lnTo>
                    <a:lnTo>
                      <a:pt x="3250" y="344"/>
                    </a:lnTo>
                    <a:lnTo>
                      <a:pt x="3246" y="344"/>
                    </a:lnTo>
                    <a:lnTo>
                      <a:pt x="3244" y="340"/>
                    </a:lnTo>
                    <a:lnTo>
                      <a:pt x="3238" y="330"/>
                    </a:lnTo>
                    <a:lnTo>
                      <a:pt x="3232" y="322"/>
                    </a:lnTo>
                    <a:lnTo>
                      <a:pt x="3222" y="312"/>
                    </a:lnTo>
                    <a:lnTo>
                      <a:pt x="3222" y="312"/>
                    </a:lnTo>
                    <a:lnTo>
                      <a:pt x="3214" y="304"/>
                    </a:lnTo>
                    <a:lnTo>
                      <a:pt x="3210" y="298"/>
                    </a:lnTo>
                    <a:lnTo>
                      <a:pt x="3212" y="292"/>
                    </a:lnTo>
                    <a:lnTo>
                      <a:pt x="3216" y="288"/>
                    </a:lnTo>
                    <a:lnTo>
                      <a:pt x="3226" y="280"/>
                    </a:lnTo>
                    <a:lnTo>
                      <a:pt x="3232" y="276"/>
                    </a:lnTo>
                    <a:lnTo>
                      <a:pt x="3234" y="270"/>
                    </a:lnTo>
                    <a:lnTo>
                      <a:pt x="3234" y="270"/>
                    </a:lnTo>
                    <a:lnTo>
                      <a:pt x="3232" y="260"/>
                    </a:lnTo>
                    <a:lnTo>
                      <a:pt x="3228" y="248"/>
                    </a:lnTo>
                    <a:lnTo>
                      <a:pt x="3220" y="234"/>
                    </a:lnTo>
                    <a:lnTo>
                      <a:pt x="3212" y="220"/>
                    </a:lnTo>
                    <a:lnTo>
                      <a:pt x="3200" y="210"/>
                    </a:lnTo>
                    <a:lnTo>
                      <a:pt x="3190" y="202"/>
                    </a:lnTo>
                    <a:lnTo>
                      <a:pt x="3184" y="200"/>
                    </a:lnTo>
                    <a:lnTo>
                      <a:pt x="3178" y="200"/>
                    </a:lnTo>
                    <a:lnTo>
                      <a:pt x="3172" y="202"/>
                    </a:lnTo>
                    <a:lnTo>
                      <a:pt x="3168" y="206"/>
                    </a:lnTo>
                    <a:lnTo>
                      <a:pt x="3168" y="206"/>
                    </a:lnTo>
                    <a:lnTo>
                      <a:pt x="3158" y="216"/>
                    </a:lnTo>
                    <a:lnTo>
                      <a:pt x="3154" y="230"/>
                    </a:lnTo>
                    <a:lnTo>
                      <a:pt x="3148" y="254"/>
                    </a:lnTo>
                    <a:lnTo>
                      <a:pt x="3146" y="262"/>
                    </a:lnTo>
                    <a:lnTo>
                      <a:pt x="3142" y="268"/>
                    </a:lnTo>
                    <a:lnTo>
                      <a:pt x="3140" y="268"/>
                    </a:lnTo>
                    <a:lnTo>
                      <a:pt x="3138" y="268"/>
                    </a:lnTo>
                    <a:lnTo>
                      <a:pt x="3130" y="260"/>
                    </a:lnTo>
                    <a:lnTo>
                      <a:pt x="3130" y="260"/>
                    </a:lnTo>
                    <a:lnTo>
                      <a:pt x="3124" y="252"/>
                    </a:lnTo>
                    <a:lnTo>
                      <a:pt x="3122" y="246"/>
                    </a:lnTo>
                    <a:lnTo>
                      <a:pt x="3122" y="242"/>
                    </a:lnTo>
                    <a:lnTo>
                      <a:pt x="3124" y="238"/>
                    </a:lnTo>
                    <a:lnTo>
                      <a:pt x="3126" y="236"/>
                    </a:lnTo>
                    <a:lnTo>
                      <a:pt x="3128" y="232"/>
                    </a:lnTo>
                    <a:lnTo>
                      <a:pt x="3124" y="226"/>
                    </a:lnTo>
                    <a:lnTo>
                      <a:pt x="3118" y="216"/>
                    </a:lnTo>
                    <a:lnTo>
                      <a:pt x="3118" y="216"/>
                    </a:lnTo>
                    <a:lnTo>
                      <a:pt x="3112" y="208"/>
                    </a:lnTo>
                    <a:lnTo>
                      <a:pt x="3110" y="204"/>
                    </a:lnTo>
                    <a:lnTo>
                      <a:pt x="3110" y="202"/>
                    </a:lnTo>
                    <a:lnTo>
                      <a:pt x="3114" y="198"/>
                    </a:lnTo>
                    <a:lnTo>
                      <a:pt x="3120" y="194"/>
                    </a:lnTo>
                    <a:lnTo>
                      <a:pt x="3126" y="192"/>
                    </a:lnTo>
                    <a:lnTo>
                      <a:pt x="3128" y="190"/>
                    </a:lnTo>
                    <a:lnTo>
                      <a:pt x="3126" y="186"/>
                    </a:lnTo>
                    <a:lnTo>
                      <a:pt x="3116" y="180"/>
                    </a:lnTo>
                    <a:lnTo>
                      <a:pt x="3116" y="180"/>
                    </a:lnTo>
                    <a:lnTo>
                      <a:pt x="3104" y="174"/>
                    </a:lnTo>
                    <a:lnTo>
                      <a:pt x="3094" y="172"/>
                    </a:lnTo>
                    <a:lnTo>
                      <a:pt x="3088" y="172"/>
                    </a:lnTo>
                    <a:lnTo>
                      <a:pt x="3082" y="174"/>
                    </a:lnTo>
                    <a:lnTo>
                      <a:pt x="3076" y="176"/>
                    </a:lnTo>
                    <a:lnTo>
                      <a:pt x="3070" y="178"/>
                    </a:lnTo>
                    <a:lnTo>
                      <a:pt x="3064" y="176"/>
                    </a:lnTo>
                    <a:lnTo>
                      <a:pt x="3054" y="172"/>
                    </a:lnTo>
                    <a:lnTo>
                      <a:pt x="3054" y="172"/>
                    </a:lnTo>
                    <a:lnTo>
                      <a:pt x="3050" y="170"/>
                    </a:lnTo>
                    <a:lnTo>
                      <a:pt x="3048" y="168"/>
                    </a:lnTo>
                    <a:lnTo>
                      <a:pt x="3048" y="164"/>
                    </a:lnTo>
                    <a:lnTo>
                      <a:pt x="3048" y="162"/>
                    </a:lnTo>
                    <a:lnTo>
                      <a:pt x="3054" y="154"/>
                    </a:lnTo>
                    <a:lnTo>
                      <a:pt x="3062" y="148"/>
                    </a:lnTo>
                    <a:lnTo>
                      <a:pt x="3076" y="134"/>
                    </a:lnTo>
                    <a:lnTo>
                      <a:pt x="3080" y="130"/>
                    </a:lnTo>
                    <a:lnTo>
                      <a:pt x="3080" y="126"/>
                    </a:lnTo>
                    <a:lnTo>
                      <a:pt x="3078" y="124"/>
                    </a:lnTo>
                    <a:lnTo>
                      <a:pt x="3078" y="124"/>
                    </a:lnTo>
                    <a:lnTo>
                      <a:pt x="3064" y="114"/>
                    </a:lnTo>
                    <a:lnTo>
                      <a:pt x="3046" y="102"/>
                    </a:lnTo>
                    <a:lnTo>
                      <a:pt x="3038" y="94"/>
                    </a:lnTo>
                    <a:lnTo>
                      <a:pt x="3032" y="86"/>
                    </a:lnTo>
                    <a:lnTo>
                      <a:pt x="3028" y="78"/>
                    </a:lnTo>
                    <a:lnTo>
                      <a:pt x="3026" y="66"/>
                    </a:lnTo>
                    <a:lnTo>
                      <a:pt x="3026" y="66"/>
                    </a:lnTo>
                    <a:lnTo>
                      <a:pt x="3026" y="62"/>
                    </a:lnTo>
                    <a:lnTo>
                      <a:pt x="3026" y="56"/>
                    </a:lnTo>
                    <a:lnTo>
                      <a:pt x="3020" y="44"/>
                    </a:lnTo>
                    <a:lnTo>
                      <a:pt x="3010" y="34"/>
                    </a:lnTo>
                    <a:lnTo>
                      <a:pt x="2998" y="24"/>
                    </a:lnTo>
                    <a:lnTo>
                      <a:pt x="2986" y="14"/>
                    </a:lnTo>
                    <a:lnTo>
                      <a:pt x="2972" y="8"/>
                    </a:lnTo>
                    <a:lnTo>
                      <a:pt x="2960" y="2"/>
                    </a:lnTo>
                    <a:lnTo>
                      <a:pt x="2948" y="0"/>
                    </a:lnTo>
                    <a:lnTo>
                      <a:pt x="2948" y="0"/>
                    </a:lnTo>
                    <a:lnTo>
                      <a:pt x="2940" y="0"/>
                    </a:lnTo>
                    <a:lnTo>
                      <a:pt x="2936" y="2"/>
                    </a:lnTo>
                    <a:lnTo>
                      <a:pt x="2934" y="4"/>
                    </a:lnTo>
                    <a:lnTo>
                      <a:pt x="2932" y="8"/>
                    </a:lnTo>
                    <a:lnTo>
                      <a:pt x="2932" y="12"/>
                    </a:lnTo>
                    <a:lnTo>
                      <a:pt x="2928" y="16"/>
                    </a:lnTo>
                    <a:lnTo>
                      <a:pt x="2924" y="20"/>
                    </a:lnTo>
                    <a:lnTo>
                      <a:pt x="2916" y="22"/>
                    </a:lnTo>
                    <a:lnTo>
                      <a:pt x="2916" y="22"/>
                    </a:lnTo>
                    <a:lnTo>
                      <a:pt x="2908" y="26"/>
                    </a:lnTo>
                    <a:lnTo>
                      <a:pt x="2904" y="28"/>
                    </a:lnTo>
                    <a:lnTo>
                      <a:pt x="2902" y="30"/>
                    </a:lnTo>
                    <a:lnTo>
                      <a:pt x="2902" y="34"/>
                    </a:lnTo>
                    <a:lnTo>
                      <a:pt x="2902" y="38"/>
                    </a:lnTo>
                    <a:lnTo>
                      <a:pt x="2900" y="42"/>
                    </a:lnTo>
                    <a:lnTo>
                      <a:pt x="2894" y="46"/>
                    </a:lnTo>
                    <a:lnTo>
                      <a:pt x="2886" y="50"/>
                    </a:lnTo>
                    <a:lnTo>
                      <a:pt x="2886" y="50"/>
                    </a:lnTo>
                    <a:lnTo>
                      <a:pt x="2878" y="56"/>
                    </a:lnTo>
                    <a:lnTo>
                      <a:pt x="2876" y="62"/>
                    </a:lnTo>
                    <a:lnTo>
                      <a:pt x="2876" y="70"/>
                    </a:lnTo>
                    <a:lnTo>
                      <a:pt x="2878" y="80"/>
                    </a:lnTo>
                    <a:lnTo>
                      <a:pt x="2886" y="98"/>
                    </a:lnTo>
                    <a:lnTo>
                      <a:pt x="2888" y="106"/>
                    </a:lnTo>
                    <a:lnTo>
                      <a:pt x="2886" y="114"/>
                    </a:lnTo>
                    <a:lnTo>
                      <a:pt x="2886" y="114"/>
                    </a:lnTo>
                    <a:lnTo>
                      <a:pt x="2884" y="128"/>
                    </a:lnTo>
                    <a:lnTo>
                      <a:pt x="2884" y="136"/>
                    </a:lnTo>
                    <a:lnTo>
                      <a:pt x="2886" y="142"/>
                    </a:lnTo>
                    <a:lnTo>
                      <a:pt x="2890" y="150"/>
                    </a:lnTo>
                    <a:lnTo>
                      <a:pt x="2898" y="156"/>
                    </a:lnTo>
                    <a:lnTo>
                      <a:pt x="2910" y="162"/>
                    </a:lnTo>
                    <a:lnTo>
                      <a:pt x="2924" y="168"/>
                    </a:lnTo>
                    <a:lnTo>
                      <a:pt x="2924" y="168"/>
                    </a:lnTo>
                    <a:lnTo>
                      <a:pt x="2940" y="172"/>
                    </a:lnTo>
                    <a:lnTo>
                      <a:pt x="2954" y="180"/>
                    </a:lnTo>
                    <a:lnTo>
                      <a:pt x="2964" y="186"/>
                    </a:lnTo>
                    <a:lnTo>
                      <a:pt x="2970" y="194"/>
                    </a:lnTo>
                    <a:lnTo>
                      <a:pt x="2974" y="202"/>
                    </a:lnTo>
                    <a:lnTo>
                      <a:pt x="2974" y="208"/>
                    </a:lnTo>
                    <a:lnTo>
                      <a:pt x="2972" y="214"/>
                    </a:lnTo>
                    <a:lnTo>
                      <a:pt x="2966" y="218"/>
                    </a:lnTo>
                    <a:lnTo>
                      <a:pt x="2966" y="218"/>
                    </a:lnTo>
                    <a:lnTo>
                      <a:pt x="2958" y="222"/>
                    </a:lnTo>
                    <a:lnTo>
                      <a:pt x="2954" y="226"/>
                    </a:lnTo>
                    <a:lnTo>
                      <a:pt x="2954" y="232"/>
                    </a:lnTo>
                    <a:lnTo>
                      <a:pt x="2956" y="234"/>
                    </a:lnTo>
                    <a:lnTo>
                      <a:pt x="2960" y="238"/>
                    </a:lnTo>
                    <a:lnTo>
                      <a:pt x="2966" y="238"/>
                    </a:lnTo>
                    <a:lnTo>
                      <a:pt x="2972" y="236"/>
                    </a:lnTo>
                    <a:lnTo>
                      <a:pt x="2980" y="234"/>
                    </a:lnTo>
                    <a:lnTo>
                      <a:pt x="2980" y="234"/>
                    </a:lnTo>
                    <a:lnTo>
                      <a:pt x="2986" y="230"/>
                    </a:lnTo>
                    <a:lnTo>
                      <a:pt x="2992" y="230"/>
                    </a:lnTo>
                    <a:lnTo>
                      <a:pt x="2996" y="232"/>
                    </a:lnTo>
                    <a:lnTo>
                      <a:pt x="2996" y="238"/>
                    </a:lnTo>
                    <a:lnTo>
                      <a:pt x="2994" y="246"/>
                    </a:lnTo>
                    <a:lnTo>
                      <a:pt x="2988" y="254"/>
                    </a:lnTo>
                    <a:lnTo>
                      <a:pt x="2980" y="262"/>
                    </a:lnTo>
                    <a:lnTo>
                      <a:pt x="2968" y="272"/>
                    </a:lnTo>
                    <a:lnTo>
                      <a:pt x="2968" y="272"/>
                    </a:lnTo>
                    <a:lnTo>
                      <a:pt x="2956" y="280"/>
                    </a:lnTo>
                    <a:lnTo>
                      <a:pt x="2946" y="282"/>
                    </a:lnTo>
                    <a:lnTo>
                      <a:pt x="2940" y="284"/>
                    </a:lnTo>
                    <a:lnTo>
                      <a:pt x="2934" y="282"/>
                    </a:lnTo>
                    <a:lnTo>
                      <a:pt x="2930" y="280"/>
                    </a:lnTo>
                    <a:lnTo>
                      <a:pt x="2928" y="282"/>
                    </a:lnTo>
                    <a:lnTo>
                      <a:pt x="2926" y="284"/>
                    </a:lnTo>
                    <a:lnTo>
                      <a:pt x="2922" y="290"/>
                    </a:lnTo>
                    <a:lnTo>
                      <a:pt x="2922" y="290"/>
                    </a:lnTo>
                    <a:lnTo>
                      <a:pt x="2920" y="300"/>
                    </a:lnTo>
                    <a:lnTo>
                      <a:pt x="2924" y="312"/>
                    </a:lnTo>
                    <a:lnTo>
                      <a:pt x="2930" y="334"/>
                    </a:lnTo>
                    <a:lnTo>
                      <a:pt x="2934" y="342"/>
                    </a:lnTo>
                    <a:lnTo>
                      <a:pt x="2934" y="348"/>
                    </a:lnTo>
                    <a:lnTo>
                      <a:pt x="2934" y="350"/>
                    </a:lnTo>
                    <a:lnTo>
                      <a:pt x="2930" y="348"/>
                    </a:lnTo>
                    <a:lnTo>
                      <a:pt x="2922" y="344"/>
                    </a:lnTo>
                    <a:lnTo>
                      <a:pt x="2922" y="344"/>
                    </a:lnTo>
                    <a:lnTo>
                      <a:pt x="2902" y="330"/>
                    </a:lnTo>
                    <a:lnTo>
                      <a:pt x="2896" y="326"/>
                    </a:lnTo>
                    <a:lnTo>
                      <a:pt x="2892" y="320"/>
                    </a:lnTo>
                    <a:lnTo>
                      <a:pt x="2892" y="316"/>
                    </a:lnTo>
                    <a:lnTo>
                      <a:pt x="2892" y="312"/>
                    </a:lnTo>
                    <a:lnTo>
                      <a:pt x="2896" y="298"/>
                    </a:lnTo>
                    <a:lnTo>
                      <a:pt x="2896" y="298"/>
                    </a:lnTo>
                    <a:lnTo>
                      <a:pt x="2900" y="286"/>
                    </a:lnTo>
                    <a:lnTo>
                      <a:pt x="2902" y="280"/>
                    </a:lnTo>
                    <a:lnTo>
                      <a:pt x="2900" y="276"/>
                    </a:lnTo>
                    <a:lnTo>
                      <a:pt x="2898" y="272"/>
                    </a:lnTo>
                    <a:lnTo>
                      <a:pt x="2892" y="270"/>
                    </a:lnTo>
                    <a:lnTo>
                      <a:pt x="2886" y="270"/>
                    </a:lnTo>
                    <a:lnTo>
                      <a:pt x="2876" y="270"/>
                    </a:lnTo>
                    <a:lnTo>
                      <a:pt x="2876" y="270"/>
                    </a:lnTo>
                    <a:lnTo>
                      <a:pt x="2866" y="270"/>
                    </a:lnTo>
                    <a:lnTo>
                      <a:pt x="2858" y="268"/>
                    </a:lnTo>
                    <a:lnTo>
                      <a:pt x="2844" y="260"/>
                    </a:lnTo>
                    <a:lnTo>
                      <a:pt x="2838" y="256"/>
                    </a:lnTo>
                    <a:lnTo>
                      <a:pt x="2830" y="254"/>
                    </a:lnTo>
                    <a:lnTo>
                      <a:pt x="2820" y="254"/>
                    </a:lnTo>
                    <a:lnTo>
                      <a:pt x="2810" y="258"/>
                    </a:lnTo>
                    <a:lnTo>
                      <a:pt x="2810" y="258"/>
                    </a:lnTo>
                    <a:lnTo>
                      <a:pt x="2800" y="264"/>
                    </a:lnTo>
                    <a:lnTo>
                      <a:pt x="2796" y="272"/>
                    </a:lnTo>
                    <a:lnTo>
                      <a:pt x="2796" y="278"/>
                    </a:lnTo>
                    <a:lnTo>
                      <a:pt x="2796" y="286"/>
                    </a:lnTo>
                    <a:lnTo>
                      <a:pt x="2798" y="292"/>
                    </a:lnTo>
                    <a:lnTo>
                      <a:pt x="2798" y="298"/>
                    </a:lnTo>
                    <a:lnTo>
                      <a:pt x="2794" y="304"/>
                    </a:lnTo>
                    <a:lnTo>
                      <a:pt x="2786" y="308"/>
                    </a:lnTo>
                    <a:lnTo>
                      <a:pt x="2786" y="308"/>
                    </a:lnTo>
                    <a:lnTo>
                      <a:pt x="2778" y="310"/>
                    </a:lnTo>
                    <a:lnTo>
                      <a:pt x="2772" y="308"/>
                    </a:lnTo>
                    <a:lnTo>
                      <a:pt x="2760" y="302"/>
                    </a:lnTo>
                    <a:lnTo>
                      <a:pt x="2752" y="300"/>
                    </a:lnTo>
                    <a:lnTo>
                      <a:pt x="2742" y="298"/>
                    </a:lnTo>
                    <a:lnTo>
                      <a:pt x="2726" y="298"/>
                    </a:lnTo>
                    <a:lnTo>
                      <a:pt x="2708" y="302"/>
                    </a:lnTo>
                    <a:lnTo>
                      <a:pt x="2708" y="302"/>
                    </a:lnTo>
                    <a:lnTo>
                      <a:pt x="2680" y="306"/>
                    </a:lnTo>
                    <a:lnTo>
                      <a:pt x="2658" y="306"/>
                    </a:lnTo>
                    <a:lnTo>
                      <a:pt x="2640" y="302"/>
                    </a:lnTo>
                    <a:lnTo>
                      <a:pt x="2626" y="298"/>
                    </a:lnTo>
                    <a:lnTo>
                      <a:pt x="2606" y="286"/>
                    </a:lnTo>
                    <a:lnTo>
                      <a:pt x="2598" y="284"/>
                    </a:lnTo>
                    <a:lnTo>
                      <a:pt x="2590" y="286"/>
                    </a:lnTo>
                    <a:lnTo>
                      <a:pt x="2590" y="286"/>
                    </a:lnTo>
                    <a:lnTo>
                      <a:pt x="2580" y="288"/>
                    </a:lnTo>
                    <a:lnTo>
                      <a:pt x="2572" y="288"/>
                    </a:lnTo>
                    <a:lnTo>
                      <a:pt x="2564" y="286"/>
                    </a:lnTo>
                    <a:lnTo>
                      <a:pt x="2556" y="282"/>
                    </a:lnTo>
                    <a:lnTo>
                      <a:pt x="2544" y="272"/>
                    </a:lnTo>
                    <a:lnTo>
                      <a:pt x="2532" y="260"/>
                    </a:lnTo>
                    <a:lnTo>
                      <a:pt x="2520" y="246"/>
                    </a:lnTo>
                    <a:lnTo>
                      <a:pt x="2510" y="234"/>
                    </a:lnTo>
                    <a:lnTo>
                      <a:pt x="2504" y="230"/>
                    </a:lnTo>
                    <a:lnTo>
                      <a:pt x="2498" y="226"/>
                    </a:lnTo>
                    <a:lnTo>
                      <a:pt x="2492" y="224"/>
                    </a:lnTo>
                    <a:lnTo>
                      <a:pt x="2486" y="224"/>
                    </a:lnTo>
                    <a:lnTo>
                      <a:pt x="2486" y="224"/>
                    </a:lnTo>
                    <a:lnTo>
                      <a:pt x="2456" y="230"/>
                    </a:lnTo>
                    <a:lnTo>
                      <a:pt x="2438" y="234"/>
                    </a:lnTo>
                    <a:lnTo>
                      <a:pt x="2422" y="240"/>
                    </a:lnTo>
                    <a:lnTo>
                      <a:pt x="2408" y="246"/>
                    </a:lnTo>
                    <a:lnTo>
                      <a:pt x="2398" y="252"/>
                    </a:lnTo>
                    <a:lnTo>
                      <a:pt x="2394" y="256"/>
                    </a:lnTo>
                    <a:lnTo>
                      <a:pt x="2392" y="262"/>
                    </a:lnTo>
                    <a:lnTo>
                      <a:pt x="2392" y="266"/>
                    </a:lnTo>
                    <a:lnTo>
                      <a:pt x="2394" y="270"/>
                    </a:lnTo>
                    <a:lnTo>
                      <a:pt x="2394" y="270"/>
                    </a:lnTo>
                    <a:lnTo>
                      <a:pt x="2398" y="274"/>
                    </a:lnTo>
                    <a:lnTo>
                      <a:pt x="2400" y="278"/>
                    </a:lnTo>
                    <a:lnTo>
                      <a:pt x="2406" y="280"/>
                    </a:lnTo>
                    <a:lnTo>
                      <a:pt x="2410" y="280"/>
                    </a:lnTo>
                    <a:lnTo>
                      <a:pt x="2420" y="278"/>
                    </a:lnTo>
                    <a:lnTo>
                      <a:pt x="2432" y="274"/>
                    </a:lnTo>
                    <a:lnTo>
                      <a:pt x="2456" y="264"/>
                    </a:lnTo>
                    <a:lnTo>
                      <a:pt x="2464" y="262"/>
                    </a:lnTo>
                    <a:lnTo>
                      <a:pt x="2468" y="262"/>
                    </a:lnTo>
                    <a:lnTo>
                      <a:pt x="2472" y="264"/>
                    </a:lnTo>
                    <a:lnTo>
                      <a:pt x="2472" y="264"/>
                    </a:lnTo>
                    <a:lnTo>
                      <a:pt x="2474" y="266"/>
                    </a:lnTo>
                    <a:lnTo>
                      <a:pt x="2476" y="268"/>
                    </a:lnTo>
                    <a:lnTo>
                      <a:pt x="2472" y="272"/>
                    </a:lnTo>
                    <a:lnTo>
                      <a:pt x="2456" y="278"/>
                    </a:lnTo>
                    <a:lnTo>
                      <a:pt x="2436" y="286"/>
                    </a:lnTo>
                    <a:lnTo>
                      <a:pt x="2428" y="292"/>
                    </a:lnTo>
                    <a:lnTo>
                      <a:pt x="2422" y="298"/>
                    </a:lnTo>
                    <a:lnTo>
                      <a:pt x="2422" y="298"/>
                    </a:lnTo>
                    <a:lnTo>
                      <a:pt x="2422" y="304"/>
                    </a:lnTo>
                    <a:lnTo>
                      <a:pt x="2424" y="308"/>
                    </a:lnTo>
                    <a:lnTo>
                      <a:pt x="2428" y="320"/>
                    </a:lnTo>
                    <a:lnTo>
                      <a:pt x="2440" y="342"/>
                    </a:lnTo>
                    <a:lnTo>
                      <a:pt x="2444" y="350"/>
                    </a:lnTo>
                    <a:lnTo>
                      <a:pt x="2444" y="352"/>
                    </a:lnTo>
                    <a:lnTo>
                      <a:pt x="2444" y="354"/>
                    </a:lnTo>
                    <a:lnTo>
                      <a:pt x="2436" y="350"/>
                    </a:lnTo>
                    <a:lnTo>
                      <a:pt x="2418" y="340"/>
                    </a:lnTo>
                    <a:lnTo>
                      <a:pt x="2418" y="340"/>
                    </a:lnTo>
                    <a:lnTo>
                      <a:pt x="2398" y="326"/>
                    </a:lnTo>
                    <a:lnTo>
                      <a:pt x="2382" y="318"/>
                    </a:lnTo>
                    <a:lnTo>
                      <a:pt x="2364" y="310"/>
                    </a:lnTo>
                    <a:lnTo>
                      <a:pt x="2354" y="306"/>
                    </a:lnTo>
                    <a:lnTo>
                      <a:pt x="2348" y="302"/>
                    </a:lnTo>
                    <a:lnTo>
                      <a:pt x="2340" y="294"/>
                    </a:lnTo>
                    <a:lnTo>
                      <a:pt x="2340" y="294"/>
                    </a:lnTo>
                    <a:lnTo>
                      <a:pt x="2334" y="288"/>
                    </a:lnTo>
                    <a:lnTo>
                      <a:pt x="2330" y="286"/>
                    </a:lnTo>
                    <a:lnTo>
                      <a:pt x="2326" y="288"/>
                    </a:lnTo>
                    <a:lnTo>
                      <a:pt x="2320" y="290"/>
                    </a:lnTo>
                    <a:lnTo>
                      <a:pt x="2314" y="296"/>
                    </a:lnTo>
                    <a:lnTo>
                      <a:pt x="2304" y="300"/>
                    </a:lnTo>
                    <a:lnTo>
                      <a:pt x="2286" y="304"/>
                    </a:lnTo>
                    <a:lnTo>
                      <a:pt x="2262" y="308"/>
                    </a:lnTo>
                    <a:lnTo>
                      <a:pt x="2262" y="308"/>
                    </a:lnTo>
                    <a:lnTo>
                      <a:pt x="2206" y="308"/>
                    </a:lnTo>
                    <a:lnTo>
                      <a:pt x="2180" y="308"/>
                    </a:lnTo>
                    <a:lnTo>
                      <a:pt x="2156" y="306"/>
                    </a:lnTo>
                    <a:lnTo>
                      <a:pt x="2140" y="302"/>
                    </a:lnTo>
                    <a:lnTo>
                      <a:pt x="2128" y="298"/>
                    </a:lnTo>
                    <a:lnTo>
                      <a:pt x="2124" y="296"/>
                    </a:lnTo>
                    <a:lnTo>
                      <a:pt x="2124" y="292"/>
                    </a:lnTo>
                    <a:lnTo>
                      <a:pt x="2126" y="288"/>
                    </a:lnTo>
                    <a:lnTo>
                      <a:pt x="2130" y="284"/>
                    </a:lnTo>
                    <a:lnTo>
                      <a:pt x="2130" y="284"/>
                    </a:lnTo>
                    <a:lnTo>
                      <a:pt x="2142" y="278"/>
                    </a:lnTo>
                    <a:lnTo>
                      <a:pt x="2154" y="274"/>
                    </a:lnTo>
                    <a:lnTo>
                      <a:pt x="2172" y="272"/>
                    </a:lnTo>
                    <a:lnTo>
                      <a:pt x="2178" y="270"/>
                    </a:lnTo>
                    <a:lnTo>
                      <a:pt x="2180" y="268"/>
                    </a:lnTo>
                    <a:lnTo>
                      <a:pt x="2178" y="264"/>
                    </a:lnTo>
                    <a:lnTo>
                      <a:pt x="2170" y="256"/>
                    </a:lnTo>
                    <a:lnTo>
                      <a:pt x="2170" y="256"/>
                    </a:lnTo>
                    <a:lnTo>
                      <a:pt x="2154" y="240"/>
                    </a:lnTo>
                    <a:lnTo>
                      <a:pt x="2144" y="232"/>
                    </a:lnTo>
                    <a:lnTo>
                      <a:pt x="2134" y="228"/>
                    </a:lnTo>
                    <a:lnTo>
                      <a:pt x="2124" y="222"/>
                    </a:lnTo>
                    <a:lnTo>
                      <a:pt x="2110" y="220"/>
                    </a:lnTo>
                    <a:lnTo>
                      <a:pt x="2096" y="220"/>
                    </a:lnTo>
                    <a:lnTo>
                      <a:pt x="2080" y="220"/>
                    </a:lnTo>
                    <a:lnTo>
                      <a:pt x="2080" y="220"/>
                    </a:lnTo>
                    <a:lnTo>
                      <a:pt x="2064" y="222"/>
                    </a:lnTo>
                    <a:lnTo>
                      <a:pt x="2046" y="220"/>
                    </a:lnTo>
                    <a:lnTo>
                      <a:pt x="2030" y="218"/>
                    </a:lnTo>
                    <a:lnTo>
                      <a:pt x="2014" y="212"/>
                    </a:lnTo>
                    <a:lnTo>
                      <a:pt x="1982" y="202"/>
                    </a:lnTo>
                    <a:lnTo>
                      <a:pt x="1948" y="194"/>
                    </a:lnTo>
                    <a:lnTo>
                      <a:pt x="1948" y="194"/>
                    </a:lnTo>
                    <a:lnTo>
                      <a:pt x="1932" y="190"/>
                    </a:lnTo>
                    <a:lnTo>
                      <a:pt x="1918" y="184"/>
                    </a:lnTo>
                    <a:lnTo>
                      <a:pt x="1890" y="172"/>
                    </a:lnTo>
                    <a:lnTo>
                      <a:pt x="1876" y="166"/>
                    </a:lnTo>
                    <a:lnTo>
                      <a:pt x="1862" y="160"/>
                    </a:lnTo>
                    <a:lnTo>
                      <a:pt x="1848" y="158"/>
                    </a:lnTo>
                    <a:lnTo>
                      <a:pt x="1832" y="158"/>
                    </a:lnTo>
                    <a:lnTo>
                      <a:pt x="1832" y="158"/>
                    </a:lnTo>
                    <a:lnTo>
                      <a:pt x="1820" y="160"/>
                    </a:lnTo>
                    <a:lnTo>
                      <a:pt x="1812" y="164"/>
                    </a:lnTo>
                    <a:lnTo>
                      <a:pt x="1808" y="170"/>
                    </a:lnTo>
                    <a:lnTo>
                      <a:pt x="1806" y="176"/>
                    </a:lnTo>
                    <a:lnTo>
                      <a:pt x="1804" y="182"/>
                    </a:lnTo>
                    <a:lnTo>
                      <a:pt x="1800" y="186"/>
                    </a:lnTo>
                    <a:lnTo>
                      <a:pt x="1792" y="188"/>
                    </a:lnTo>
                    <a:lnTo>
                      <a:pt x="1780" y="188"/>
                    </a:lnTo>
                    <a:lnTo>
                      <a:pt x="1780" y="188"/>
                    </a:lnTo>
                    <a:lnTo>
                      <a:pt x="1774" y="186"/>
                    </a:lnTo>
                    <a:lnTo>
                      <a:pt x="1768" y="184"/>
                    </a:lnTo>
                    <a:lnTo>
                      <a:pt x="1764" y="180"/>
                    </a:lnTo>
                    <a:lnTo>
                      <a:pt x="1762" y="176"/>
                    </a:lnTo>
                    <a:lnTo>
                      <a:pt x="1760" y="166"/>
                    </a:lnTo>
                    <a:lnTo>
                      <a:pt x="1760" y="156"/>
                    </a:lnTo>
                    <a:lnTo>
                      <a:pt x="1760" y="146"/>
                    </a:lnTo>
                    <a:lnTo>
                      <a:pt x="1758" y="138"/>
                    </a:lnTo>
                    <a:lnTo>
                      <a:pt x="1756" y="136"/>
                    </a:lnTo>
                    <a:lnTo>
                      <a:pt x="1750" y="134"/>
                    </a:lnTo>
                    <a:lnTo>
                      <a:pt x="1744" y="134"/>
                    </a:lnTo>
                    <a:lnTo>
                      <a:pt x="1736" y="134"/>
                    </a:lnTo>
                    <a:lnTo>
                      <a:pt x="1736" y="134"/>
                    </a:lnTo>
                    <a:lnTo>
                      <a:pt x="1732" y="136"/>
                    </a:lnTo>
                    <a:lnTo>
                      <a:pt x="1730" y="140"/>
                    </a:lnTo>
                    <a:lnTo>
                      <a:pt x="1726" y="148"/>
                    </a:lnTo>
                    <a:lnTo>
                      <a:pt x="1724" y="172"/>
                    </a:lnTo>
                    <a:lnTo>
                      <a:pt x="1720" y="182"/>
                    </a:lnTo>
                    <a:lnTo>
                      <a:pt x="1718" y="186"/>
                    </a:lnTo>
                    <a:lnTo>
                      <a:pt x="1716" y="190"/>
                    </a:lnTo>
                    <a:lnTo>
                      <a:pt x="1712" y="190"/>
                    </a:lnTo>
                    <a:lnTo>
                      <a:pt x="1706" y="190"/>
                    </a:lnTo>
                    <a:lnTo>
                      <a:pt x="1698" y="188"/>
                    </a:lnTo>
                    <a:lnTo>
                      <a:pt x="1688" y="184"/>
                    </a:lnTo>
                    <a:lnTo>
                      <a:pt x="1688" y="184"/>
                    </a:lnTo>
                    <a:lnTo>
                      <a:pt x="1684" y="182"/>
                    </a:lnTo>
                    <a:lnTo>
                      <a:pt x="1678" y="176"/>
                    </a:lnTo>
                    <a:lnTo>
                      <a:pt x="1668" y="162"/>
                    </a:lnTo>
                    <a:lnTo>
                      <a:pt x="1650" y="132"/>
                    </a:lnTo>
                    <a:lnTo>
                      <a:pt x="1640" y="116"/>
                    </a:lnTo>
                    <a:lnTo>
                      <a:pt x="1630" y="106"/>
                    </a:lnTo>
                    <a:lnTo>
                      <a:pt x="1624" y="104"/>
                    </a:lnTo>
                    <a:lnTo>
                      <a:pt x="1620" y="102"/>
                    </a:lnTo>
                    <a:lnTo>
                      <a:pt x="1614" y="102"/>
                    </a:lnTo>
                    <a:lnTo>
                      <a:pt x="1608" y="106"/>
                    </a:lnTo>
                    <a:lnTo>
                      <a:pt x="1608" y="106"/>
                    </a:lnTo>
                    <a:lnTo>
                      <a:pt x="1600" y="114"/>
                    </a:lnTo>
                    <a:lnTo>
                      <a:pt x="1598" y="116"/>
                    </a:lnTo>
                    <a:lnTo>
                      <a:pt x="1600" y="118"/>
                    </a:lnTo>
                    <a:lnTo>
                      <a:pt x="1604" y="120"/>
                    </a:lnTo>
                    <a:lnTo>
                      <a:pt x="1610" y="122"/>
                    </a:lnTo>
                    <a:lnTo>
                      <a:pt x="1616" y="124"/>
                    </a:lnTo>
                    <a:lnTo>
                      <a:pt x="1616" y="126"/>
                    </a:lnTo>
                    <a:lnTo>
                      <a:pt x="1616" y="130"/>
                    </a:lnTo>
                    <a:lnTo>
                      <a:pt x="1610" y="138"/>
                    </a:lnTo>
                    <a:lnTo>
                      <a:pt x="1592" y="150"/>
                    </a:lnTo>
                    <a:lnTo>
                      <a:pt x="1592" y="150"/>
                    </a:lnTo>
                    <a:lnTo>
                      <a:pt x="1574" y="160"/>
                    </a:lnTo>
                    <a:lnTo>
                      <a:pt x="1572" y="160"/>
                    </a:lnTo>
                    <a:lnTo>
                      <a:pt x="1570" y="158"/>
                    </a:lnTo>
                    <a:lnTo>
                      <a:pt x="1568" y="156"/>
                    </a:lnTo>
                    <a:lnTo>
                      <a:pt x="1560" y="156"/>
                    </a:lnTo>
                    <a:lnTo>
                      <a:pt x="1546" y="160"/>
                    </a:lnTo>
                    <a:lnTo>
                      <a:pt x="1522" y="168"/>
                    </a:lnTo>
                    <a:lnTo>
                      <a:pt x="1522" y="168"/>
                    </a:lnTo>
                    <a:lnTo>
                      <a:pt x="1482" y="180"/>
                    </a:lnTo>
                    <a:lnTo>
                      <a:pt x="1476" y="182"/>
                    </a:lnTo>
                    <a:lnTo>
                      <a:pt x="1476" y="180"/>
                    </a:lnTo>
                    <a:lnTo>
                      <a:pt x="1476" y="180"/>
                    </a:lnTo>
                    <a:lnTo>
                      <a:pt x="1494" y="168"/>
                    </a:lnTo>
                    <a:lnTo>
                      <a:pt x="1526" y="152"/>
                    </a:lnTo>
                    <a:lnTo>
                      <a:pt x="1526" y="152"/>
                    </a:lnTo>
                    <a:lnTo>
                      <a:pt x="1552" y="140"/>
                    </a:lnTo>
                    <a:lnTo>
                      <a:pt x="1558" y="136"/>
                    </a:lnTo>
                    <a:lnTo>
                      <a:pt x="1560" y="132"/>
                    </a:lnTo>
                    <a:lnTo>
                      <a:pt x="1560" y="132"/>
                    </a:lnTo>
                    <a:lnTo>
                      <a:pt x="1556" y="132"/>
                    </a:lnTo>
                    <a:lnTo>
                      <a:pt x="1538" y="134"/>
                    </a:lnTo>
                    <a:lnTo>
                      <a:pt x="1538" y="134"/>
                    </a:lnTo>
                    <a:lnTo>
                      <a:pt x="1530" y="136"/>
                    </a:lnTo>
                    <a:lnTo>
                      <a:pt x="1522" y="134"/>
                    </a:lnTo>
                    <a:lnTo>
                      <a:pt x="1510" y="134"/>
                    </a:lnTo>
                    <a:lnTo>
                      <a:pt x="1506" y="134"/>
                    </a:lnTo>
                    <a:lnTo>
                      <a:pt x="1498" y="136"/>
                    </a:lnTo>
                    <a:lnTo>
                      <a:pt x="1488" y="140"/>
                    </a:lnTo>
                    <a:lnTo>
                      <a:pt x="1474" y="148"/>
                    </a:lnTo>
                    <a:lnTo>
                      <a:pt x="1474" y="148"/>
                    </a:lnTo>
                    <a:lnTo>
                      <a:pt x="1462" y="156"/>
                    </a:lnTo>
                    <a:lnTo>
                      <a:pt x="1454" y="160"/>
                    </a:lnTo>
                    <a:lnTo>
                      <a:pt x="1448" y="160"/>
                    </a:lnTo>
                    <a:lnTo>
                      <a:pt x="1442" y="162"/>
                    </a:lnTo>
                    <a:lnTo>
                      <a:pt x="1438" y="162"/>
                    </a:lnTo>
                    <a:lnTo>
                      <a:pt x="1432" y="164"/>
                    </a:lnTo>
                    <a:lnTo>
                      <a:pt x="1422" y="168"/>
                    </a:lnTo>
                    <a:lnTo>
                      <a:pt x="1406" y="178"/>
                    </a:lnTo>
                    <a:lnTo>
                      <a:pt x="1406" y="178"/>
                    </a:lnTo>
                    <a:lnTo>
                      <a:pt x="1378" y="198"/>
                    </a:lnTo>
                    <a:lnTo>
                      <a:pt x="1358" y="210"/>
                    </a:lnTo>
                    <a:lnTo>
                      <a:pt x="1352" y="214"/>
                    </a:lnTo>
                    <a:lnTo>
                      <a:pt x="1350" y="218"/>
                    </a:lnTo>
                    <a:lnTo>
                      <a:pt x="1350" y="224"/>
                    </a:lnTo>
                    <a:lnTo>
                      <a:pt x="1352" y="230"/>
                    </a:lnTo>
                    <a:lnTo>
                      <a:pt x="1352" y="230"/>
                    </a:lnTo>
                    <a:lnTo>
                      <a:pt x="1352" y="234"/>
                    </a:lnTo>
                    <a:lnTo>
                      <a:pt x="1352" y="236"/>
                    </a:lnTo>
                    <a:lnTo>
                      <a:pt x="1340" y="232"/>
                    </a:lnTo>
                    <a:lnTo>
                      <a:pt x="1332" y="230"/>
                    </a:lnTo>
                    <a:lnTo>
                      <a:pt x="1324" y="228"/>
                    </a:lnTo>
                    <a:lnTo>
                      <a:pt x="1316" y="230"/>
                    </a:lnTo>
                    <a:lnTo>
                      <a:pt x="1308" y="232"/>
                    </a:lnTo>
                    <a:lnTo>
                      <a:pt x="1308" y="232"/>
                    </a:lnTo>
                    <a:lnTo>
                      <a:pt x="1300" y="236"/>
                    </a:lnTo>
                    <a:lnTo>
                      <a:pt x="1296" y="236"/>
                    </a:lnTo>
                    <a:lnTo>
                      <a:pt x="1294" y="236"/>
                    </a:lnTo>
                    <a:lnTo>
                      <a:pt x="1290" y="232"/>
                    </a:lnTo>
                    <a:lnTo>
                      <a:pt x="1286" y="228"/>
                    </a:lnTo>
                    <a:lnTo>
                      <a:pt x="1280" y="226"/>
                    </a:lnTo>
                    <a:lnTo>
                      <a:pt x="1270" y="224"/>
                    </a:lnTo>
                    <a:lnTo>
                      <a:pt x="1258" y="222"/>
                    </a:lnTo>
                    <a:lnTo>
                      <a:pt x="1258" y="222"/>
                    </a:lnTo>
                    <a:lnTo>
                      <a:pt x="1236" y="220"/>
                    </a:lnTo>
                    <a:lnTo>
                      <a:pt x="1216" y="214"/>
                    </a:lnTo>
                    <a:lnTo>
                      <a:pt x="1198" y="206"/>
                    </a:lnTo>
                    <a:lnTo>
                      <a:pt x="1178" y="196"/>
                    </a:lnTo>
                    <a:lnTo>
                      <a:pt x="1160" y="186"/>
                    </a:lnTo>
                    <a:lnTo>
                      <a:pt x="1138" y="178"/>
                    </a:lnTo>
                    <a:lnTo>
                      <a:pt x="1114" y="172"/>
                    </a:lnTo>
                    <a:lnTo>
                      <a:pt x="1102" y="172"/>
                    </a:lnTo>
                    <a:lnTo>
                      <a:pt x="1088" y="172"/>
                    </a:lnTo>
                    <a:lnTo>
                      <a:pt x="1088" y="172"/>
                    </a:lnTo>
                    <a:lnTo>
                      <a:pt x="1074" y="170"/>
                    </a:lnTo>
                    <a:lnTo>
                      <a:pt x="1062" y="168"/>
                    </a:lnTo>
                    <a:lnTo>
                      <a:pt x="1052" y="162"/>
                    </a:lnTo>
                    <a:lnTo>
                      <a:pt x="1044" y="158"/>
                    </a:lnTo>
                    <a:lnTo>
                      <a:pt x="1036" y="152"/>
                    </a:lnTo>
                    <a:lnTo>
                      <a:pt x="1026" y="146"/>
                    </a:lnTo>
                    <a:lnTo>
                      <a:pt x="1014" y="142"/>
                    </a:lnTo>
                    <a:lnTo>
                      <a:pt x="998" y="140"/>
                    </a:lnTo>
                    <a:lnTo>
                      <a:pt x="998" y="140"/>
                    </a:lnTo>
                    <a:lnTo>
                      <a:pt x="982" y="138"/>
                    </a:lnTo>
                    <a:lnTo>
                      <a:pt x="970" y="140"/>
                    </a:lnTo>
                    <a:lnTo>
                      <a:pt x="950" y="144"/>
                    </a:lnTo>
                    <a:lnTo>
                      <a:pt x="940" y="146"/>
                    </a:lnTo>
                    <a:lnTo>
                      <a:pt x="932" y="146"/>
                    </a:lnTo>
                    <a:lnTo>
                      <a:pt x="922" y="146"/>
                    </a:lnTo>
                    <a:lnTo>
                      <a:pt x="912" y="142"/>
                    </a:lnTo>
                    <a:lnTo>
                      <a:pt x="912" y="142"/>
                    </a:lnTo>
                    <a:lnTo>
                      <a:pt x="898" y="138"/>
                    </a:lnTo>
                    <a:lnTo>
                      <a:pt x="884" y="134"/>
                    </a:lnTo>
                    <a:lnTo>
                      <a:pt x="852" y="132"/>
                    </a:lnTo>
                    <a:lnTo>
                      <a:pt x="816" y="128"/>
                    </a:lnTo>
                    <a:lnTo>
                      <a:pt x="798" y="122"/>
                    </a:lnTo>
                    <a:lnTo>
                      <a:pt x="778" y="116"/>
                    </a:lnTo>
                    <a:lnTo>
                      <a:pt x="778" y="116"/>
                    </a:lnTo>
                    <a:lnTo>
                      <a:pt x="758" y="110"/>
                    </a:lnTo>
                    <a:lnTo>
                      <a:pt x="744" y="108"/>
                    </a:lnTo>
                    <a:lnTo>
                      <a:pt x="732" y="108"/>
                    </a:lnTo>
                    <a:lnTo>
                      <a:pt x="722" y="110"/>
                    </a:lnTo>
                    <a:lnTo>
                      <a:pt x="710" y="114"/>
                    </a:lnTo>
                    <a:lnTo>
                      <a:pt x="698" y="116"/>
                    </a:lnTo>
                    <a:lnTo>
                      <a:pt x="682" y="114"/>
                    </a:lnTo>
                    <a:lnTo>
                      <a:pt x="664" y="110"/>
                    </a:lnTo>
                    <a:lnTo>
                      <a:pt x="664" y="110"/>
                    </a:lnTo>
                    <a:lnTo>
                      <a:pt x="648" y="104"/>
                    </a:lnTo>
                    <a:lnTo>
                      <a:pt x="640" y="98"/>
                    </a:lnTo>
                    <a:lnTo>
                      <a:pt x="636" y="94"/>
                    </a:lnTo>
                    <a:lnTo>
                      <a:pt x="636" y="90"/>
                    </a:lnTo>
                    <a:lnTo>
                      <a:pt x="634" y="86"/>
                    </a:lnTo>
                    <a:lnTo>
                      <a:pt x="630" y="82"/>
                    </a:lnTo>
                    <a:lnTo>
                      <a:pt x="622" y="82"/>
                    </a:lnTo>
                    <a:lnTo>
                      <a:pt x="604" y="80"/>
                    </a:lnTo>
                    <a:lnTo>
                      <a:pt x="604" y="80"/>
                    </a:lnTo>
                    <a:lnTo>
                      <a:pt x="572" y="82"/>
                    </a:lnTo>
                    <a:lnTo>
                      <a:pt x="556" y="82"/>
                    </a:lnTo>
                    <a:lnTo>
                      <a:pt x="552" y="82"/>
                    </a:lnTo>
                    <a:lnTo>
                      <a:pt x="548" y="80"/>
                    </a:lnTo>
                    <a:lnTo>
                      <a:pt x="540" y="72"/>
                    </a:lnTo>
                    <a:lnTo>
                      <a:pt x="540" y="72"/>
                    </a:lnTo>
                    <a:lnTo>
                      <a:pt x="534" y="66"/>
                    </a:lnTo>
                    <a:lnTo>
                      <a:pt x="528" y="66"/>
                    </a:lnTo>
                    <a:lnTo>
                      <a:pt x="524" y="66"/>
                    </a:lnTo>
                    <a:lnTo>
                      <a:pt x="518" y="68"/>
                    </a:lnTo>
                    <a:lnTo>
                      <a:pt x="510" y="70"/>
                    </a:lnTo>
                    <a:lnTo>
                      <a:pt x="506" y="70"/>
                    </a:lnTo>
                    <a:lnTo>
                      <a:pt x="500" y="66"/>
                    </a:lnTo>
                    <a:lnTo>
                      <a:pt x="500" y="66"/>
                    </a:lnTo>
                    <a:lnTo>
                      <a:pt x="488" y="56"/>
                    </a:lnTo>
                    <a:lnTo>
                      <a:pt x="482" y="52"/>
                    </a:lnTo>
                    <a:lnTo>
                      <a:pt x="474" y="50"/>
                    </a:lnTo>
                    <a:lnTo>
                      <a:pt x="466" y="50"/>
                    </a:lnTo>
                    <a:lnTo>
                      <a:pt x="456" y="52"/>
                    </a:lnTo>
                    <a:lnTo>
                      <a:pt x="444" y="58"/>
                    </a:lnTo>
                    <a:lnTo>
                      <a:pt x="432" y="68"/>
                    </a:lnTo>
                    <a:lnTo>
                      <a:pt x="432" y="68"/>
                    </a:lnTo>
                    <a:lnTo>
                      <a:pt x="418" y="78"/>
                    </a:lnTo>
                    <a:lnTo>
                      <a:pt x="404" y="82"/>
                    </a:lnTo>
                    <a:lnTo>
                      <a:pt x="392" y="84"/>
                    </a:lnTo>
                    <a:lnTo>
                      <a:pt x="378" y="84"/>
                    </a:lnTo>
                    <a:lnTo>
                      <a:pt x="364" y="84"/>
                    </a:lnTo>
                    <a:lnTo>
                      <a:pt x="348" y="86"/>
                    </a:lnTo>
                    <a:lnTo>
                      <a:pt x="330" y="94"/>
                    </a:lnTo>
                    <a:lnTo>
                      <a:pt x="310" y="106"/>
                    </a:lnTo>
                    <a:lnTo>
                      <a:pt x="310" y="106"/>
                    </a:lnTo>
                    <a:lnTo>
                      <a:pt x="300" y="114"/>
                    </a:lnTo>
                    <a:lnTo>
                      <a:pt x="290" y="120"/>
                    </a:lnTo>
                    <a:lnTo>
                      <a:pt x="282" y="122"/>
                    </a:lnTo>
                    <a:lnTo>
                      <a:pt x="274" y="124"/>
                    </a:lnTo>
                    <a:lnTo>
                      <a:pt x="260" y="126"/>
                    </a:lnTo>
                    <a:lnTo>
                      <a:pt x="250" y="124"/>
                    </a:lnTo>
                    <a:lnTo>
                      <a:pt x="240" y="124"/>
                    </a:lnTo>
                    <a:lnTo>
                      <a:pt x="236" y="124"/>
                    </a:lnTo>
                    <a:lnTo>
                      <a:pt x="230" y="126"/>
                    </a:lnTo>
                    <a:lnTo>
                      <a:pt x="226" y="130"/>
                    </a:lnTo>
                    <a:lnTo>
                      <a:pt x="222" y="134"/>
                    </a:lnTo>
                    <a:lnTo>
                      <a:pt x="212" y="152"/>
                    </a:lnTo>
                    <a:lnTo>
                      <a:pt x="212" y="152"/>
                    </a:lnTo>
                    <a:lnTo>
                      <a:pt x="202" y="172"/>
                    </a:lnTo>
                    <a:lnTo>
                      <a:pt x="192" y="188"/>
                    </a:lnTo>
                    <a:lnTo>
                      <a:pt x="182" y="202"/>
                    </a:lnTo>
                    <a:lnTo>
                      <a:pt x="172" y="212"/>
                    </a:lnTo>
                    <a:lnTo>
                      <a:pt x="158" y="220"/>
                    </a:lnTo>
                    <a:lnTo>
                      <a:pt x="142" y="224"/>
                    </a:lnTo>
                    <a:lnTo>
                      <a:pt x="122" y="228"/>
                    </a:lnTo>
                    <a:lnTo>
                      <a:pt x="96" y="228"/>
                    </a:lnTo>
                    <a:lnTo>
                      <a:pt x="96" y="228"/>
                    </a:lnTo>
                    <a:lnTo>
                      <a:pt x="84" y="230"/>
                    </a:lnTo>
                    <a:lnTo>
                      <a:pt x="78" y="232"/>
                    </a:lnTo>
                    <a:lnTo>
                      <a:pt x="74" y="236"/>
                    </a:lnTo>
                    <a:lnTo>
                      <a:pt x="74" y="240"/>
                    </a:lnTo>
                    <a:lnTo>
                      <a:pt x="74" y="244"/>
                    </a:lnTo>
                    <a:lnTo>
                      <a:pt x="72" y="250"/>
                    </a:lnTo>
                    <a:lnTo>
                      <a:pt x="66" y="254"/>
                    </a:lnTo>
                    <a:lnTo>
                      <a:pt x="58" y="258"/>
                    </a:lnTo>
                    <a:lnTo>
                      <a:pt x="58" y="258"/>
                    </a:lnTo>
                    <a:lnTo>
                      <a:pt x="54" y="260"/>
                    </a:lnTo>
                    <a:lnTo>
                      <a:pt x="52" y="262"/>
                    </a:lnTo>
                    <a:lnTo>
                      <a:pt x="54" y="266"/>
                    </a:lnTo>
                    <a:lnTo>
                      <a:pt x="58" y="268"/>
                    </a:lnTo>
                    <a:lnTo>
                      <a:pt x="72" y="274"/>
                    </a:lnTo>
                    <a:lnTo>
                      <a:pt x="92" y="282"/>
                    </a:lnTo>
                    <a:lnTo>
                      <a:pt x="114" y="292"/>
                    </a:lnTo>
                    <a:lnTo>
                      <a:pt x="136" y="304"/>
                    </a:lnTo>
                    <a:lnTo>
                      <a:pt x="156" y="318"/>
                    </a:lnTo>
                    <a:lnTo>
                      <a:pt x="162" y="326"/>
                    </a:lnTo>
                    <a:lnTo>
                      <a:pt x="168" y="334"/>
                    </a:lnTo>
                    <a:lnTo>
                      <a:pt x="168" y="334"/>
                    </a:lnTo>
                    <a:lnTo>
                      <a:pt x="172" y="342"/>
                    </a:lnTo>
                    <a:lnTo>
                      <a:pt x="176" y="346"/>
                    </a:lnTo>
                    <a:lnTo>
                      <a:pt x="186" y="354"/>
                    </a:lnTo>
                    <a:lnTo>
                      <a:pt x="196" y="356"/>
                    </a:lnTo>
                    <a:lnTo>
                      <a:pt x="206" y="356"/>
                    </a:lnTo>
                    <a:lnTo>
                      <a:pt x="212" y="356"/>
                    </a:lnTo>
                    <a:lnTo>
                      <a:pt x="218" y="356"/>
                    </a:lnTo>
                    <a:lnTo>
                      <a:pt x="220" y="356"/>
                    </a:lnTo>
                    <a:lnTo>
                      <a:pt x="222" y="358"/>
                    </a:lnTo>
                    <a:lnTo>
                      <a:pt x="220" y="364"/>
                    </a:lnTo>
                    <a:lnTo>
                      <a:pt x="220" y="364"/>
                    </a:lnTo>
                    <a:lnTo>
                      <a:pt x="220" y="372"/>
                    </a:lnTo>
                    <a:lnTo>
                      <a:pt x="220" y="376"/>
                    </a:lnTo>
                    <a:lnTo>
                      <a:pt x="224" y="378"/>
                    </a:lnTo>
                    <a:lnTo>
                      <a:pt x="228" y="380"/>
                    </a:lnTo>
                    <a:lnTo>
                      <a:pt x="232" y="380"/>
                    </a:lnTo>
                    <a:lnTo>
                      <a:pt x="236" y="382"/>
                    </a:lnTo>
                    <a:lnTo>
                      <a:pt x="240" y="386"/>
                    </a:lnTo>
                    <a:lnTo>
                      <a:pt x="242" y="392"/>
                    </a:lnTo>
                    <a:lnTo>
                      <a:pt x="242" y="392"/>
                    </a:lnTo>
                    <a:lnTo>
                      <a:pt x="244" y="400"/>
                    </a:lnTo>
                    <a:lnTo>
                      <a:pt x="248" y="402"/>
                    </a:lnTo>
                    <a:lnTo>
                      <a:pt x="254" y="404"/>
                    </a:lnTo>
                    <a:lnTo>
                      <a:pt x="260" y="402"/>
                    </a:lnTo>
                    <a:lnTo>
                      <a:pt x="266" y="402"/>
                    </a:lnTo>
                    <a:lnTo>
                      <a:pt x="270" y="402"/>
                    </a:lnTo>
                    <a:lnTo>
                      <a:pt x="274" y="404"/>
                    </a:lnTo>
                    <a:lnTo>
                      <a:pt x="276" y="410"/>
                    </a:lnTo>
                    <a:lnTo>
                      <a:pt x="276" y="410"/>
                    </a:lnTo>
                    <a:lnTo>
                      <a:pt x="274" y="418"/>
                    </a:lnTo>
                    <a:lnTo>
                      <a:pt x="272" y="418"/>
                    </a:lnTo>
                    <a:lnTo>
                      <a:pt x="270" y="418"/>
                    </a:lnTo>
                    <a:lnTo>
                      <a:pt x="266" y="416"/>
                    </a:lnTo>
                    <a:lnTo>
                      <a:pt x="262" y="416"/>
                    </a:lnTo>
                    <a:lnTo>
                      <a:pt x="258" y="418"/>
                    </a:lnTo>
                    <a:lnTo>
                      <a:pt x="252" y="424"/>
                    </a:lnTo>
                    <a:lnTo>
                      <a:pt x="252" y="424"/>
                    </a:lnTo>
                    <a:lnTo>
                      <a:pt x="250" y="426"/>
                    </a:lnTo>
                    <a:lnTo>
                      <a:pt x="248" y="426"/>
                    </a:lnTo>
                    <a:lnTo>
                      <a:pt x="240" y="422"/>
                    </a:lnTo>
                    <a:lnTo>
                      <a:pt x="234" y="420"/>
                    </a:lnTo>
                    <a:lnTo>
                      <a:pt x="224" y="420"/>
                    </a:lnTo>
                    <a:lnTo>
                      <a:pt x="212" y="420"/>
                    </a:lnTo>
                    <a:lnTo>
                      <a:pt x="194" y="422"/>
                    </a:lnTo>
                    <a:lnTo>
                      <a:pt x="194" y="422"/>
                    </a:lnTo>
                    <a:lnTo>
                      <a:pt x="186" y="422"/>
                    </a:lnTo>
                    <a:lnTo>
                      <a:pt x="180" y="420"/>
                    </a:lnTo>
                    <a:lnTo>
                      <a:pt x="176" y="418"/>
                    </a:lnTo>
                    <a:lnTo>
                      <a:pt x="174" y="416"/>
                    </a:lnTo>
                    <a:lnTo>
                      <a:pt x="174" y="408"/>
                    </a:lnTo>
                    <a:lnTo>
                      <a:pt x="176" y="398"/>
                    </a:lnTo>
                    <a:lnTo>
                      <a:pt x="176" y="390"/>
                    </a:lnTo>
                    <a:lnTo>
                      <a:pt x="174" y="388"/>
                    </a:lnTo>
                    <a:lnTo>
                      <a:pt x="172" y="384"/>
                    </a:lnTo>
                    <a:lnTo>
                      <a:pt x="168" y="384"/>
                    </a:lnTo>
                    <a:lnTo>
                      <a:pt x="162" y="384"/>
                    </a:lnTo>
                    <a:lnTo>
                      <a:pt x="140" y="388"/>
                    </a:lnTo>
                    <a:lnTo>
                      <a:pt x="140" y="388"/>
                    </a:lnTo>
                    <a:lnTo>
                      <a:pt x="116" y="396"/>
                    </a:lnTo>
                    <a:lnTo>
                      <a:pt x="92" y="406"/>
                    </a:lnTo>
                    <a:lnTo>
                      <a:pt x="56" y="424"/>
                    </a:lnTo>
                    <a:lnTo>
                      <a:pt x="28" y="440"/>
                    </a:lnTo>
                    <a:lnTo>
                      <a:pt x="18" y="444"/>
                    </a:lnTo>
                    <a:lnTo>
                      <a:pt x="10" y="446"/>
                    </a:lnTo>
                    <a:lnTo>
                      <a:pt x="10" y="446"/>
                    </a:lnTo>
                    <a:lnTo>
                      <a:pt x="4" y="448"/>
                    </a:lnTo>
                    <a:lnTo>
                      <a:pt x="0" y="452"/>
                    </a:lnTo>
                    <a:lnTo>
                      <a:pt x="0" y="456"/>
                    </a:lnTo>
                    <a:lnTo>
                      <a:pt x="2" y="460"/>
                    </a:lnTo>
                    <a:lnTo>
                      <a:pt x="8" y="466"/>
                    </a:lnTo>
                    <a:lnTo>
                      <a:pt x="16" y="470"/>
                    </a:lnTo>
                    <a:lnTo>
                      <a:pt x="28" y="472"/>
                    </a:lnTo>
                    <a:lnTo>
                      <a:pt x="42" y="474"/>
                    </a:lnTo>
                    <a:lnTo>
                      <a:pt x="42" y="474"/>
                    </a:lnTo>
                    <a:lnTo>
                      <a:pt x="54" y="474"/>
                    </a:lnTo>
                    <a:lnTo>
                      <a:pt x="60" y="478"/>
                    </a:lnTo>
                    <a:lnTo>
                      <a:pt x="58" y="480"/>
                    </a:lnTo>
                    <a:lnTo>
                      <a:pt x="56" y="484"/>
                    </a:lnTo>
                    <a:lnTo>
                      <a:pt x="52" y="488"/>
                    </a:lnTo>
                    <a:lnTo>
                      <a:pt x="50" y="492"/>
                    </a:lnTo>
                    <a:lnTo>
                      <a:pt x="50" y="498"/>
                    </a:lnTo>
                    <a:lnTo>
                      <a:pt x="56" y="502"/>
                    </a:lnTo>
                    <a:lnTo>
                      <a:pt x="56" y="502"/>
                    </a:lnTo>
                    <a:lnTo>
                      <a:pt x="64" y="506"/>
                    </a:lnTo>
                    <a:lnTo>
                      <a:pt x="66" y="512"/>
                    </a:lnTo>
                    <a:lnTo>
                      <a:pt x="68" y="520"/>
                    </a:lnTo>
                    <a:lnTo>
                      <a:pt x="70" y="524"/>
                    </a:lnTo>
                    <a:lnTo>
                      <a:pt x="74" y="528"/>
                    </a:lnTo>
                    <a:lnTo>
                      <a:pt x="82" y="532"/>
                    </a:lnTo>
                    <a:lnTo>
                      <a:pt x="94" y="534"/>
                    </a:lnTo>
                    <a:lnTo>
                      <a:pt x="94" y="534"/>
                    </a:lnTo>
                    <a:lnTo>
                      <a:pt x="110" y="534"/>
                    </a:lnTo>
                    <a:lnTo>
                      <a:pt x="122" y="534"/>
                    </a:lnTo>
                    <a:lnTo>
                      <a:pt x="144" y="528"/>
                    </a:lnTo>
                    <a:lnTo>
                      <a:pt x="154" y="526"/>
                    </a:lnTo>
                    <a:lnTo>
                      <a:pt x="166" y="526"/>
                    </a:lnTo>
                    <a:lnTo>
                      <a:pt x="176" y="528"/>
                    </a:lnTo>
                    <a:lnTo>
                      <a:pt x="190" y="534"/>
                    </a:lnTo>
                    <a:lnTo>
                      <a:pt x="190" y="534"/>
                    </a:lnTo>
                    <a:lnTo>
                      <a:pt x="198" y="536"/>
                    </a:lnTo>
                    <a:lnTo>
                      <a:pt x="204" y="538"/>
                    </a:lnTo>
                    <a:lnTo>
                      <a:pt x="210" y="538"/>
                    </a:lnTo>
                    <a:lnTo>
                      <a:pt x="218" y="536"/>
                    </a:lnTo>
                    <a:lnTo>
                      <a:pt x="230" y="530"/>
                    </a:lnTo>
                    <a:lnTo>
                      <a:pt x="242" y="522"/>
                    </a:lnTo>
                    <a:lnTo>
                      <a:pt x="254" y="512"/>
                    </a:lnTo>
                    <a:lnTo>
                      <a:pt x="266" y="506"/>
                    </a:lnTo>
                    <a:lnTo>
                      <a:pt x="270" y="506"/>
                    </a:lnTo>
                    <a:lnTo>
                      <a:pt x="276" y="506"/>
                    </a:lnTo>
                    <a:lnTo>
                      <a:pt x="280" y="508"/>
                    </a:lnTo>
                    <a:lnTo>
                      <a:pt x="286" y="510"/>
                    </a:lnTo>
                    <a:lnTo>
                      <a:pt x="286" y="510"/>
                    </a:lnTo>
                    <a:lnTo>
                      <a:pt x="290" y="516"/>
                    </a:lnTo>
                    <a:lnTo>
                      <a:pt x="290" y="518"/>
                    </a:lnTo>
                    <a:lnTo>
                      <a:pt x="290" y="522"/>
                    </a:lnTo>
                    <a:lnTo>
                      <a:pt x="288" y="524"/>
                    </a:lnTo>
                    <a:lnTo>
                      <a:pt x="282" y="526"/>
                    </a:lnTo>
                    <a:lnTo>
                      <a:pt x="272" y="528"/>
                    </a:lnTo>
                    <a:lnTo>
                      <a:pt x="264" y="530"/>
                    </a:lnTo>
                    <a:lnTo>
                      <a:pt x="260" y="534"/>
                    </a:lnTo>
                    <a:lnTo>
                      <a:pt x="260" y="536"/>
                    </a:lnTo>
                    <a:lnTo>
                      <a:pt x="262" y="538"/>
                    </a:lnTo>
                    <a:lnTo>
                      <a:pt x="274" y="544"/>
                    </a:lnTo>
                    <a:lnTo>
                      <a:pt x="274" y="544"/>
                    </a:lnTo>
                    <a:lnTo>
                      <a:pt x="280" y="550"/>
                    </a:lnTo>
                    <a:lnTo>
                      <a:pt x="286" y="554"/>
                    </a:lnTo>
                    <a:lnTo>
                      <a:pt x="290" y="558"/>
                    </a:lnTo>
                    <a:lnTo>
                      <a:pt x="292" y="564"/>
                    </a:lnTo>
                    <a:lnTo>
                      <a:pt x="292" y="570"/>
                    </a:lnTo>
                    <a:lnTo>
                      <a:pt x="292" y="574"/>
                    </a:lnTo>
                    <a:lnTo>
                      <a:pt x="288" y="584"/>
                    </a:lnTo>
                    <a:lnTo>
                      <a:pt x="280" y="592"/>
                    </a:lnTo>
                    <a:lnTo>
                      <a:pt x="270" y="598"/>
                    </a:lnTo>
                    <a:lnTo>
                      <a:pt x="258" y="600"/>
                    </a:lnTo>
                    <a:lnTo>
                      <a:pt x="244" y="598"/>
                    </a:lnTo>
                    <a:lnTo>
                      <a:pt x="244" y="598"/>
                    </a:lnTo>
                    <a:lnTo>
                      <a:pt x="240" y="598"/>
                    </a:lnTo>
                    <a:lnTo>
                      <a:pt x="234" y="598"/>
                    </a:lnTo>
                    <a:lnTo>
                      <a:pt x="226" y="602"/>
                    </a:lnTo>
                    <a:lnTo>
                      <a:pt x="220" y="610"/>
                    </a:lnTo>
                    <a:lnTo>
                      <a:pt x="214" y="618"/>
                    </a:lnTo>
                    <a:lnTo>
                      <a:pt x="210" y="624"/>
                    </a:lnTo>
                    <a:lnTo>
                      <a:pt x="202" y="630"/>
                    </a:lnTo>
                    <a:lnTo>
                      <a:pt x="198" y="630"/>
                    </a:lnTo>
                    <a:lnTo>
                      <a:pt x="192" y="630"/>
                    </a:lnTo>
                    <a:lnTo>
                      <a:pt x="186" y="628"/>
                    </a:lnTo>
                    <a:lnTo>
                      <a:pt x="180" y="624"/>
                    </a:lnTo>
                    <a:lnTo>
                      <a:pt x="180" y="624"/>
                    </a:lnTo>
                    <a:lnTo>
                      <a:pt x="172" y="620"/>
                    </a:lnTo>
                    <a:lnTo>
                      <a:pt x="166" y="618"/>
                    </a:lnTo>
                    <a:lnTo>
                      <a:pt x="160" y="618"/>
                    </a:lnTo>
                    <a:lnTo>
                      <a:pt x="154" y="620"/>
                    </a:lnTo>
                    <a:lnTo>
                      <a:pt x="144" y="626"/>
                    </a:lnTo>
                    <a:lnTo>
                      <a:pt x="136" y="636"/>
                    </a:lnTo>
                    <a:lnTo>
                      <a:pt x="124" y="658"/>
                    </a:lnTo>
                    <a:lnTo>
                      <a:pt x="118" y="666"/>
                    </a:lnTo>
                    <a:lnTo>
                      <a:pt x="112" y="672"/>
                    </a:lnTo>
                    <a:lnTo>
                      <a:pt x="112" y="672"/>
                    </a:lnTo>
                    <a:lnTo>
                      <a:pt x="106" y="674"/>
                    </a:lnTo>
                    <a:lnTo>
                      <a:pt x="102" y="678"/>
                    </a:lnTo>
                    <a:lnTo>
                      <a:pt x="96" y="690"/>
                    </a:lnTo>
                    <a:lnTo>
                      <a:pt x="92" y="702"/>
                    </a:lnTo>
                    <a:lnTo>
                      <a:pt x="88" y="708"/>
                    </a:lnTo>
                    <a:lnTo>
                      <a:pt x="82" y="712"/>
                    </a:lnTo>
                    <a:lnTo>
                      <a:pt x="82" y="712"/>
                    </a:lnTo>
                    <a:lnTo>
                      <a:pt x="76" y="716"/>
                    </a:lnTo>
                    <a:lnTo>
                      <a:pt x="74" y="720"/>
                    </a:lnTo>
                    <a:lnTo>
                      <a:pt x="74" y="726"/>
                    </a:lnTo>
                    <a:lnTo>
                      <a:pt x="76" y="730"/>
                    </a:lnTo>
                    <a:lnTo>
                      <a:pt x="88" y="740"/>
                    </a:lnTo>
                    <a:lnTo>
                      <a:pt x="108" y="756"/>
                    </a:lnTo>
                    <a:lnTo>
                      <a:pt x="108" y="756"/>
                    </a:lnTo>
                    <a:lnTo>
                      <a:pt x="116" y="764"/>
                    </a:lnTo>
                    <a:lnTo>
                      <a:pt x="118" y="772"/>
                    </a:lnTo>
                    <a:lnTo>
                      <a:pt x="118" y="778"/>
                    </a:lnTo>
                    <a:lnTo>
                      <a:pt x="116" y="784"/>
                    </a:lnTo>
                    <a:lnTo>
                      <a:pt x="114" y="790"/>
                    </a:lnTo>
                    <a:lnTo>
                      <a:pt x="112" y="794"/>
                    </a:lnTo>
                    <a:lnTo>
                      <a:pt x="112" y="800"/>
                    </a:lnTo>
                    <a:lnTo>
                      <a:pt x="116" y="804"/>
                    </a:lnTo>
                    <a:lnTo>
                      <a:pt x="116" y="804"/>
                    </a:lnTo>
                    <a:lnTo>
                      <a:pt x="132" y="818"/>
                    </a:lnTo>
                    <a:lnTo>
                      <a:pt x="148" y="834"/>
                    </a:lnTo>
                    <a:lnTo>
                      <a:pt x="158" y="840"/>
                    </a:lnTo>
                    <a:lnTo>
                      <a:pt x="168" y="844"/>
                    </a:lnTo>
                    <a:lnTo>
                      <a:pt x="180" y="844"/>
                    </a:lnTo>
                    <a:lnTo>
                      <a:pt x="194" y="840"/>
                    </a:lnTo>
                    <a:lnTo>
                      <a:pt x="194" y="840"/>
                    </a:lnTo>
                    <a:lnTo>
                      <a:pt x="208" y="836"/>
                    </a:lnTo>
                    <a:lnTo>
                      <a:pt x="218" y="834"/>
                    </a:lnTo>
                    <a:lnTo>
                      <a:pt x="228" y="836"/>
                    </a:lnTo>
                    <a:lnTo>
                      <a:pt x="234" y="838"/>
                    </a:lnTo>
                    <a:lnTo>
                      <a:pt x="240" y="842"/>
                    </a:lnTo>
                    <a:lnTo>
                      <a:pt x="242" y="848"/>
                    </a:lnTo>
                    <a:lnTo>
                      <a:pt x="242" y="858"/>
                    </a:lnTo>
                    <a:lnTo>
                      <a:pt x="238" y="868"/>
                    </a:lnTo>
                    <a:lnTo>
                      <a:pt x="238" y="868"/>
                    </a:lnTo>
                    <a:lnTo>
                      <a:pt x="236" y="878"/>
                    </a:lnTo>
                    <a:lnTo>
                      <a:pt x="236" y="884"/>
                    </a:lnTo>
                    <a:lnTo>
                      <a:pt x="238" y="888"/>
                    </a:lnTo>
                    <a:lnTo>
                      <a:pt x="242" y="890"/>
                    </a:lnTo>
                    <a:lnTo>
                      <a:pt x="244" y="892"/>
                    </a:lnTo>
                    <a:lnTo>
                      <a:pt x="246" y="896"/>
                    </a:lnTo>
                    <a:lnTo>
                      <a:pt x="246" y="900"/>
                    </a:lnTo>
                    <a:lnTo>
                      <a:pt x="244" y="908"/>
                    </a:lnTo>
                    <a:lnTo>
                      <a:pt x="244" y="908"/>
                    </a:lnTo>
                    <a:lnTo>
                      <a:pt x="242" y="918"/>
                    </a:lnTo>
                    <a:lnTo>
                      <a:pt x="244" y="922"/>
                    </a:lnTo>
                    <a:lnTo>
                      <a:pt x="248" y="924"/>
                    </a:lnTo>
                    <a:lnTo>
                      <a:pt x="254" y="924"/>
                    </a:lnTo>
                    <a:lnTo>
                      <a:pt x="262" y="920"/>
                    </a:lnTo>
                    <a:lnTo>
                      <a:pt x="270" y="916"/>
                    </a:lnTo>
                    <a:lnTo>
                      <a:pt x="284" y="904"/>
                    </a:lnTo>
                    <a:lnTo>
                      <a:pt x="284" y="904"/>
                    </a:lnTo>
                    <a:lnTo>
                      <a:pt x="292" y="900"/>
                    </a:lnTo>
                    <a:lnTo>
                      <a:pt x="300" y="898"/>
                    </a:lnTo>
                    <a:lnTo>
                      <a:pt x="308" y="898"/>
                    </a:lnTo>
                    <a:lnTo>
                      <a:pt x="316" y="902"/>
                    </a:lnTo>
                    <a:lnTo>
                      <a:pt x="326" y="906"/>
                    </a:lnTo>
                    <a:lnTo>
                      <a:pt x="336" y="912"/>
                    </a:lnTo>
                    <a:lnTo>
                      <a:pt x="352" y="926"/>
                    </a:lnTo>
                    <a:lnTo>
                      <a:pt x="352" y="926"/>
                    </a:lnTo>
                    <a:lnTo>
                      <a:pt x="358" y="930"/>
                    </a:lnTo>
                    <a:lnTo>
                      <a:pt x="362" y="932"/>
                    </a:lnTo>
                    <a:lnTo>
                      <a:pt x="366" y="930"/>
                    </a:lnTo>
                    <a:lnTo>
                      <a:pt x="370" y="926"/>
                    </a:lnTo>
                    <a:lnTo>
                      <a:pt x="376" y="918"/>
                    </a:lnTo>
                    <a:lnTo>
                      <a:pt x="380" y="916"/>
                    </a:lnTo>
                    <a:lnTo>
                      <a:pt x="386" y="918"/>
                    </a:lnTo>
                    <a:lnTo>
                      <a:pt x="386" y="918"/>
                    </a:lnTo>
                    <a:lnTo>
                      <a:pt x="392" y="920"/>
                    </a:lnTo>
                    <a:lnTo>
                      <a:pt x="402" y="918"/>
                    </a:lnTo>
                    <a:lnTo>
                      <a:pt x="420" y="912"/>
                    </a:lnTo>
                    <a:lnTo>
                      <a:pt x="432" y="908"/>
                    </a:lnTo>
                    <a:lnTo>
                      <a:pt x="432" y="908"/>
                    </a:lnTo>
                    <a:lnTo>
                      <a:pt x="432" y="910"/>
                    </a:lnTo>
                    <a:lnTo>
                      <a:pt x="430" y="916"/>
                    </a:lnTo>
                    <a:lnTo>
                      <a:pt x="430" y="916"/>
                    </a:lnTo>
                    <a:lnTo>
                      <a:pt x="418" y="932"/>
                    </a:lnTo>
                    <a:lnTo>
                      <a:pt x="412" y="946"/>
                    </a:lnTo>
                    <a:lnTo>
                      <a:pt x="410" y="962"/>
                    </a:lnTo>
                    <a:lnTo>
                      <a:pt x="410" y="978"/>
                    </a:lnTo>
                    <a:lnTo>
                      <a:pt x="410" y="978"/>
                    </a:lnTo>
                    <a:lnTo>
                      <a:pt x="408" y="986"/>
                    </a:lnTo>
                    <a:lnTo>
                      <a:pt x="406" y="990"/>
                    </a:lnTo>
                    <a:lnTo>
                      <a:pt x="402" y="992"/>
                    </a:lnTo>
                    <a:lnTo>
                      <a:pt x="396" y="994"/>
                    </a:lnTo>
                    <a:lnTo>
                      <a:pt x="392" y="998"/>
                    </a:lnTo>
                    <a:lnTo>
                      <a:pt x="386" y="1000"/>
                    </a:lnTo>
                    <a:lnTo>
                      <a:pt x="380" y="1008"/>
                    </a:lnTo>
                    <a:lnTo>
                      <a:pt x="374" y="1018"/>
                    </a:lnTo>
                    <a:lnTo>
                      <a:pt x="374" y="1018"/>
                    </a:lnTo>
                    <a:lnTo>
                      <a:pt x="368" y="1028"/>
                    </a:lnTo>
                    <a:lnTo>
                      <a:pt x="360" y="1036"/>
                    </a:lnTo>
                    <a:lnTo>
                      <a:pt x="352" y="1040"/>
                    </a:lnTo>
                    <a:lnTo>
                      <a:pt x="342" y="1044"/>
                    </a:lnTo>
                    <a:lnTo>
                      <a:pt x="332" y="1048"/>
                    </a:lnTo>
                    <a:lnTo>
                      <a:pt x="324" y="1054"/>
                    </a:lnTo>
                    <a:lnTo>
                      <a:pt x="314" y="1060"/>
                    </a:lnTo>
                    <a:lnTo>
                      <a:pt x="306" y="1072"/>
                    </a:lnTo>
                    <a:lnTo>
                      <a:pt x="306" y="1072"/>
                    </a:lnTo>
                    <a:lnTo>
                      <a:pt x="300" y="1082"/>
                    </a:lnTo>
                    <a:lnTo>
                      <a:pt x="296" y="1088"/>
                    </a:lnTo>
                    <a:lnTo>
                      <a:pt x="292" y="1090"/>
                    </a:lnTo>
                    <a:lnTo>
                      <a:pt x="288" y="1088"/>
                    </a:lnTo>
                    <a:lnTo>
                      <a:pt x="276" y="1086"/>
                    </a:lnTo>
                    <a:lnTo>
                      <a:pt x="268" y="1088"/>
                    </a:lnTo>
                    <a:lnTo>
                      <a:pt x="254" y="1090"/>
                    </a:lnTo>
                    <a:lnTo>
                      <a:pt x="254" y="1090"/>
                    </a:lnTo>
                    <a:lnTo>
                      <a:pt x="244" y="1096"/>
                    </a:lnTo>
                    <a:lnTo>
                      <a:pt x="236" y="1100"/>
                    </a:lnTo>
                    <a:lnTo>
                      <a:pt x="232" y="1104"/>
                    </a:lnTo>
                    <a:lnTo>
                      <a:pt x="228" y="1110"/>
                    </a:lnTo>
                    <a:lnTo>
                      <a:pt x="222" y="1118"/>
                    </a:lnTo>
                    <a:lnTo>
                      <a:pt x="218" y="1124"/>
                    </a:lnTo>
                    <a:lnTo>
                      <a:pt x="210" y="1128"/>
                    </a:lnTo>
                    <a:lnTo>
                      <a:pt x="210" y="1128"/>
                    </a:lnTo>
                    <a:lnTo>
                      <a:pt x="200" y="1132"/>
                    </a:lnTo>
                    <a:lnTo>
                      <a:pt x="194" y="1138"/>
                    </a:lnTo>
                    <a:lnTo>
                      <a:pt x="188" y="1144"/>
                    </a:lnTo>
                    <a:lnTo>
                      <a:pt x="186" y="1148"/>
                    </a:lnTo>
                    <a:lnTo>
                      <a:pt x="188" y="1152"/>
                    </a:lnTo>
                    <a:lnTo>
                      <a:pt x="192" y="1154"/>
                    </a:lnTo>
                    <a:lnTo>
                      <a:pt x="200" y="1154"/>
                    </a:lnTo>
                    <a:lnTo>
                      <a:pt x="212" y="1150"/>
                    </a:lnTo>
                    <a:lnTo>
                      <a:pt x="212" y="1150"/>
                    </a:lnTo>
                    <a:lnTo>
                      <a:pt x="224" y="1144"/>
                    </a:lnTo>
                    <a:lnTo>
                      <a:pt x="234" y="1138"/>
                    </a:lnTo>
                    <a:lnTo>
                      <a:pt x="248" y="1124"/>
                    </a:lnTo>
                    <a:lnTo>
                      <a:pt x="256" y="1116"/>
                    </a:lnTo>
                    <a:lnTo>
                      <a:pt x="258" y="1116"/>
                    </a:lnTo>
                    <a:lnTo>
                      <a:pt x="262" y="1120"/>
                    </a:lnTo>
                    <a:lnTo>
                      <a:pt x="262" y="1120"/>
                    </a:lnTo>
                    <a:lnTo>
                      <a:pt x="266" y="1124"/>
                    </a:lnTo>
                    <a:lnTo>
                      <a:pt x="270" y="1124"/>
                    </a:lnTo>
                    <a:lnTo>
                      <a:pt x="278" y="1122"/>
                    </a:lnTo>
                    <a:lnTo>
                      <a:pt x="282" y="1120"/>
                    </a:lnTo>
                    <a:lnTo>
                      <a:pt x="284" y="1120"/>
                    </a:lnTo>
                    <a:lnTo>
                      <a:pt x="288" y="1124"/>
                    </a:lnTo>
                    <a:lnTo>
                      <a:pt x="290" y="1128"/>
                    </a:lnTo>
                    <a:lnTo>
                      <a:pt x="290" y="1128"/>
                    </a:lnTo>
                    <a:lnTo>
                      <a:pt x="292" y="1136"/>
                    </a:lnTo>
                    <a:lnTo>
                      <a:pt x="296" y="1138"/>
                    </a:lnTo>
                    <a:lnTo>
                      <a:pt x="298" y="1140"/>
                    </a:lnTo>
                    <a:lnTo>
                      <a:pt x="302" y="1138"/>
                    </a:lnTo>
                    <a:lnTo>
                      <a:pt x="306" y="1136"/>
                    </a:lnTo>
                    <a:lnTo>
                      <a:pt x="308" y="1130"/>
                    </a:lnTo>
                    <a:lnTo>
                      <a:pt x="308" y="1126"/>
                    </a:lnTo>
                    <a:lnTo>
                      <a:pt x="306" y="1120"/>
                    </a:lnTo>
                    <a:lnTo>
                      <a:pt x="306" y="1120"/>
                    </a:lnTo>
                    <a:lnTo>
                      <a:pt x="306" y="1114"/>
                    </a:lnTo>
                    <a:lnTo>
                      <a:pt x="308" y="1110"/>
                    </a:lnTo>
                    <a:lnTo>
                      <a:pt x="312" y="1106"/>
                    </a:lnTo>
                    <a:lnTo>
                      <a:pt x="316" y="1102"/>
                    </a:lnTo>
                    <a:lnTo>
                      <a:pt x="322" y="1100"/>
                    </a:lnTo>
                    <a:lnTo>
                      <a:pt x="328" y="1100"/>
                    </a:lnTo>
                    <a:lnTo>
                      <a:pt x="332" y="1102"/>
                    </a:lnTo>
                    <a:lnTo>
                      <a:pt x="334" y="1108"/>
                    </a:lnTo>
                    <a:lnTo>
                      <a:pt x="334" y="1108"/>
                    </a:lnTo>
                    <a:lnTo>
                      <a:pt x="334" y="1110"/>
                    </a:lnTo>
                    <a:lnTo>
                      <a:pt x="336" y="1110"/>
                    </a:lnTo>
                    <a:lnTo>
                      <a:pt x="340" y="1110"/>
                    </a:lnTo>
                    <a:lnTo>
                      <a:pt x="354" y="1100"/>
                    </a:lnTo>
                    <a:lnTo>
                      <a:pt x="372" y="1088"/>
                    </a:lnTo>
                    <a:lnTo>
                      <a:pt x="380" y="1084"/>
                    </a:lnTo>
                    <a:lnTo>
                      <a:pt x="388" y="1082"/>
                    </a:lnTo>
                    <a:lnTo>
                      <a:pt x="388" y="1082"/>
                    </a:lnTo>
                    <a:lnTo>
                      <a:pt x="394" y="1082"/>
                    </a:lnTo>
                    <a:lnTo>
                      <a:pt x="396" y="1080"/>
                    </a:lnTo>
                    <a:lnTo>
                      <a:pt x="394" y="1074"/>
                    </a:lnTo>
                    <a:lnTo>
                      <a:pt x="394" y="1068"/>
                    </a:lnTo>
                    <a:lnTo>
                      <a:pt x="398" y="1062"/>
                    </a:lnTo>
                    <a:lnTo>
                      <a:pt x="408" y="1052"/>
                    </a:lnTo>
                    <a:lnTo>
                      <a:pt x="424" y="1042"/>
                    </a:lnTo>
                    <a:lnTo>
                      <a:pt x="424" y="1042"/>
                    </a:lnTo>
                    <a:lnTo>
                      <a:pt x="440" y="1032"/>
                    </a:lnTo>
                    <a:lnTo>
                      <a:pt x="452" y="1024"/>
                    </a:lnTo>
                    <a:lnTo>
                      <a:pt x="462" y="1016"/>
                    </a:lnTo>
                    <a:lnTo>
                      <a:pt x="468" y="1010"/>
                    </a:lnTo>
                    <a:lnTo>
                      <a:pt x="478" y="998"/>
                    </a:lnTo>
                    <a:lnTo>
                      <a:pt x="484" y="994"/>
                    </a:lnTo>
                    <a:lnTo>
                      <a:pt x="492" y="988"/>
                    </a:lnTo>
                    <a:lnTo>
                      <a:pt x="492" y="988"/>
                    </a:lnTo>
                    <a:lnTo>
                      <a:pt x="516" y="976"/>
                    </a:lnTo>
                    <a:lnTo>
                      <a:pt x="538" y="964"/>
                    </a:lnTo>
                    <a:lnTo>
                      <a:pt x="548" y="956"/>
                    </a:lnTo>
                    <a:lnTo>
                      <a:pt x="556" y="950"/>
                    </a:lnTo>
                    <a:lnTo>
                      <a:pt x="562" y="942"/>
                    </a:lnTo>
                    <a:lnTo>
                      <a:pt x="566" y="934"/>
                    </a:lnTo>
                    <a:lnTo>
                      <a:pt x="566" y="934"/>
                    </a:lnTo>
                    <a:lnTo>
                      <a:pt x="568" y="928"/>
                    </a:lnTo>
                    <a:lnTo>
                      <a:pt x="572" y="922"/>
                    </a:lnTo>
                    <a:lnTo>
                      <a:pt x="580" y="916"/>
                    </a:lnTo>
                    <a:lnTo>
                      <a:pt x="588" y="912"/>
                    </a:lnTo>
                    <a:lnTo>
                      <a:pt x="592" y="906"/>
                    </a:lnTo>
                    <a:lnTo>
                      <a:pt x="592" y="900"/>
                    </a:lnTo>
                    <a:lnTo>
                      <a:pt x="592" y="900"/>
                    </a:lnTo>
                    <a:lnTo>
                      <a:pt x="592" y="898"/>
                    </a:lnTo>
                    <a:lnTo>
                      <a:pt x="590" y="896"/>
                    </a:lnTo>
                    <a:lnTo>
                      <a:pt x="582" y="892"/>
                    </a:lnTo>
                    <a:lnTo>
                      <a:pt x="564" y="892"/>
                    </a:lnTo>
                    <a:lnTo>
                      <a:pt x="556" y="890"/>
                    </a:lnTo>
                    <a:lnTo>
                      <a:pt x="554" y="890"/>
                    </a:lnTo>
                    <a:lnTo>
                      <a:pt x="554" y="888"/>
                    </a:lnTo>
                    <a:lnTo>
                      <a:pt x="554" y="886"/>
                    </a:lnTo>
                    <a:lnTo>
                      <a:pt x="556" y="882"/>
                    </a:lnTo>
                    <a:lnTo>
                      <a:pt x="570" y="870"/>
                    </a:lnTo>
                    <a:lnTo>
                      <a:pt x="570" y="870"/>
                    </a:lnTo>
                    <a:lnTo>
                      <a:pt x="598" y="846"/>
                    </a:lnTo>
                    <a:lnTo>
                      <a:pt x="616" y="828"/>
                    </a:lnTo>
                    <a:lnTo>
                      <a:pt x="630" y="810"/>
                    </a:lnTo>
                    <a:lnTo>
                      <a:pt x="644" y="786"/>
                    </a:lnTo>
                    <a:lnTo>
                      <a:pt x="644" y="786"/>
                    </a:lnTo>
                    <a:lnTo>
                      <a:pt x="654" y="774"/>
                    </a:lnTo>
                    <a:lnTo>
                      <a:pt x="666" y="764"/>
                    </a:lnTo>
                    <a:lnTo>
                      <a:pt x="680" y="756"/>
                    </a:lnTo>
                    <a:lnTo>
                      <a:pt x="694" y="750"/>
                    </a:lnTo>
                    <a:lnTo>
                      <a:pt x="710" y="750"/>
                    </a:lnTo>
                    <a:lnTo>
                      <a:pt x="726" y="752"/>
                    </a:lnTo>
                    <a:lnTo>
                      <a:pt x="742" y="758"/>
                    </a:lnTo>
                    <a:lnTo>
                      <a:pt x="750" y="764"/>
                    </a:lnTo>
                    <a:lnTo>
                      <a:pt x="758" y="770"/>
                    </a:lnTo>
                    <a:lnTo>
                      <a:pt x="758" y="770"/>
                    </a:lnTo>
                    <a:lnTo>
                      <a:pt x="768" y="782"/>
                    </a:lnTo>
                    <a:lnTo>
                      <a:pt x="770" y="784"/>
                    </a:lnTo>
                    <a:lnTo>
                      <a:pt x="770" y="784"/>
                    </a:lnTo>
                    <a:lnTo>
                      <a:pt x="752" y="776"/>
                    </a:lnTo>
                    <a:lnTo>
                      <a:pt x="738" y="768"/>
                    </a:lnTo>
                    <a:lnTo>
                      <a:pt x="720" y="764"/>
                    </a:lnTo>
                    <a:lnTo>
                      <a:pt x="712" y="762"/>
                    </a:lnTo>
                    <a:lnTo>
                      <a:pt x="704" y="762"/>
                    </a:lnTo>
                    <a:lnTo>
                      <a:pt x="696" y="764"/>
                    </a:lnTo>
                    <a:lnTo>
                      <a:pt x="690" y="768"/>
                    </a:lnTo>
                    <a:lnTo>
                      <a:pt x="690" y="768"/>
                    </a:lnTo>
                    <a:lnTo>
                      <a:pt x="680" y="776"/>
                    </a:lnTo>
                    <a:lnTo>
                      <a:pt x="674" y="784"/>
                    </a:lnTo>
                    <a:lnTo>
                      <a:pt x="672" y="790"/>
                    </a:lnTo>
                    <a:lnTo>
                      <a:pt x="672" y="796"/>
                    </a:lnTo>
                    <a:lnTo>
                      <a:pt x="672" y="802"/>
                    </a:lnTo>
                    <a:lnTo>
                      <a:pt x="670" y="810"/>
                    </a:lnTo>
                    <a:lnTo>
                      <a:pt x="666" y="818"/>
                    </a:lnTo>
                    <a:lnTo>
                      <a:pt x="658" y="828"/>
                    </a:lnTo>
                    <a:lnTo>
                      <a:pt x="658" y="828"/>
                    </a:lnTo>
                    <a:lnTo>
                      <a:pt x="652" y="836"/>
                    </a:lnTo>
                    <a:lnTo>
                      <a:pt x="650" y="844"/>
                    </a:lnTo>
                    <a:lnTo>
                      <a:pt x="652" y="848"/>
                    </a:lnTo>
                    <a:lnTo>
                      <a:pt x="656" y="852"/>
                    </a:lnTo>
                    <a:lnTo>
                      <a:pt x="660" y="856"/>
                    </a:lnTo>
                    <a:lnTo>
                      <a:pt x="662" y="858"/>
                    </a:lnTo>
                    <a:lnTo>
                      <a:pt x="662" y="862"/>
                    </a:lnTo>
                    <a:lnTo>
                      <a:pt x="656" y="866"/>
                    </a:lnTo>
                    <a:lnTo>
                      <a:pt x="656" y="866"/>
                    </a:lnTo>
                    <a:lnTo>
                      <a:pt x="646" y="874"/>
                    </a:lnTo>
                    <a:lnTo>
                      <a:pt x="644" y="876"/>
                    </a:lnTo>
                    <a:lnTo>
                      <a:pt x="644" y="878"/>
                    </a:lnTo>
                    <a:lnTo>
                      <a:pt x="646" y="880"/>
                    </a:lnTo>
                    <a:lnTo>
                      <a:pt x="648" y="882"/>
                    </a:lnTo>
                    <a:lnTo>
                      <a:pt x="658" y="884"/>
                    </a:lnTo>
                    <a:lnTo>
                      <a:pt x="670" y="884"/>
                    </a:lnTo>
                    <a:lnTo>
                      <a:pt x="684" y="882"/>
                    </a:lnTo>
                    <a:lnTo>
                      <a:pt x="698" y="876"/>
                    </a:lnTo>
                    <a:lnTo>
                      <a:pt x="712" y="866"/>
                    </a:lnTo>
                    <a:lnTo>
                      <a:pt x="712" y="866"/>
                    </a:lnTo>
                    <a:lnTo>
                      <a:pt x="732" y="850"/>
                    </a:lnTo>
                    <a:lnTo>
                      <a:pt x="748" y="840"/>
                    </a:lnTo>
                    <a:lnTo>
                      <a:pt x="762" y="834"/>
                    </a:lnTo>
                    <a:lnTo>
                      <a:pt x="778" y="834"/>
                    </a:lnTo>
                    <a:lnTo>
                      <a:pt x="778" y="834"/>
                    </a:lnTo>
                    <a:lnTo>
                      <a:pt x="786" y="832"/>
                    </a:lnTo>
                    <a:lnTo>
                      <a:pt x="790" y="830"/>
                    </a:lnTo>
                    <a:lnTo>
                      <a:pt x="790" y="828"/>
                    </a:lnTo>
                    <a:lnTo>
                      <a:pt x="790" y="824"/>
                    </a:lnTo>
                    <a:lnTo>
                      <a:pt x="790" y="820"/>
                    </a:lnTo>
                    <a:lnTo>
                      <a:pt x="790" y="818"/>
                    </a:lnTo>
                    <a:lnTo>
                      <a:pt x="794" y="814"/>
                    </a:lnTo>
                    <a:lnTo>
                      <a:pt x="800" y="810"/>
                    </a:lnTo>
                    <a:lnTo>
                      <a:pt x="800" y="810"/>
                    </a:lnTo>
                    <a:lnTo>
                      <a:pt x="804" y="806"/>
                    </a:lnTo>
                    <a:lnTo>
                      <a:pt x="806" y="802"/>
                    </a:lnTo>
                    <a:lnTo>
                      <a:pt x="804" y="796"/>
                    </a:lnTo>
                    <a:lnTo>
                      <a:pt x="802" y="790"/>
                    </a:lnTo>
                    <a:lnTo>
                      <a:pt x="800" y="784"/>
                    </a:lnTo>
                    <a:lnTo>
                      <a:pt x="800" y="780"/>
                    </a:lnTo>
                    <a:lnTo>
                      <a:pt x="804" y="776"/>
                    </a:lnTo>
                    <a:lnTo>
                      <a:pt x="812" y="774"/>
                    </a:lnTo>
                    <a:lnTo>
                      <a:pt x="812" y="774"/>
                    </a:lnTo>
                    <a:lnTo>
                      <a:pt x="824" y="772"/>
                    </a:lnTo>
                    <a:lnTo>
                      <a:pt x="834" y="770"/>
                    </a:lnTo>
                    <a:lnTo>
                      <a:pt x="850" y="764"/>
                    </a:lnTo>
                    <a:lnTo>
                      <a:pt x="856" y="764"/>
                    </a:lnTo>
                    <a:lnTo>
                      <a:pt x="860" y="764"/>
                    </a:lnTo>
                    <a:lnTo>
                      <a:pt x="862" y="768"/>
                    </a:lnTo>
                    <a:lnTo>
                      <a:pt x="862" y="774"/>
                    </a:lnTo>
                    <a:lnTo>
                      <a:pt x="862" y="774"/>
                    </a:lnTo>
                    <a:lnTo>
                      <a:pt x="862" y="780"/>
                    </a:lnTo>
                    <a:lnTo>
                      <a:pt x="866" y="784"/>
                    </a:lnTo>
                    <a:lnTo>
                      <a:pt x="870" y="788"/>
                    </a:lnTo>
                    <a:lnTo>
                      <a:pt x="874" y="790"/>
                    </a:lnTo>
                    <a:lnTo>
                      <a:pt x="888" y="794"/>
                    </a:lnTo>
                    <a:lnTo>
                      <a:pt x="896" y="798"/>
                    </a:lnTo>
                    <a:lnTo>
                      <a:pt x="906" y="802"/>
                    </a:lnTo>
                    <a:lnTo>
                      <a:pt x="906" y="802"/>
                    </a:lnTo>
                    <a:lnTo>
                      <a:pt x="912" y="806"/>
                    </a:lnTo>
                    <a:lnTo>
                      <a:pt x="918" y="806"/>
                    </a:lnTo>
                    <a:lnTo>
                      <a:pt x="922" y="804"/>
                    </a:lnTo>
                    <a:lnTo>
                      <a:pt x="924" y="802"/>
                    </a:lnTo>
                    <a:lnTo>
                      <a:pt x="926" y="800"/>
                    </a:lnTo>
                    <a:lnTo>
                      <a:pt x="930" y="800"/>
                    </a:lnTo>
                    <a:lnTo>
                      <a:pt x="934" y="804"/>
                    </a:lnTo>
                    <a:lnTo>
                      <a:pt x="940" y="810"/>
                    </a:lnTo>
                    <a:lnTo>
                      <a:pt x="940" y="810"/>
                    </a:lnTo>
                    <a:lnTo>
                      <a:pt x="948" y="820"/>
                    </a:lnTo>
                    <a:lnTo>
                      <a:pt x="958" y="824"/>
                    </a:lnTo>
                    <a:lnTo>
                      <a:pt x="968" y="828"/>
                    </a:lnTo>
                    <a:lnTo>
                      <a:pt x="978" y="828"/>
                    </a:lnTo>
                    <a:lnTo>
                      <a:pt x="1002" y="826"/>
                    </a:lnTo>
                    <a:lnTo>
                      <a:pt x="1024" y="824"/>
                    </a:lnTo>
                    <a:lnTo>
                      <a:pt x="1024" y="824"/>
                    </a:lnTo>
                    <a:lnTo>
                      <a:pt x="1036" y="826"/>
                    </a:lnTo>
                    <a:lnTo>
                      <a:pt x="1050" y="830"/>
                    </a:lnTo>
                    <a:lnTo>
                      <a:pt x="1076" y="842"/>
                    </a:lnTo>
                    <a:lnTo>
                      <a:pt x="1090" y="846"/>
                    </a:lnTo>
                    <a:lnTo>
                      <a:pt x="1104" y="850"/>
                    </a:lnTo>
                    <a:lnTo>
                      <a:pt x="1116" y="850"/>
                    </a:lnTo>
                    <a:lnTo>
                      <a:pt x="1122" y="848"/>
                    </a:lnTo>
                    <a:lnTo>
                      <a:pt x="1126" y="846"/>
                    </a:lnTo>
                    <a:lnTo>
                      <a:pt x="1126" y="846"/>
                    </a:lnTo>
                    <a:lnTo>
                      <a:pt x="1136" y="842"/>
                    </a:lnTo>
                    <a:lnTo>
                      <a:pt x="1142" y="840"/>
                    </a:lnTo>
                    <a:lnTo>
                      <a:pt x="1146" y="840"/>
                    </a:lnTo>
                    <a:lnTo>
                      <a:pt x="1150" y="842"/>
                    </a:lnTo>
                    <a:lnTo>
                      <a:pt x="1150" y="846"/>
                    </a:lnTo>
                    <a:lnTo>
                      <a:pt x="1150" y="850"/>
                    </a:lnTo>
                    <a:lnTo>
                      <a:pt x="1146" y="854"/>
                    </a:lnTo>
                    <a:lnTo>
                      <a:pt x="1142" y="858"/>
                    </a:lnTo>
                    <a:lnTo>
                      <a:pt x="1142" y="858"/>
                    </a:lnTo>
                    <a:lnTo>
                      <a:pt x="1138" y="860"/>
                    </a:lnTo>
                    <a:lnTo>
                      <a:pt x="1140" y="864"/>
                    </a:lnTo>
                    <a:lnTo>
                      <a:pt x="1146" y="868"/>
                    </a:lnTo>
                    <a:lnTo>
                      <a:pt x="1154" y="874"/>
                    </a:lnTo>
                    <a:lnTo>
                      <a:pt x="1174" y="882"/>
                    </a:lnTo>
                    <a:lnTo>
                      <a:pt x="1192" y="892"/>
                    </a:lnTo>
                    <a:lnTo>
                      <a:pt x="1192" y="892"/>
                    </a:lnTo>
                    <a:lnTo>
                      <a:pt x="1206" y="900"/>
                    </a:lnTo>
                    <a:lnTo>
                      <a:pt x="1216" y="912"/>
                    </a:lnTo>
                    <a:lnTo>
                      <a:pt x="1228" y="924"/>
                    </a:lnTo>
                    <a:lnTo>
                      <a:pt x="1244" y="934"/>
                    </a:lnTo>
                    <a:lnTo>
                      <a:pt x="1244" y="934"/>
                    </a:lnTo>
                    <a:lnTo>
                      <a:pt x="1254" y="938"/>
                    </a:lnTo>
                    <a:lnTo>
                      <a:pt x="1264" y="940"/>
                    </a:lnTo>
                    <a:lnTo>
                      <a:pt x="1272" y="940"/>
                    </a:lnTo>
                    <a:lnTo>
                      <a:pt x="1278" y="940"/>
                    </a:lnTo>
                    <a:lnTo>
                      <a:pt x="1282" y="938"/>
                    </a:lnTo>
                    <a:lnTo>
                      <a:pt x="1284" y="934"/>
                    </a:lnTo>
                    <a:lnTo>
                      <a:pt x="1284" y="930"/>
                    </a:lnTo>
                    <a:lnTo>
                      <a:pt x="1280" y="924"/>
                    </a:lnTo>
                    <a:lnTo>
                      <a:pt x="1280" y="924"/>
                    </a:lnTo>
                    <a:lnTo>
                      <a:pt x="1272" y="912"/>
                    </a:lnTo>
                    <a:lnTo>
                      <a:pt x="1268" y="904"/>
                    </a:lnTo>
                    <a:lnTo>
                      <a:pt x="1268" y="902"/>
                    </a:lnTo>
                    <a:lnTo>
                      <a:pt x="1270" y="902"/>
                    </a:lnTo>
                    <a:lnTo>
                      <a:pt x="1282" y="912"/>
                    </a:lnTo>
                    <a:lnTo>
                      <a:pt x="1282" y="912"/>
                    </a:lnTo>
                    <a:lnTo>
                      <a:pt x="1298" y="928"/>
                    </a:lnTo>
                    <a:lnTo>
                      <a:pt x="1314" y="938"/>
                    </a:lnTo>
                    <a:lnTo>
                      <a:pt x="1320" y="940"/>
                    </a:lnTo>
                    <a:lnTo>
                      <a:pt x="1324" y="940"/>
                    </a:lnTo>
                    <a:lnTo>
                      <a:pt x="1326" y="938"/>
                    </a:lnTo>
                    <a:lnTo>
                      <a:pt x="1326" y="930"/>
                    </a:lnTo>
                    <a:lnTo>
                      <a:pt x="1326" y="930"/>
                    </a:lnTo>
                    <a:lnTo>
                      <a:pt x="1322" y="916"/>
                    </a:lnTo>
                    <a:lnTo>
                      <a:pt x="1322" y="908"/>
                    </a:lnTo>
                    <a:lnTo>
                      <a:pt x="1322" y="906"/>
                    </a:lnTo>
                    <a:lnTo>
                      <a:pt x="1324" y="908"/>
                    </a:lnTo>
                    <a:lnTo>
                      <a:pt x="1332" y="922"/>
                    </a:lnTo>
                    <a:lnTo>
                      <a:pt x="1332" y="922"/>
                    </a:lnTo>
                    <a:lnTo>
                      <a:pt x="1338" y="930"/>
                    </a:lnTo>
                    <a:lnTo>
                      <a:pt x="1344" y="934"/>
                    </a:lnTo>
                    <a:lnTo>
                      <a:pt x="1348" y="936"/>
                    </a:lnTo>
                    <a:lnTo>
                      <a:pt x="1354" y="938"/>
                    </a:lnTo>
                    <a:lnTo>
                      <a:pt x="1358" y="938"/>
                    </a:lnTo>
                    <a:lnTo>
                      <a:pt x="1362" y="940"/>
                    </a:lnTo>
                    <a:lnTo>
                      <a:pt x="1368" y="942"/>
                    </a:lnTo>
                    <a:lnTo>
                      <a:pt x="1372" y="950"/>
                    </a:lnTo>
                    <a:lnTo>
                      <a:pt x="1372" y="950"/>
                    </a:lnTo>
                    <a:lnTo>
                      <a:pt x="1378" y="966"/>
                    </a:lnTo>
                    <a:lnTo>
                      <a:pt x="1382" y="976"/>
                    </a:lnTo>
                    <a:lnTo>
                      <a:pt x="1384" y="982"/>
                    </a:lnTo>
                    <a:lnTo>
                      <a:pt x="1390" y="988"/>
                    </a:lnTo>
                    <a:lnTo>
                      <a:pt x="1390" y="988"/>
                    </a:lnTo>
                    <a:lnTo>
                      <a:pt x="1394" y="992"/>
                    </a:lnTo>
                    <a:lnTo>
                      <a:pt x="1394" y="996"/>
                    </a:lnTo>
                    <a:lnTo>
                      <a:pt x="1390" y="1002"/>
                    </a:lnTo>
                    <a:lnTo>
                      <a:pt x="1388" y="1006"/>
                    </a:lnTo>
                    <a:lnTo>
                      <a:pt x="1388" y="1008"/>
                    </a:lnTo>
                    <a:lnTo>
                      <a:pt x="1392" y="1012"/>
                    </a:lnTo>
                    <a:lnTo>
                      <a:pt x="1398" y="1014"/>
                    </a:lnTo>
                    <a:lnTo>
                      <a:pt x="1398" y="1014"/>
                    </a:lnTo>
                    <a:lnTo>
                      <a:pt x="1412" y="1020"/>
                    </a:lnTo>
                    <a:lnTo>
                      <a:pt x="1414" y="1024"/>
                    </a:lnTo>
                    <a:lnTo>
                      <a:pt x="1416" y="1026"/>
                    </a:lnTo>
                    <a:lnTo>
                      <a:pt x="1422" y="1036"/>
                    </a:lnTo>
                    <a:lnTo>
                      <a:pt x="1426" y="1042"/>
                    </a:lnTo>
                    <a:lnTo>
                      <a:pt x="1434" y="1052"/>
                    </a:lnTo>
                    <a:lnTo>
                      <a:pt x="1434" y="1052"/>
                    </a:lnTo>
                    <a:lnTo>
                      <a:pt x="1452" y="1064"/>
                    </a:lnTo>
                    <a:lnTo>
                      <a:pt x="1464" y="1070"/>
                    </a:lnTo>
                    <a:lnTo>
                      <a:pt x="1466" y="1074"/>
                    </a:lnTo>
                    <a:lnTo>
                      <a:pt x="1460" y="1076"/>
                    </a:lnTo>
                    <a:lnTo>
                      <a:pt x="1460" y="1076"/>
                    </a:lnTo>
                    <a:lnTo>
                      <a:pt x="1452" y="1080"/>
                    </a:lnTo>
                    <a:lnTo>
                      <a:pt x="1450" y="1086"/>
                    </a:lnTo>
                    <a:lnTo>
                      <a:pt x="1448" y="1092"/>
                    </a:lnTo>
                    <a:lnTo>
                      <a:pt x="1442" y="1100"/>
                    </a:lnTo>
                    <a:lnTo>
                      <a:pt x="1442" y="1100"/>
                    </a:lnTo>
                    <a:lnTo>
                      <a:pt x="1440" y="1104"/>
                    </a:lnTo>
                    <a:lnTo>
                      <a:pt x="1440" y="1108"/>
                    </a:lnTo>
                    <a:lnTo>
                      <a:pt x="1440" y="1112"/>
                    </a:lnTo>
                    <a:lnTo>
                      <a:pt x="1442" y="1114"/>
                    </a:lnTo>
                    <a:lnTo>
                      <a:pt x="1446" y="1116"/>
                    </a:lnTo>
                    <a:lnTo>
                      <a:pt x="1450" y="1114"/>
                    </a:lnTo>
                    <a:lnTo>
                      <a:pt x="1452" y="1112"/>
                    </a:lnTo>
                    <a:lnTo>
                      <a:pt x="1456" y="1106"/>
                    </a:lnTo>
                    <a:lnTo>
                      <a:pt x="1456" y="1106"/>
                    </a:lnTo>
                    <a:lnTo>
                      <a:pt x="1462" y="1092"/>
                    </a:lnTo>
                    <a:lnTo>
                      <a:pt x="1466" y="1088"/>
                    </a:lnTo>
                    <a:lnTo>
                      <a:pt x="1470" y="1084"/>
                    </a:lnTo>
                    <a:lnTo>
                      <a:pt x="1474" y="1082"/>
                    </a:lnTo>
                    <a:lnTo>
                      <a:pt x="1478" y="1084"/>
                    </a:lnTo>
                    <a:lnTo>
                      <a:pt x="1484" y="1088"/>
                    </a:lnTo>
                    <a:lnTo>
                      <a:pt x="1488" y="1094"/>
                    </a:lnTo>
                    <a:lnTo>
                      <a:pt x="1488" y="1094"/>
                    </a:lnTo>
                    <a:lnTo>
                      <a:pt x="1492" y="1104"/>
                    </a:lnTo>
                    <a:lnTo>
                      <a:pt x="1494" y="1112"/>
                    </a:lnTo>
                    <a:lnTo>
                      <a:pt x="1494" y="1118"/>
                    </a:lnTo>
                    <a:lnTo>
                      <a:pt x="1492" y="1124"/>
                    </a:lnTo>
                    <a:lnTo>
                      <a:pt x="1488" y="1134"/>
                    </a:lnTo>
                    <a:lnTo>
                      <a:pt x="1488" y="1138"/>
                    </a:lnTo>
                    <a:lnTo>
                      <a:pt x="1488" y="1144"/>
                    </a:lnTo>
                    <a:lnTo>
                      <a:pt x="1488" y="1144"/>
                    </a:lnTo>
                    <a:lnTo>
                      <a:pt x="1492" y="1152"/>
                    </a:lnTo>
                    <a:lnTo>
                      <a:pt x="1494" y="1160"/>
                    </a:lnTo>
                    <a:lnTo>
                      <a:pt x="1496" y="1164"/>
                    </a:lnTo>
                    <a:lnTo>
                      <a:pt x="1498" y="1164"/>
                    </a:lnTo>
                    <a:lnTo>
                      <a:pt x="1502" y="1162"/>
                    </a:lnTo>
                    <a:lnTo>
                      <a:pt x="1508" y="1158"/>
                    </a:lnTo>
                    <a:lnTo>
                      <a:pt x="1508" y="1158"/>
                    </a:lnTo>
                    <a:lnTo>
                      <a:pt x="1516" y="1150"/>
                    </a:lnTo>
                    <a:lnTo>
                      <a:pt x="1524" y="1142"/>
                    </a:lnTo>
                    <a:lnTo>
                      <a:pt x="1526" y="1138"/>
                    </a:lnTo>
                    <a:lnTo>
                      <a:pt x="1526" y="1132"/>
                    </a:lnTo>
                    <a:lnTo>
                      <a:pt x="1524" y="1118"/>
                    </a:lnTo>
                    <a:lnTo>
                      <a:pt x="1524" y="1118"/>
                    </a:lnTo>
                    <a:lnTo>
                      <a:pt x="1522" y="1106"/>
                    </a:lnTo>
                    <a:lnTo>
                      <a:pt x="1524" y="1098"/>
                    </a:lnTo>
                    <a:lnTo>
                      <a:pt x="1528" y="1094"/>
                    </a:lnTo>
                    <a:lnTo>
                      <a:pt x="1530" y="1090"/>
                    </a:lnTo>
                    <a:lnTo>
                      <a:pt x="1530" y="1090"/>
                    </a:lnTo>
                    <a:lnTo>
                      <a:pt x="1528" y="1098"/>
                    </a:lnTo>
                    <a:lnTo>
                      <a:pt x="1530" y="1106"/>
                    </a:lnTo>
                    <a:lnTo>
                      <a:pt x="1532" y="1118"/>
                    </a:lnTo>
                    <a:lnTo>
                      <a:pt x="1534" y="1130"/>
                    </a:lnTo>
                    <a:lnTo>
                      <a:pt x="1532" y="1136"/>
                    </a:lnTo>
                    <a:lnTo>
                      <a:pt x="1530" y="1140"/>
                    </a:lnTo>
                    <a:lnTo>
                      <a:pt x="1530" y="1140"/>
                    </a:lnTo>
                    <a:lnTo>
                      <a:pt x="1526" y="1142"/>
                    </a:lnTo>
                    <a:lnTo>
                      <a:pt x="1526" y="1146"/>
                    </a:lnTo>
                    <a:lnTo>
                      <a:pt x="1526" y="1152"/>
                    </a:lnTo>
                    <a:lnTo>
                      <a:pt x="1526" y="1160"/>
                    </a:lnTo>
                    <a:lnTo>
                      <a:pt x="1524" y="1162"/>
                    </a:lnTo>
                    <a:lnTo>
                      <a:pt x="1522" y="1166"/>
                    </a:lnTo>
                    <a:lnTo>
                      <a:pt x="1522" y="1166"/>
                    </a:lnTo>
                    <a:lnTo>
                      <a:pt x="1516" y="1172"/>
                    </a:lnTo>
                    <a:lnTo>
                      <a:pt x="1512" y="1178"/>
                    </a:lnTo>
                    <a:lnTo>
                      <a:pt x="1512" y="1182"/>
                    </a:lnTo>
                    <a:lnTo>
                      <a:pt x="1512" y="1186"/>
                    </a:lnTo>
                    <a:lnTo>
                      <a:pt x="1518" y="1192"/>
                    </a:lnTo>
                    <a:lnTo>
                      <a:pt x="1520" y="1194"/>
                    </a:lnTo>
                    <a:lnTo>
                      <a:pt x="1524" y="1198"/>
                    </a:lnTo>
                    <a:lnTo>
                      <a:pt x="1524" y="1198"/>
                    </a:lnTo>
                    <a:lnTo>
                      <a:pt x="1528" y="1210"/>
                    </a:lnTo>
                    <a:lnTo>
                      <a:pt x="1534" y="1222"/>
                    </a:lnTo>
                    <a:lnTo>
                      <a:pt x="1542" y="1232"/>
                    </a:lnTo>
                    <a:lnTo>
                      <a:pt x="1554" y="1244"/>
                    </a:lnTo>
                    <a:lnTo>
                      <a:pt x="1554" y="1244"/>
                    </a:lnTo>
                    <a:lnTo>
                      <a:pt x="1558" y="1246"/>
                    </a:lnTo>
                    <a:lnTo>
                      <a:pt x="1560" y="1244"/>
                    </a:lnTo>
                    <a:lnTo>
                      <a:pt x="1562" y="1236"/>
                    </a:lnTo>
                    <a:lnTo>
                      <a:pt x="1564" y="1230"/>
                    </a:lnTo>
                    <a:lnTo>
                      <a:pt x="1566" y="1224"/>
                    </a:lnTo>
                    <a:lnTo>
                      <a:pt x="1574" y="1218"/>
                    </a:lnTo>
                    <a:lnTo>
                      <a:pt x="1584" y="1216"/>
                    </a:lnTo>
                    <a:lnTo>
                      <a:pt x="1584" y="1216"/>
                    </a:lnTo>
                    <a:lnTo>
                      <a:pt x="1592" y="1216"/>
                    </a:lnTo>
                    <a:lnTo>
                      <a:pt x="1594" y="1216"/>
                    </a:lnTo>
                    <a:lnTo>
                      <a:pt x="1586" y="1222"/>
                    </a:lnTo>
                    <a:lnTo>
                      <a:pt x="1582" y="1228"/>
                    </a:lnTo>
                    <a:lnTo>
                      <a:pt x="1578" y="1234"/>
                    </a:lnTo>
                    <a:lnTo>
                      <a:pt x="1574" y="1240"/>
                    </a:lnTo>
                    <a:lnTo>
                      <a:pt x="1576" y="1248"/>
                    </a:lnTo>
                    <a:lnTo>
                      <a:pt x="1576" y="1248"/>
                    </a:lnTo>
                    <a:lnTo>
                      <a:pt x="1582" y="1258"/>
                    </a:lnTo>
                    <a:lnTo>
                      <a:pt x="1586" y="1260"/>
                    </a:lnTo>
                    <a:lnTo>
                      <a:pt x="1588" y="1262"/>
                    </a:lnTo>
                    <a:lnTo>
                      <a:pt x="1590" y="1274"/>
                    </a:lnTo>
                    <a:lnTo>
                      <a:pt x="1590" y="1274"/>
                    </a:lnTo>
                    <a:lnTo>
                      <a:pt x="1592" y="1280"/>
                    </a:lnTo>
                    <a:lnTo>
                      <a:pt x="1596" y="1280"/>
                    </a:lnTo>
                    <a:lnTo>
                      <a:pt x="1600" y="1280"/>
                    </a:lnTo>
                    <a:lnTo>
                      <a:pt x="1604" y="1278"/>
                    </a:lnTo>
                    <a:lnTo>
                      <a:pt x="1608" y="1278"/>
                    </a:lnTo>
                    <a:lnTo>
                      <a:pt x="1610" y="1278"/>
                    </a:lnTo>
                    <a:lnTo>
                      <a:pt x="1610" y="1280"/>
                    </a:lnTo>
                    <a:lnTo>
                      <a:pt x="1606" y="1290"/>
                    </a:lnTo>
                    <a:lnTo>
                      <a:pt x="1606" y="1290"/>
                    </a:lnTo>
                    <a:lnTo>
                      <a:pt x="1598" y="1306"/>
                    </a:lnTo>
                    <a:lnTo>
                      <a:pt x="1596" y="1318"/>
                    </a:lnTo>
                    <a:lnTo>
                      <a:pt x="1598" y="1322"/>
                    </a:lnTo>
                    <a:lnTo>
                      <a:pt x="1600" y="1322"/>
                    </a:lnTo>
                    <a:lnTo>
                      <a:pt x="1600" y="1322"/>
                    </a:lnTo>
                    <a:lnTo>
                      <a:pt x="1602" y="1322"/>
                    </a:lnTo>
                    <a:lnTo>
                      <a:pt x="1602" y="1324"/>
                    </a:lnTo>
                    <a:lnTo>
                      <a:pt x="1602" y="1330"/>
                    </a:lnTo>
                    <a:lnTo>
                      <a:pt x="1602" y="1336"/>
                    </a:lnTo>
                    <a:lnTo>
                      <a:pt x="1604" y="1340"/>
                    </a:lnTo>
                    <a:lnTo>
                      <a:pt x="1608" y="1342"/>
                    </a:lnTo>
                    <a:lnTo>
                      <a:pt x="1608" y="1342"/>
                    </a:lnTo>
                    <a:lnTo>
                      <a:pt x="1610" y="1342"/>
                    </a:lnTo>
                    <a:lnTo>
                      <a:pt x="1612" y="1340"/>
                    </a:lnTo>
                    <a:lnTo>
                      <a:pt x="1614" y="1330"/>
                    </a:lnTo>
                    <a:lnTo>
                      <a:pt x="1616" y="1320"/>
                    </a:lnTo>
                    <a:lnTo>
                      <a:pt x="1618" y="1316"/>
                    </a:lnTo>
                    <a:lnTo>
                      <a:pt x="1622" y="1314"/>
                    </a:lnTo>
                    <a:lnTo>
                      <a:pt x="1622" y="1314"/>
                    </a:lnTo>
                    <a:lnTo>
                      <a:pt x="1630" y="1310"/>
                    </a:lnTo>
                    <a:lnTo>
                      <a:pt x="1636" y="1304"/>
                    </a:lnTo>
                    <a:lnTo>
                      <a:pt x="1642" y="1300"/>
                    </a:lnTo>
                    <a:lnTo>
                      <a:pt x="1642" y="1300"/>
                    </a:lnTo>
                    <a:lnTo>
                      <a:pt x="1644" y="1304"/>
                    </a:lnTo>
                    <a:lnTo>
                      <a:pt x="1644" y="1304"/>
                    </a:lnTo>
                    <a:lnTo>
                      <a:pt x="1646" y="1306"/>
                    </a:lnTo>
                    <a:lnTo>
                      <a:pt x="1648" y="1308"/>
                    </a:lnTo>
                    <a:lnTo>
                      <a:pt x="1654" y="1308"/>
                    </a:lnTo>
                    <a:lnTo>
                      <a:pt x="1660" y="1308"/>
                    </a:lnTo>
                    <a:lnTo>
                      <a:pt x="1660" y="1310"/>
                    </a:lnTo>
                    <a:lnTo>
                      <a:pt x="1660" y="1314"/>
                    </a:lnTo>
                    <a:lnTo>
                      <a:pt x="1660" y="1314"/>
                    </a:lnTo>
                    <a:lnTo>
                      <a:pt x="1660" y="1318"/>
                    </a:lnTo>
                    <a:lnTo>
                      <a:pt x="1658" y="1318"/>
                    </a:lnTo>
                    <a:lnTo>
                      <a:pt x="1656" y="1316"/>
                    </a:lnTo>
                    <a:lnTo>
                      <a:pt x="1652" y="1314"/>
                    </a:lnTo>
                    <a:lnTo>
                      <a:pt x="1648" y="1312"/>
                    </a:lnTo>
                    <a:lnTo>
                      <a:pt x="1642" y="1314"/>
                    </a:lnTo>
                    <a:lnTo>
                      <a:pt x="1634" y="1318"/>
                    </a:lnTo>
                    <a:lnTo>
                      <a:pt x="1634" y="1318"/>
                    </a:lnTo>
                    <a:lnTo>
                      <a:pt x="1622" y="1330"/>
                    </a:lnTo>
                    <a:lnTo>
                      <a:pt x="1618" y="1336"/>
                    </a:lnTo>
                    <a:lnTo>
                      <a:pt x="1618" y="1342"/>
                    </a:lnTo>
                    <a:lnTo>
                      <a:pt x="1618" y="1350"/>
                    </a:lnTo>
                    <a:lnTo>
                      <a:pt x="1618" y="1350"/>
                    </a:lnTo>
                    <a:lnTo>
                      <a:pt x="1620" y="1356"/>
                    </a:lnTo>
                    <a:lnTo>
                      <a:pt x="1622" y="1358"/>
                    </a:lnTo>
                    <a:lnTo>
                      <a:pt x="1626" y="1360"/>
                    </a:lnTo>
                    <a:lnTo>
                      <a:pt x="1628" y="1362"/>
                    </a:lnTo>
                    <a:lnTo>
                      <a:pt x="1624" y="1366"/>
                    </a:lnTo>
                    <a:lnTo>
                      <a:pt x="1624" y="1366"/>
                    </a:lnTo>
                    <a:lnTo>
                      <a:pt x="1622" y="1368"/>
                    </a:lnTo>
                    <a:lnTo>
                      <a:pt x="1622" y="1370"/>
                    </a:lnTo>
                    <a:lnTo>
                      <a:pt x="1624" y="1372"/>
                    </a:lnTo>
                    <a:lnTo>
                      <a:pt x="1626" y="1374"/>
                    </a:lnTo>
                    <a:lnTo>
                      <a:pt x="1624" y="1376"/>
                    </a:lnTo>
                    <a:lnTo>
                      <a:pt x="1624" y="1376"/>
                    </a:lnTo>
                    <a:lnTo>
                      <a:pt x="1620" y="1378"/>
                    </a:lnTo>
                    <a:lnTo>
                      <a:pt x="1620" y="1382"/>
                    </a:lnTo>
                    <a:lnTo>
                      <a:pt x="1620" y="1384"/>
                    </a:lnTo>
                    <a:lnTo>
                      <a:pt x="1622" y="1386"/>
                    </a:lnTo>
                    <a:lnTo>
                      <a:pt x="1630" y="1392"/>
                    </a:lnTo>
                    <a:lnTo>
                      <a:pt x="1642" y="1396"/>
                    </a:lnTo>
                    <a:lnTo>
                      <a:pt x="1642" y="1396"/>
                    </a:lnTo>
                    <a:lnTo>
                      <a:pt x="1650" y="1398"/>
                    </a:lnTo>
                    <a:lnTo>
                      <a:pt x="1656" y="1396"/>
                    </a:lnTo>
                    <a:lnTo>
                      <a:pt x="1662" y="1394"/>
                    </a:lnTo>
                    <a:lnTo>
                      <a:pt x="1670" y="1394"/>
                    </a:lnTo>
                    <a:lnTo>
                      <a:pt x="1670" y="1394"/>
                    </a:lnTo>
                    <a:lnTo>
                      <a:pt x="1676" y="1396"/>
                    </a:lnTo>
                    <a:lnTo>
                      <a:pt x="1676" y="1398"/>
                    </a:lnTo>
                    <a:lnTo>
                      <a:pt x="1676" y="1400"/>
                    </a:lnTo>
                    <a:lnTo>
                      <a:pt x="1682" y="1400"/>
                    </a:lnTo>
                    <a:lnTo>
                      <a:pt x="1682" y="1400"/>
                    </a:lnTo>
                    <a:lnTo>
                      <a:pt x="1688" y="1402"/>
                    </a:lnTo>
                    <a:lnTo>
                      <a:pt x="1688" y="1404"/>
                    </a:lnTo>
                    <a:lnTo>
                      <a:pt x="1686" y="1412"/>
                    </a:lnTo>
                    <a:lnTo>
                      <a:pt x="1686" y="1416"/>
                    </a:lnTo>
                    <a:lnTo>
                      <a:pt x="1686" y="1420"/>
                    </a:lnTo>
                    <a:lnTo>
                      <a:pt x="1688" y="1422"/>
                    </a:lnTo>
                    <a:lnTo>
                      <a:pt x="1694" y="1420"/>
                    </a:lnTo>
                    <a:lnTo>
                      <a:pt x="1694" y="1420"/>
                    </a:lnTo>
                    <a:lnTo>
                      <a:pt x="1700" y="1420"/>
                    </a:lnTo>
                    <a:lnTo>
                      <a:pt x="1702" y="1422"/>
                    </a:lnTo>
                    <a:lnTo>
                      <a:pt x="1706" y="1424"/>
                    </a:lnTo>
                    <a:lnTo>
                      <a:pt x="1714" y="1422"/>
                    </a:lnTo>
                    <a:lnTo>
                      <a:pt x="1714" y="1422"/>
                    </a:lnTo>
                    <a:lnTo>
                      <a:pt x="1718" y="1422"/>
                    </a:lnTo>
                    <a:lnTo>
                      <a:pt x="1722" y="1422"/>
                    </a:lnTo>
                    <a:lnTo>
                      <a:pt x="1730" y="1426"/>
                    </a:lnTo>
                    <a:lnTo>
                      <a:pt x="1736" y="1430"/>
                    </a:lnTo>
                    <a:lnTo>
                      <a:pt x="1738" y="1430"/>
                    </a:lnTo>
                    <a:lnTo>
                      <a:pt x="1742" y="1428"/>
                    </a:lnTo>
                    <a:lnTo>
                      <a:pt x="1742" y="1428"/>
                    </a:lnTo>
                    <a:lnTo>
                      <a:pt x="1744" y="1428"/>
                    </a:lnTo>
                    <a:lnTo>
                      <a:pt x="1748" y="1430"/>
                    </a:lnTo>
                    <a:lnTo>
                      <a:pt x="1750" y="1434"/>
                    </a:lnTo>
                    <a:lnTo>
                      <a:pt x="1750" y="1442"/>
                    </a:lnTo>
                    <a:lnTo>
                      <a:pt x="1748" y="1444"/>
                    </a:lnTo>
                    <a:lnTo>
                      <a:pt x="1744" y="1446"/>
                    </a:lnTo>
                    <a:lnTo>
                      <a:pt x="1744" y="1446"/>
                    </a:lnTo>
                    <a:lnTo>
                      <a:pt x="1742" y="1448"/>
                    </a:lnTo>
                    <a:lnTo>
                      <a:pt x="1742" y="1450"/>
                    </a:lnTo>
                    <a:lnTo>
                      <a:pt x="1748" y="1458"/>
                    </a:lnTo>
                    <a:lnTo>
                      <a:pt x="1758" y="1464"/>
                    </a:lnTo>
                    <a:lnTo>
                      <a:pt x="1764" y="1464"/>
                    </a:lnTo>
                    <a:lnTo>
                      <a:pt x="1768" y="1464"/>
                    </a:lnTo>
                    <a:lnTo>
                      <a:pt x="1768" y="1464"/>
                    </a:lnTo>
                    <a:lnTo>
                      <a:pt x="1774" y="1458"/>
                    </a:lnTo>
                    <a:lnTo>
                      <a:pt x="1778" y="1454"/>
                    </a:lnTo>
                    <a:lnTo>
                      <a:pt x="1778" y="1452"/>
                    </a:lnTo>
                    <a:lnTo>
                      <a:pt x="1778" y="1454"/>
                    </a:lnTo>
                    <a:lnTo>
                      <a:pt x="1780" y="1460"/>
                    </a:lnTo>
                    <a:lnTo>
                      <a:pt x="1780" y="1460"/>
                    </a:lnTo>
                    <a:lnTo>
                      <a:pt x="1780" y="1468"/>
                    </a:lnTo>
                    <a:lnTo>
                      <a:pt x="1784" y="1470"/>
                    </a:lnTo>
                    <a:lnTo>
                      <a:pt x="1786" y="1470"/>
                    </a:lnTo>
                    <a:lnTo>
                      <a:pt x="1786" y="1474"/>
                    </a:lnTo>
                    <a:lnTo>
                      <a:pt x="1786" y="1474"/>
                    </a:lnTo>
                    <a:lnTo>
                      <a:pt x="1784" y="1476"/>
                    </a:lnTo>
                    <a:lnTo>
                      <a:pt x="1782" y="1476"/>
                    </a:lnTo>
                    <a:lnTo>
                      <a:pt x="1780" y="1472"/>
                    </a:lnTo>
                    <a:lnTo>
                      <a:pt x="1776" y="1468"/>
                    </a:lnTo>
                    <a:lnTo>
                      <a:pt x="1774" y="1468"/>
                    </a:lnTo>
                    <a:lnTo>
                      <a:pt x="1772" y="1470"/>
                    </a:lnTo>
                    <a:lnTo>
                      <a:pt x="1772" y="1470"/>
                    </a:lnTo>
                    <a:lnTo>
                      <a:pt x="1770" y="1472"/>
                    </a:lnTo>
                    <a:lnTo>
                      <a:pt x="1772" y="1476"/>
                    </a:lnTo>
                    <a:lnTo>
                      <a:pt x="1780" y="1484"/>
                    </a:lnTo>
                    <a:lnTo>
                      <a:pt x="1790" y="1486"/>
                    </a:lnTo>
                    <a:lnTo>
                      <a:pt x="1794" y="1486"/>
                    </a:lnTo>
                    <a:lnTo>
                      <a:pt x="1794" y="1484"/>
                    </a:lnTo>
                    <a:lnTo>
                      <a:pt x="1794" y="1484"/>
                    </a:lnTo>
                    <a:lnTo>
                      <a:pt x="1796" y="1478"/>
                    </a:lnTo>
                    <a:lnTo>
                      <a:pt x="1800" y="1474"/>
                    </a:lnTo>
                    <a:lnTo>
                      <a:pt x="1804" y="1474"/>
                    </a:lnTo>
                    <a:lnTo>
                      <a:pt x="1804" y="1478"/>
                    </a:lnTo>
                    <a:lnTo>
                      <a:pt x="1804" y="1478"/>
                    </a:lnTo>
                    <a:lnTo>
                      <a:pt x="1804" y="1486"/>
                    </a:lnTo>
                    <a:lnTo>
                      <a:pt x="1806" y="1492"/>
                    </a:lnTo>
                    <a:lnTo>
                      <a:pt x="1808" y="1498"/>
                    </a:lnTo>
                    <a:lnTo>
                      <a:pt x="1808" y="1504"/>
                    </a:lnTo>
                    <a:lnTo>
                      <a:pt x="1808" y="1504"/>
                    </a:lnTo>
                    <a:lnTo>
                      <a:pt x="1808" y="1510"/>
                    </a:lnTo>
                    <a:lnTo>
                      <a:pt x="1810" y="1512"/>
                    </a:lnTo>
                    <a:lnTo>
                      <a:pt x="1812" y="1510"/>
                    </a:lnTo>
                    <a:lnTo>
                      <a:pt x="1816" y="1506"/>
                    </a:lnTo>
                    <a:lnTo>
                      <a:pt x="1816" y="1506"/>
                    </a:lnTo>
                    <a:lnTo>
                      <a:pt x="1818" y="1504"/>
                    </a:lnTo>
                    <a:lnTo>
                      <a:pt x="1820" y="1506"/>
                    </a:lnTo>
                    <a:lnTo>
                      <a:pt x="1822" y="1508"/>
                    </a:lnTo>
                    <a:lnTo>
                      <a:pt x="1822" y="1508"/>
                    </a:lnTo>
                    <a:lnTo>
                      <a:pt x="1822" y="1516"/>
                    </a:lnTo>
                    <a:lnTo>
                      <a:pt x="1824" y="1520"/>
                    </a:lnTo>
                    <a:lnTo>
                      <a:pt x="1828" y="1526"/>
                    </a:lnTo>
                    <a:lnTo>
                      <a:pt x="1832" y="1528"/>
                    </a:lnTo>
                    <a:lnTo>
                      <a:pt x="1832" y="1530"/>
                    </a:lnTo>
                    <a:lnTo>
                      <a:pt x="1832" y="1534"/>
                    </a:lnTo>
                    <a:lnTo>
                      <a:pt x="1832" y="1534"/>
                    </a:lnTo>
                    <a:lnTo>
                      <a:pt x="1832" y="1538"/>
                    </a:lnTo>
                    <a:lnTo>
                      <a:pt x="1830" y="1538"/>
                    </a:lnTo>
                    <a:lnTo>
                      <a:pt x="1826" y="1540"/>
                    </a:lnTo>
                    <a:lnTo>
                      <a:pt x="1824" y="1540"/>
                    </a:lnTo>
                    <a:lnTo>
                      <a:pt x="1824" y="1542"/>
                    </a:lnTo>
                    <a:lnTo>
                      <a:pt x="1830" y="1550"/>
                    </a:lnTo>
                    <a:lnTo>
                      <a:pt x="1830" y="1550"/>
                    </a:lnTo>
                    <a:lnTo>
                      <a:pt x="1836" y="1562"/>
                    </a:lnTo>
                    <a:lnTo>
                      <a:pt x="1840" y="1570"/>
                    </a:lnTo>
                    <a:lnTo>
                      <a:pt x="1840" y="1582"/>
                    </a:lnTo>
                    <a:lnTo>
                      <a:pt x="1840" y="1600"/>
                    </a:lnTo>
                    <a:lnTo>
                      <a:pt x="1840" y="1600"/>
                    </a:lnTo>
                    <a:lnTo>
                      <a:pt x="1838" y="1608"/>
                    </a:lnTo>
                    <a:lnTo>
                      <a:pt x="1836" y="1610"/>
                    </a:lnTo>
                    <a:lnTo>
                      <a:pt x="1834" y="1608"/>
                    </a:lnTo>
                    <a:lnTo>
                      <a:pt x="1834" y="1604"/>
                    </a:lnTo>
                    <a:lnTo>
                      <a:pt x="1828" y="1570"/>
                    </a:lnTo>
                    <a:lnTo>
                      <a:pt x="1828" y="1570"/>
                    </a:lnTo>
                    <a:lnTo>
                      <a:pt x="1824" y="1564"/>
                    </a:lnTo>
                    <a:lnTo>
                      <a:pt x="1816" y="1560"/>
                    </a:lnTo>
                    <a:lnTo>
                      <a:pt x="1808" y="1558"/>
                    </a:lnTo>
                    <a:lnTo>
                      <a:pt x="1798" y="1556"/>
                    </a:lnTo>
                    <a:lnTo>
                      <a:pt x="1776" y="1554"/>
                    </a:lnTo>
                    <a:lnTo>
                      <a:pt x="1766" y="1552"/>
                    </a:lnTo>
                    <a:lnTo>
                      <a:pt x="1758" y="1548"/>
                    </a:lnTo>
                    <a:lnTo>
                      <a:pt x="1758" y="1548"/>
                    </a:lnTo>
                    <a:lnTo>
                      <a:pt x="1752" y="1546"/>
                    </a:lnTo>
                    <a:lnTo>
                      <a:pt x="1746" y="1546"/>
                    </a:lnTo>
                    <a:lnTo>
                      <a:pt x="1744" y="1548"/>
                    </a:lnTo>
                    <a:lnTo>
                      <a:pt x="1742" y="1552"/>
                    </a:lnTo>
                    <a:lnTo>
                      <a:pt x="1744" y="1556"/>
                    </a:lnTo>
                    <a:lnTo>
                      <a:pt x="1746" y="1564"/>
                    </a:lnTo>
                    <a:lnTo>
                      <a:pt x="1754" y="1578"/>
                    </a:lnTo>
                    <a:lnTo>
                      <a:pt x="1754" y="1578"/>
                    </a:lnTo>
                    <a:lnTo>
                      <a:pt x="1758" y="1586"/>
                    </a:lnTo>
                    <a:lnTo>
                      <a:pt x="1764" y="1598"/>
                    </a:lnTo>
                    <a:lnTo>
                      <a:pt x="1770" y="1626"/>
                    </a:lnTo>
                    <a:lnTo>
                      <a:pt x="1774" y="1658"/>
                    </a:lnTo>
                    <a:lnTo>
                      <a:pt x="1774" y="1690"/>
                    </a:lnTo>
                    <a:lnTo>
                      <a:pt x="1774" y="1690"/>
                    </a:lnTo>
                    <a:lnTo>
                      <a:pt x="1774" y="1726"/>
                    </a:lnTo>
                    <a:lnTo>
                      <a:pt x="1770" y="1768"/>
                    </a:lnTo>
                    <a:lnTo>
                      <a:pt x="1766" y="1810"/>
                    </a:lnTo>
                    <a:lnTo>
                      <a:pt x="1762" y="1828"/>
                    </a:lnTo>
                    <a:lnTo>
                      <a:pt x="1756" y="1842"/>
                    </a:lnTo>
                    <a:lnTo>
                      <a:pt x="1756" y="1842"/>
                    </a:lnTo>
                    <a:lnTo>
                      <a:pt x="1754" y="1854"/>
                    </a:lnTo>
                    <a:lnTo>
                      <a:pt x="1754" y="1870"/>
                    </a:lnTo>
                    <a:lnTo>
                      <a:pt x="1756" y="1886"/>
                    </a:lnTo>
                    <a:lnTo>
                      <a:pt x="1760" y="1904"/>
                    </a:lnTo>
                    <a:lnTo>
                      <a:pt x="1764" y="1920"/>
                    </a:lnTo>
                    <a:lnTo>
                      <a:pt x="1766" y="1938"/>
                    </a:lnTo>
                    <a:lnTo>
                      <a:pt x="1766" y="1956"/>
                    </a:lnTo>
                    <a:lnTo>
                      <a:pt x="1762" y="1972"/>
                    </a:lnTo>
                    <a:lnTo>
                      <a:pt x="1762" y="1972"/>
                    </a:lnTo>
                    <a:lnTo>
                      <a:pt x="1760" y="1986"/>
                    </a:lnTo>
                    <a:lnTo>
                      <a:pt x="1758" y="1996"/>
                    </a:lnTo>
                    <a:lnTo>
                      <a:pt x="1762" y="2006"/>
                    </a:lnTo>
                    <a:lnTo>
                      <a:pt x="1766" y="2012"/>
                    </a:lnTo>
                    <a:lnTo>
                      <a:pt x="1774" y="2030"/>
                    </a:lnTo>
                    <a:lnTo>
                      <a:pt x="1778" y="2042"/>
                    </a:lnTo>
                    <a:lnTo>
                      <a:pt x="1780" y="2056"/>
                    </a:lnTo>
                    <a:lnTo>
                      <a:pt x="1780" y="2056"/>
                    </a:lnTo>
                    <a:lnTo>
                      <a:pt x="1784" y="2072"/>
                    </a:lnTo>
                    <a:lnTo>
                      <a:pt x="1786" y="2082"/>
                    </a:lnTo>
                    <a:lnTo>
                      <a:pt x="1792" y="2090"/>
                    </a:lnTo>
                    <a:lnTo>
                      <a:pt x="1798" y="2096"/>
                    </a:lnTo>
                    <a:lnTo>
                      <a:pt x="1808" y="2104"/>
                    </a:lnTo>
                    <a:lnTo>
                      <a:pt x="1812" y="2110"/>
                    </a:lnTo>
                    <a:lnTo>
                      <a:pt x="1814" y="2118"/>
                    </a:lnTo>
                    <a:lnTo>
                      <a:pt x="1814" y="2118"/>
                    </a:lnTo>
                    <a:lnTo>
                      <a:pt x="1816" y="2124"/>
                    </a:lnTo>
                    <a:lnTo>
                      <a:pt x="1818" y="2128"/>
                    </a:lnTo>
                    <a:lnTo>
                      <a:pt x="1824" y="2132"/>
                    </a:lnTo>
                    <a:lnTo>
                      <a:pt x="1828" y="2136"/>
                    </a:lnTo>
                    <a:lnTo>
                      <a:pt x="1832" y="2140"/>
                    </a:lnTo>
                    <a:lnTo>
                      <a:pt x="1834" y="2146"/>
                    </a:lnTo>
                    <a:lnTo>
                      <a:pt x="1836" y="2158"/>
                    </a:lnTo>
                    <a:lnTo>
                      <a:pt x="1836" y="2158"/>
                    </a:lnTo>
                    <a:lnTo>
                      <a:pt x="1838" y="2170"/>
                    </a:lnTo>
                    <a:lnTo>
                      <a:pt x="1842" y="2178"/>
                    </a:lnTo>
                    <a:lnTo>
                      <a:pt x="1846" y="2182"/>
                    </a:lnTo>
                    <a:lnTo>
                      <a:pt x="1852" y="2186"/>
                    </a:lnTo>
                    <a:lnTo>
                      <a:pt x="1856" y="2188"/>
                    </a:lnTo>
                    <a:lnTo>
                      <a:pt x="1860" y="2190"/>
                    </a:lnTo>
                    <a:lnTo>
                      <a:pt x="1862" y="2194"/>
                    </a:lnTo>
                    <a:lnTo>
                      <a:pt x="1860" y="2200"/>
                    </a:lnTo>
                    <a:lnTo>
                      <a:pt x="1860" y="2200"/>
                    </a:lnTo>
                    <a:lnTo>
                      <a:pt x="1858" y="2208"/>
                    </a:lnTo>
                    <a:lnTo>
                      <a:pt x="1858" y="2214"/>
                    </a:lnTo>
                    <a:lnTo>
                      <a:pt x="1860" y="2218"/>
                    </a:lnTo>
                    <a:lnTo>
                      <a:pt x="1862" y="2224"/>
                    </a:lnTo>
                    <a:lnTo>
                      <a:pt x="1872" y="2238"/>
                    </a:lnTo>
                    <a:lnTo>
                      <a:pt x="1890" y="2260"/>
                    </a:lnTo>
                    <a:lnTo>
                      <a:pt x="1890" y="2260"/>
                    </a:lnTo>
                    <a:lnTo>
                      <a:pt x="1900" y="2272"/>
                    </a:lnTo>
                    <a:lnTo>
                      <a:pt x="1904" y="2282"/>
                    </a:lnTo>
                    <a:lnTo>
                      <a:pt x="1908" y="2292"/>
                    </a:lnTo>
                    <a:lnTo>
                      <a:pt x="1908" y="2298"/>
                    </a:lnTo>
                    <a:lnTo>
                      <a:pt x="1910" y="2310"/>
                    </a:lnTo>
                    <a:lnTo>
                      <a:pt x="1912" y="2314"/>
                    </a:lnTo>
                    <a:lnTo>
                      <a:pt x="1916" y="2318"/>
                    </a:lnTo>
                    <a:lnTo>
                      <a:pt x="1916" y="2318"/>
                    </a:lnTo>
                    <a:lnTo>
                      <a:pt x="1920" y="2322"/>
                    </a:lnTo>
                    <a:lnTo>
                      <a:pt x="1926" y="2324"/>
                    </a:lnTo>
                    <a:lnTo>
                      <a:pt x="1940" y="2326"/>
                    </a:lnTo>
                    <a:lnTo>
                      <a:pt x="1948" y="2328"/>
                    </a:lnTo>
                    <a:lnTo>
                      <a:pt x="1958" y="2332"/>
                    </a:lnTo>
                    <a:lnTo>
                      <a:pt x="1968" y="2336"/>
                    </a:lnTo>
                    <a:lnTo>
                      <a:pt x="1978" y="2344"/>
                    </a:lnTo>
                    <a:lnTo>
                      <a:pt x="1978" y="2344"/>
                    </a:lnTo>
                    <a:lnTo>
                      <a:pt x="1986" y="2352"/>
                    </a:lnTo>
                    <a:lnTo>
                      <a:pt x="1994" y="2358"/>
                    </a:lnTo>
                    <a:lnTo>
                      <a:pt x="2006" y="2360"/>
                    </a:lnTo>
                    <a:lnTo>
                      <a:pt x="2016" y="2364"/>
                    </a:lnTo>
                    <a:lnTo>
                      <a:pt x="2022" y="2368"/>
                    </a:lnTo>
                    <a:lnTo>
                      <a:pt x="2030" y="2374"/>
                    </a:lnTo>
                    <a:lnTo>
                      <a:pt x="2030" y="2374"/>
                    </a:lnTo>
                    <a:lnTo>
                      <a:pt x="2036" y="2382"/>
                    </a:lnTo>
                    <a:lnTo>
                      <a:pt x="2040" y="2388"/>
                    </a:lnTo>
                    <a:lnTo>
                      <a:pt x="2046" y="2400"/>
                    </a:lnTo>
                    <a:lnTo>
                      <a:pt x="2048" y="2410"/>
                    </a:lnTo>
                    <a:lnTo>
                      <a:pt x="2052" y="2424"/>
                    </a:lnTo>
                    <a:lnTo>
                      <a:pt x="2052" y="2424"/>
                    </a:lnTo>
                    <a:lnTo>
                      <a:pt x="2052" y="2424"/>
                    </a:lnTo>
                    <a:lnTo>
                      <a:pt x="2052" y="2424"/>
                    </a:lnTo>
                    <a:lnTo>
                      <a:pt x="2066" y="2454"/>
                    </a:lnTo>
                    <a:lnTo>
                      <a:pt x="2078" y="2480"/>
                    </a:lnTo>
                    <a:lnTo>
                      <a:pt x="2092" y="2520"/>
                    </a:lnTo>
                    <a:lnTo>
                      <a:pt x="2100" y="2548"/>
                    </a:lnTo>
                    <a:lnTo>
                      <a:pt x="2106" y="2560"/>
                    </a:lnTo>
                    <a:lnTo>
                      <a:pt x="2112" y="2568"/>
                    </a:lnTo>
                    <a:lnTo>
                      <a:pt x="2112" y="2568"/>
                    </a:lnTo>
                    <a:lnTo>
                      <a:pt x="2120" y="2578"/>
                    </a:lnTo>
                    <a:lnTo>
                      <a:pt x="2130" y="2586"/>
                    </a:lnTo>
                    <a:lnTo>
                      <a:pt x="2150" y="2604"/>
                    </a:lnTo>
                    <a:lnTo>
                      <a:pt x="2160" y="2614"/>
                    </a:lnTo>
                    <a:lnTo>
                      <a:pt x="2166" y="2624"/>
                    </a:lnTo>
                    <a:lnTo>
                      <a:pt x="2170" y="2636"/>
                    </a:lnTo>
                    <a:lnTo>
                      <a:pt x="2170" y="2650"/>
                    </a:lnTo>
                    <a:lnTo>
                      <a:pt x="2170" y="2650"/>
                    </a:lnTo>
                    <a:lnTo>
                      <a:pt x="2170" y="2656"/>
                    </a:lnTo>
                    <a:lnTo>
                      <a:pt x="2168" y="2662"/>
                    </a:lnTo>
                    <a:lnTo>
                      <a:pt x="2164" y="2664"/>
                    </a:lnTo>
                    <a:lnTo>
                      <a:pt x="2162" y="2668"/>
                    </a:lnTo>
                    <a:lnTo>
                      <a:pt x="2154" y="2668"/>
                    </a:lnTo>
                    <a:lnTo>
                      <a:pt x="2148" y="2668"/>
                    </a:lnTo>
                    <a:lnTo>
                      <a:pt x="2142" y="2668"/>
                    </a:lnTo>
                    <a:lnTo>
                      <a:pt x="2138" y="2668"/>
                    </a:lnTo>
                    <a:lnTo>
                      <a:pt x="2140" y="2672"/>
                    </a:lnTo>
                    <a:lnTo>
                      <a:pt x="2146" y="2682"/>
                    </a:lnTo>
                    <a:lnTo>
                      <a:pt x="2146" y="2682"/>
                    </a:lnTo>
                    <a:lnTo>
                      <a:pt x="2156" y="2692"/>
                    </a:lnTo>
                    <a:lnTo>
                      <a:pt x="2166" y="2700"/>
                    </a:lnTo>
                    <a:lnTo>
                      <a:pt x="2188" y="2716"/>
                    </a:lnTo>
                    <a:lnTo>
                      <a:pt x="2212" y="2730"/>
                    </a:lnTo>
                    <a:lnTo>
                      <a:pt x="2226" y="2738"/>
                    </a:lnTo>
                    <a:lnTo>
                      <a:pt x="2238" y="2748"/>
                    </a:lnTo>
                    <a:lnTo>
                      <a:pt x="2238" y="2748"/>
                    </a:lnTo>
                    <a:lnTo>
                      <a:pt x="2244" y="2754"/>
                    </a:lnTo>
                    <a:lnTo>
                      <a:pt x="2248" y="2758"/>
                    </a:lnTo>
                    <a:lnTo>
                      <a:pt x="2250" y="2764"/>
                    </a:lnTo>
                    <a:lnTo>
                      <a:pt x="2252" y="2770"/>
                    </a:lnTo>
                    <a:lnTo>
                      <a:pt x="2250" y="2782"/>
                    </a:lnTo>
                    <a:lnTo>
                      <a:pt x="2250" y="2794"/>
                    </a:lnTo>
                    <a:lnTo>
                      <a:pt x="2248" y="2808"/>
                    </a:lnTo>
                    <a:lnTo>
                      <a:pt x="2250" y="2814"/>
                    </a:lnTo>
                    <a:lnTo>
                      <a:pt x="2252" y="2820"/>
                    </a:lnTo>
                    <a:lnTo>
                      <a:pt x="2256" y="2828"/>
                    </a:lnTo>
                    <a:lnTo>
                      <a:pt x="2262" y="2834"/>
                    </a:lnTo>
                    <a:lnTo>
                      <a:pt x="2270" y="2842"/>
                    </a:lnTo>
                    <a:lnTo>
                      <a:pt x="2280" y="2850"/>
                    </a:lnTo>
                    <a:lnTo>
                      <a:pt x="2280" y="2850"/>
                    </a:lnTo>
                    <a:lnTo>
                      <a:pt x="2300" y="2866"/>
                    </a:lnTo>
                    <a:lnTo>
                      <a:pt x="2316" y="2882"/>
                    </a:lnTo>
                    <a:lnTo>
                      <a:pt x="2326" y="2894"/>
                    </a:lnTo>
                    <a:lnTo>
                      <a:pt x="2332" y="2906"/>
                    </a:lnTo>
                    <a:lnTo>
                      <a:pt x="2336" y="2914"/>
                    </a:lnTo>
                    <a:lnTo>
                      <a:pt x="2340" y="2918"/>
                    </a:lnTo>
                    <a:lnTo>
                      <a:pt x="2344" y="2920"/>
                    </a:lnTo>
                    <a:lnTo>
                      <a:pt x="2350" y="2916"/>
                    </a:lnTo>
                    <a:lnTo>
                      <a:pt x="2350" y="2916"/>
                    </a:lnTo>
                    <a:lnTo>
                      <a:pt x="2358" y="2910"/>
                    </a:lnTo>
                    <a:lnTo>
                      <a:pt x="2362" y="2906"/>
                    </a:lnTo>
                    <a:lnTo>
                      <a:pt x="2364" y="2900"/>
                    </a:lnTo>
                    <a:lnTo>
                      <a:pt x="2364" y="2896"/>
                    </a:lnTo>
                    <a:lnTo>
                      <a:pt x="2358" y="2884"/>
                    </a:lnTo>
                    <a:lnTo>
                      <a:pt x="2346" y="2864"/>
                    </a:lnTo>
                    <a:lnTo>
                      <a:pt x="2346" y="2864"/>
                    </a:lnTo>
                    <a:lnTo>
                      <a:pt x="2340" y="2856"/>
                    </a:lnTo>
                    <a:lnTo>
                      <a:pt x="2336" y="2850"/>
                    </a:lnTo>
                    <a:lnTo>
                      <a:pt x="2332" y="2850"/>
                    </a:lnTo>
                    <a:lnTo>
                      <a:pt x="2330" y="2850"/>
                    </a:lnTo>
                    <a:lnTo>
                      <a:pt x="2324" y="2854"/>
                    </a:lnTo>
                    <a:lnTo>
                      <a:pt x="2320" y="2854"/>
                    </a:lnTo>
                    <a:lnTo>
                      <a:pt x="2316" y="2850"/>
                    </a:lnTo>
                    <a:lnTo>
                      <a:pt x="2316" y="2850"/>
                    </a:lnTo>
                    <a:lnTo>
                      <a:pt x="2312" y="2846"/>
                    </a:lnTo>
                    <a:lnTo>
                      <a:pt x="2310" y="2842"/>
                    </a:lnTo>
                    <a:lnTo>
                      <a:pt x="2310" y="2832"/>
                    </a:lnTo>
                    <a:lnTo>
                      <a:pt x="2310" y="2826"/>
                    </a:lnTo>
                    <a:lnTo>
                      <a:pt x="2310" y="2820"/>
                    </a:lnTo>
                    <a:lnTo>
                      <a:pt x="2306" y="2810"/>
                    </a:lnTo>
                    <a:lnTo>
                      <a:pt x="2300" y="2798"/>
                    </a:lnTo>
                    <a:lnTo>
                      <a:pt x="2300" y="2798"/>
                    </a:lnTo>
                    <a:lnTo>
                      <a:pt x="2290" y="2776"/>
                    </a:lnTo>
                    <a:lnTo>
                      <a:pt x="2286" y="2762"/>
                    </a:lnTo>
                    <a:lnTo>
                      <a:pt x="2282" y="2748"/>
                    </a:lnTo>
                    <a:lnTo>
                      <a:pt x="2276" y="2730"/>
                    </a:lnTo>
                    <a:lnTo>
                      <a:pt x="2276" y="2730"/>
                    </a:lnTo>
                    <a:lnTo>
                      <a:pt x="2270" y="2718"/>
                    </a:lnTo>
                    <a:lnTo>
                      <a:pt x="2264" y="2708"/>
                    </a:lnTo>
                    <a:lnTo>
                      <a:pt x="2250" y="2690"/>
                    </a:lnTo>
                    <a:lnTo>
                      <a:pt x="2236" y="2672"/>
                    </a:lnTo>
                    <a:lnTo>
                      <a:pt x="2230" y="2662"/>
                    </a:lnTo>
                    <a:lnTo>
                      <a:pt x="2224" y="2648"/>
                    </a:lnTo>
                    <a:lnTo>
                      <a:pt x="2224" y="2648"/>
                    </a:lnTo>
                    <a:lnTo>
                      <a:pt x="2220" y="2636"/>
                    </a:lnTo>
                    <a:lnTo>
                      <a:pt x="2214" y="2624"/>
                    </a:lnTo>
                    <a:lnTo>
                      <a:pt x="2198" y="2604"/>
                    </a:lnTo>
                    <a:lnTo>
                      <a:pt x="2182" y="2584"/>
                    </a:lnTo>
                    <a:lnTo>
                      <a:pt x="2168" y="2564"/>
                    </a:lnTo>
                    <a:lnTo>
                      <a:pt x="2168" y="2564"/>
                    </a:lnTo>
                    <a:lnTo>
                      <a:pt x="2160" y="2550"/>
                    </a:lnTo>
                    <a:lnTo>
                      <a:pt x="2154" y="2534"/>
                    </a:lnTo>
                    <a:lnTo>
                      <a:pt x="2148" y="2516"/>
                    </a:lnTo>
                    <a:lnTo>
                      <a:pt x="2144" y="2498"/>
                    </a:lnTo>
                    <a:lnTo>
                      <a:pt x="2142" y="2482"/>
                    </a:lnTo>
                    <a:lnTo>
                      <a:pt x="2142" y="2470"/>
                    </a:lnTo>
                    <a:lnTo>
                      <a:pt x="2144" y="2466"/>
                    </a:lnTo>
                    <a:lnTo>
                      <a:pt x="2146" y="2464"/>
                    </a:lnTo>
                    <a:lnTo>
                      <a:pt x="2148" y="2464"/>
                    </a:lnTo>
                    <a:lnTo>
                      <a:pt x="2154" y="2466"/>
                    </a:lnTo>
                    <a:lnTo>
                      <a:pt x="2154" y="2466"/>
                    </a:lnTo>
                    <a:lnTo>
                      <a:pt x="2168" y="2474"/>
                    </a:lnTo>
                    <a:lnTo>
                      <a:pt x="2172" y="2476"/>
                    </a:lnTo>
                    <a:lnTo>
                      <a:pt x="2178" y="2474"/>
                    </a:lnTo>
                    <a:lnTo>
                      <a:pt x="2186" y="2478"/>
                    </a:lnTo>
                    <a:lnTo>
                      <a:pt x="2186" y="2478"/>
                    </a:lnTo>
                    <a:lnTo>
                      <a:pt x="2198" y="2484"/>
                    </a:lnTo>
                    <a:lnTo>
                      <a:pt x="2202" y="2488"/>
                    </a:lnTo>
                    <a:lnTo>
                      <a:pt x="2206" y="2492"/>
                    </a:lnTo>
                    <a:lnTo>
                      <a:pt x="2214" y="2508"/>
                    </a:lnTo>
                    <a:lnTo>
                      <a:pt x="2222" y="2536"/>
                    </a:lnTo>
                    <a:lnTo>
                      <a:pt x="2222" y="2536"/>
                    </a:lnTo>
                    <a:lnTo>
                      <a:pt x="2228" y="2556"/>
                    </a:lnTo>
                    <a:lnTo>
                      <a:pt x="2236" y="2574"/>
                    </a:lnTo>
                    <a:lnTo>
                      <a:pt x="2244" y="2594"/>
                    </a:lnTo>
                    <a:lnTo>
                      <a:pt x="2254" y="2612"/>
                    </a:lnTo>
                    <a:lnTo>
                      <a:pt x="2264" y="2628"/>
                    </a:lnTo>
                    <a:lnTo>
                      <a:pt x="2276" y="2642"/>
                    </a:lnTo>
                    <a:lnTo>
                      <a:pt x="2288" y="2654"/>
                    </a:lnTo>
                    <a:lnTo>
                      <a:pt x="2300" y="2664"/>
                    </a:lnTo>
                    <a:lnTo>
                      <a:pt x="2300" y="2664"/>
                    </a:lnTo>
                    <a:lnTo>
                      <a:pt x="2308" y="2672"/>
                    </a:lnTo>
                    <a:lnTo>
                      <a:pt x="2314" y="2678"/>
                    </a:lnTo>
                    <a:lnTo>
                      <a:pt x="2320" y="2694"/>
                    </a:lnTo>
                    <a:lnTo>
                      <a:pt x="2324" y="2700"/>
                    </a:lnTo>
                    <a:lnTo>
                      <a:pt x="2328" y="2706"/>
                    </a:lnTo>
                    <a:lnTo>
                      <a:pt x="2338" y="2714"/>
                    </a:lnTo>
                    <a:lnTo>
                      <a:pt x="2352" y="2722"/>
                    </a:lnTo>
                    <a:lnTo>
                      <a:pt x="2352" y="2722"/>
                    </a:lnTo>
                    <a:lnTo>
                      <a:pt x="2360" y="2724"/>
                    </a:lnTo>
                    <a:lnTo>
                      <a:pt x="2364" y="2728"/>
                    </a:lnTo>
                    <a:lnTo>
                      <a:pt x="2368" y="2732"/>
                    </a:lnTo>
                    <a:lnTo>
                      <a:pt x="2370" y="2736"/>
                    </a:lnTo>
                    <a:lnTo>
                      <a:pt x="2368" y="2746"/>
                    </a:lnTo>
                    <a:lnTo>
                      <a:pt x="2366" y="2754"/>
                    </a:lnTo>
                    <a:lnTo>
                      <a:pt x="2364" y="2764"/>
                    </a:lnTo>
                    <a:lnTo>
                      <a:pt x="2362" y="2772"/>
                    </a:lnTo>
                    <a:lnTo>
                      <a:pt x="2364" y="2776"/>
                    </a:lnTo>
                    <a:lnTo>
                      <a:pt x="2368" y="2782"/>
                    </a:lnTo>
                    <a:lnTo>
                      <a:pt x="2372" y="2786"/>
                    </a:lnTo>
                    <a:lnTo>
                      <a:pt x="2380" y="2790"/>
                    </a:lnTo>
                    <a:lnTo>
                      <a:pt x="2380" y="2790"/>
                    </a:lnTo>
                    <a:lnTo>
                      <a:pt x="2394" y="2798"/>
                    </a:lnTo>
                    <a:lnTo>
                      <a:pt x="2402" y="2804"/>
                    </a:lnTo>
                    <a:lnTo>
                      <a:pt x="2408" y="2810"/>
                    </a:lnTo>
                    <a:lnTo>
                      <a:pt x="2410" y="2816"/>
                    </a:lnTo>
                    <a:lnTo>
                      <a:pt x="2422" y="2834"/>
                    </a:lnTo>
                    <a:lnTo>
                      <a:pt x="2432" y="2848"/>
                    </a:lnTo>
                    <a:lnTo>
                      <a:pt x="2450" y="2864"/>
                    </a:lnTo>
                    <a:lnTo>
                      <a:pt x="2450" y="2864"/>
                    </a:lnTo>
                    <a:lnTo>
                      <a:pt x="2476" y="2890"/>
                    </a:lnTo>
                    <a:lnTo>
                      <a:pt x="2494" y="2912"/>
                    </a:lnTo>
                    <a:lnTo>
                      <a:pt x="2504" y="2928"/>
                    </a:lnTo>
                    <a:lnTo>
                      <a:pt x="2512" y="2942"/>
                    </a:lnTo>
                    <a:lnTo>
                      <a:pt x="2516" y="2954"/>
                    </a:lnTo>
                    <a:lnTo>
                      <a:pt x="2518" y="2964"/>
                    </a:lnTo>
                    <a:lnTo>
                      <a:pt x="2522" y="2976"/>
                    </a:lnTo>
                    <a:lnTo>
                      <a:pt x="2526" y="2988"/>
                    </a:lnTo>
                    <a:lnTo>
                      <a:pt x="2526" y="2988"/>
                    </a:lnTo>
                    <a:lnTo>
                      <a:pt x="2530" y="2998"/>
                    </a:lnTo>
                    <a:lnTo>
                      <a:pt x="2530" y="3010"/>
                    </a:lnTo>
                    <a:lnTo>
                      <a:pt x="2528" y="3020"/>
                    </a:lnTo>
                    <a:lnTo>
                      <a:pt x="2524" y="3028"/>
                    </a:lnTo>
                    <a:lnTo>
                      <a:pt x="2518" y="3038"/>
                    </a:lnTo>
                    <a:lnTo>
                      <a:pt x="2516" y="3050"/>
                    </a:lnTo>
                    <a:lnTo>
                      <a:pt x="2516" y="3060"/>
                    </a:lnTo>
                    <a:lnTo>
                      <a:pt x="2520" y="3072"/>
                    </a:lnTo>
                    <a:lnTo>
                      <a:pt x="2520" y="3072"/>
                    </a:lnTo>
                    <a:lnTo>
                      <a:pt x="2528" y="3084"/>
                    </a:lnTo>
                    <a:lnTo>
                      <a:pt x="2534" y="3094"/>
                    </a:lnTo>
                    <a:lnTo>
                      <a:pt x="2550" y="3106"/>
                    </a:lnTo>
                    <a:lnTo>
                      <a:pt x="2570" y="3120"/>
                    </a:lnTo>
                    <a:lnTo>
                      <a:pt x="2580" y="3130"/>
                    </a:lnTo>
                    <a:lnTo>
                      <a:pt x="2594" y="3140"/>
                    </a:lnTo>
                    <a:lnTo>
                      <a:pt x="2594" y="3140"/>
                    </a:lnTo>
                    <a:lnTo>
                      <a:pt x="2606" y="3152"/>
                    </a:lnTo>
                    <a:lnTo>
                      <a:pt x="2618" y="3158"/>
                    </a:lnTo>
                    <a:lnTo>
                      <a:pt x="2628" y="3162"/>
                    </a:lnTo>
                    <a:lnTo>
                      <a:pt x="2638" y="3164"/>
                    </a:lnTo>
                    <a:lnTo>
                      <a:pt x="2648" y="3168"/>
                    </a:lnTo>
                    <a:lnTo>
                      <a:pt x="2658" y="3170"/>
                    </a:lnTo>
                    <a:lnTo>
                      <a:pt x="2668" y="3176"/>
                    </a:lnTo>
                    <a:lnTo>
                      <a:pt x="2680" y="3186"/>
                    </a:lnTo>
                    <a:lnTo>
                      <a:pt x="2680" y="3186"/>
                    </a:lnTo>
                    <a:lnTo>
                      <a:pt x="2694" y="3198"/>
                    </a:lnTo>
                    <a:lnTo>
                      <a:pt x="2714" y="3210"/>
                    </a:lnTo>
                    <a:lnTo>
                      <a:pt x="2736" y="3224"/>
                    </a:lnTo>
                    <a:lnTo>
                      <a:pt x="2762" y="3236"/>
                    </a:lnTo>
                    <a:lnTo>
                      <a:pt x="2814" y="3260"/>
                    </a:lnTo>
                    <a:lnTo>
                      <a:pt x="2862" y="3278"/>
                    </a:lnTo>
                    <a:lnTo>
                      <a:pt x="2862" y="3278"/>
                    </a:lnTo>
                    <a:lnTo>
                      <a:pt x="2880" y="3282"/>
                    </a:lnTo>
                    <a:lnTo>
                      <a:pt x="2894" y="3282"/>
                    </a:lnTo>
                    <a:lnTo>
                      <a:pt x="2906" y="3278"/>
                    </a:lnTo>
                    <a:lnTo>
                      <a:pt x="2916" y="3272"/>
                    </a:lnTo>
                    <a:lnTo>
                      <a:pt x="2926" y="3266"/>
                    </a:lnTo>
                    <a:lnTo>
                      <a:pt x="2938" y="3260"/>
                    </a:lnTo>
                    <a:lnTo>
                      <a:pt x="2950" y="3258"/>
                    </a:lnTo>
                    <a:lnTo>
                      <a:pt x="2968" y="3260"/>
                    </a:lnTo>
                    <a:lnTo>
                      <a:pt x="2968" y="3260"/>
                    </a:lnTo>
                    <a:lnTo>
                      <a:pt x="2984" y="3264"/>
                    </a:lnTo>
                    <a:lnTo>
                      <a:pt x="2996" y="3272"/>
                    </a:lnTo>
                    <a:lnTo>
                      <a:pt x="3006" y="3280"/>
                    </a:lnTo>
                    <a:lnTo>
                      <a:pt x="3014" y="3290"/>
                    </a:lnTo>
                    <a:lnTo>
                      <a:pt x="3032" y="3314"/>
                    </a:lnTo>
                    <a:lnTo>
                      <a:pt x="3042" y="3326"/>
                    </a:lnTo>
                    <a:lnTo>
                      <a:pt x="3054" y="3338"/>
                    </a:lnTo>
                    <a:lnTo>
                      <a:pt x="3054" y="3338"/>
                    </a:lnTo>
                    <a:lnTo>
                      <a:pt x="3072" y="3356"/>
                    </a:lnTo>
                    <a:lnTo>
                      <a:pt x="3086" y="3364"/>
                    </a:lnTo>
                    <a:lnTo>
                      <a:pt x="3094" y="3368"/>
                    </a:lnTo>
                    <a:lnTo>
                      <a:pt x="3104" y="3368"/>
                    </a:lnTo>
                    <a:lnTo>
                      <a:pt x="3104" y="3368"/>
                    </a:lnTo>
                    <a:lnTo>
                      <a:pt x="3116" y="3368"/>
                    </a:lnTo>
                    <a:lnTo>
                      <a:pt x="3124" y="3370"/>
                    </a:lnTo>
                    <a:lnTo>
                      <a:pt x="3140" y="3376"/>
                    </a:lnTo>
                    <a:lnTo>
                      <a:pt x="3140" y="3376"/>
                    </a:lnTo>
                    <a:lnTo>
                      <a:pt x="3146" y="3382"/>
                    </a:lnTo>
                    <a:lnTo>
                      <a:pt x="3150" y="3386"/>
                    </a:lnTo>
                    <a:lnTo>
                      <a:pt x="3152" y="3388"/>
                    </a:lnTo>
                    <a:lnTo>
                      <a:pt x="3160" y="3390"/>
                    </a:lnTo>
                    <a:lnTo>
                      <a:pt x="3160" y="3390"/>
                    </a:lnTo>
                    <a:lnTo>
                      <a:pt x="3174" y="3392"/>
                    </a:lnTo>
                    <a:lnTo>
                      <a:pt x="3186" y="3398"/>
                    </a:lnTo>
                    <a:lnTo>
                      <a:pt x="3196" y="3404"/>
                    </a:lnTo>
                    <a:lnTo>
                      <a:pt x="3204" y="3406"/>
                    </a:lnTo>
                    <a:lnTo>
                      <a:pt x="3204" y="3406"/>
                    </a:lnTo>
                    <a:lnTo>
                      <a:pt x="3204" y="3406"/>
                    </a:lnTo>
                    <a:lnTo>
                      <a:pt x="3204" y="3404"/>
                    </a:lnTo>
                    <a:lnTo>
                      <a:pt x="3202" y="3402"/>
                    </a:lnTo>
                    <a:lnTo>
                      <a:pt x="3202" y="3400"/>
                    </a:lnTo>
                    <a:lnTo>
                      <a:pt x="3210" y="3404"/>
                    </a:lnTo>
                    <a:lnTo>
                      <a:pt x="3210" y="3404"/>
                    </a:lnTo>
                    <a:lnTo>
                      <a:pt x="3212" y="3406"/>
                    </a:lnTo>
                    <a:lnTo>
                      <a:pt x="3218" y="3406"/>
                    </a:lnTo>
                    <a:lnTo>
                      <a:pt x="3226" y="3406"/>
                    </a:lnTo>
                    <a:lnTo>
                      <a:pt x="3234" y="3404"/>
                    </a:lnTo>
                    <a:lnTo>
                      <a:pt x="3236" y="3402"/>
                    </a:lnTo>
                    <a:lnTo>
                      <a:pt x="3234" y="3400"/>
                    </a:lnTo>
                    <a:lnTo>
                      <a:pt x="3234" y="3400"/>
                    </a:lnTo>
                    <a:lnTo>
                      <a:pt x="3230" y="3398"/>
                    </a:lnTo>
                    <a:lnTo>
                      <a:pt x="3230" y="3396"/>
                    </a:lnTo>
                    <a:lnTo>
                      <a:pt x="3230" y="3394"/>
                    </a:lnTo>
                    <a:lnTo>
                      <a:pt x="3232" y="3394"/>
                    </a:lnTo>
                    <a:lnTo>
                      <a:pt x="3232" y="3394"/>
                    </a:lnTo>
                    <a:lnTo>
                      <a:pt x="3236" y="3396"/>
                    </a:lnTo>
                    <a:lnTo>
                      <a:pt x="3238" y="3396"/>
                    </a:lnTo>
                    <a:lnTo>
                      <a:pt x="3240" y="3392"/>
                    </a:lnTo>
                    <a:lnTo>
                      <a:pt x="3240" y="3392"/>
                    </a:lnTo>
                    <a:lnTo>
                      <a:pt x="3242" y="3398"/>
                    </a:lnTo>
                    <a:lnTo>
                      <a:pt x="3242" y="3398"/>
                    </a:lnTo>
                    <a:lnTo>
                      <a:pt x="3248" y="3406"/>
                    </a:lnTo>
                    <a:lnTo>
                      <a:pt x="3252" y="3410"/>
                    </a:lnTo>
                    <a:lnTo>
                      <a:pt x="3254" y="3412"/>
                    </a:lnTo>
                    <a:lnTo>
                      <a:pt x="3252" y="3416"/>
                    </a:lnTo>
                    <a:lnTo>
                      <a:pt x="3252" y="3416"/>
                    </a:lnTo>
                    <a:lnTo>
                      <a:pt x="3250" y="3418"/>
                    </a:lnTo>
                    <a:lnTo>
                      <a:pt x="3250" y="3418"/>
                    </a:lnTo>
                    <a:lnTo>
                      <a:pt x="3246" y="3416"/>
                    </a:lnTo>
                    <a:lnTo>
                      <a:pt x="3244" y="3412"/>
                    </a:lnTo>
                    <a:lnTo>
                      <a:pt x="3242" y="3412"/>
                    </a:lnTo>
                    <a:lnTo>
                      <a:pt x="3240" y="3414"/>
                    </a:lnTo>
                    <a:lnTo>
                      <a:pt x="3240" y="3414"/>
                    </a:lnTo>
                    <a:lnTo>
                      <a:pt x="3238" y="3418"/>
                    </a:lnTo>
                    <a:lnTo>
                      <a:pt x="3242" y="3422"/>
                    </a:lnTo>
                    <a:lnTo>
                      <a:pt x="3246" y="3426"/>
                    </a:lnTo>
                    <a:lnTo>
                      <a:pt x="3252" y="3434"/>
                    </a:lnTo>
                    <a:lnTo>
                      <a:pt x="3252" y="3434"/>
                    </a:lnTo>
                    <a:lnTo>
                      <a:pt x="3258" y="3442"/>
                    </a:lnTo>
                    <a:lnTo>
                      <a:pt x="3266" y="3448"/>
                    </a:lnTo>
                    <a:lnTo>
                      <a:pt x="3274" y="3454"/>
                    </a:lnTo>
                    <a:lnTo>
                      <a:pt x="3278" y="3460"/>
                    </a:lnTo>
                    <a:lnTo>
                      <a:pt x="3282" y="3466"/>
                    </a:lnTo>
                    <a:lnTo>
                      <a:pt x="3282" y="3466"/>
                    </a:lnTo>
                    <a:lnTo>
                      <a:pt x="3288" y="3478"/>
                    </a:lnTo>
                    <a:lnTo>
                      <a:pt x="3294" y="3486"/>
                    </a:lnTo>
                    <a:lnTo>
                      <a:pt x="3304" y="3494"/>
                    </a:lnTo>
                    <a:lnTo>
                      <a:pt x="3316" y="3506"/>
                    </a:lnTo>
                    <a:lnTo>
                      <a:pt x="3316" y="3506"/>
                    </a:lnTo>
                    <a:lnTo>
                      <a:pt x="3318" y="3510"/>
                    </a:lnTo>
                    <a:lnTo>
                      <a:pt x="3318" y="3512"/>
                    </a:lnTo>
                    <a:lnTo>
                      <a:pt x="3314" y="3514"/>
                    </a:lnTo>
                    <a:lnTo>
                      <a:pt x="3310" y="3518"/>
                    </a:lnTo>
                    <a:lnTo>
                      <a:pt x="3310" y="3518"/>
                    </a:lnTo>
                    <a:lnTo>
                      <a:pt x="3310" y="3520"/>
                    </a:lnTo>
                    <a:lnTo>
                      <a:pt x="3310" y="3520"/>
                    </a:lnTo>
                    <a:lnTo>
                      <a:pt x="3316" y="3522"/>
                    </a:lnTo>
                    <a:lnTo>
                      <a:pt x="3318" y="3522"/>
                    </a:lnTo>
                    <a:lnTo>
                      <a:pt x="3318" y="3522"/>
                    </a:lnTo>
                    <a:lnTo>
                      <a:pt x="3318" y="3528"/>
                    </a:lnTo>
                    <a:lnTo>
                      <a:pt x="3318" y="3528"/>
                    </a:lnTo>
                    <a:lnTo>
                      <a:pt x="3318" y="3534"/>
                    </a:lnTo>
                    <a:lnTo>
                      <a:pt x="3316" y="3534"/>
                    </a:lnTo>
                    <a:lnTo>
                      <a:pt x="3314" y="3536"/>
                    </a:lnTo>
                    <a:lnTo>
                      <a:pt x="3312" y="3540"/>
                    </a:lnTo>
                    <a:lnTo>
                      <a:pt x="3312" y="3540"/>
                    </a:lnTo>
                    <a:lnTo>
                      <a:pt x="3312" y="3550"/>
                    </a:lnTo>
                    <a:lnTo>
                      <a:pt x="3314" y="3558"/>
                    </a:lnTo>
                    <a:lnTo>
                      <a:pt x="3318" y="3564"/>
                    </a:lnTo>
                    <a:lnTo>
                      <a:pt x="3322" y="3566"/>
                    </a:lnTo>
                    <a:lnTo>
                      <a:pt x="3322" y="3566"/>
                    </a:lnTo>
                    <a:lnTo>
                      <a:pt x="3330" y="3570"/>
                    </a:lnTo>
                    <a:lnTo>
                      <a:pt x="3334" y="3574"/>
                    </a:lnTo>
                    <a:lnTo>
                      <a:pt x="3338" y="3578"/>
                    </a:lnTo>
                    <a:lnTo>
                      <a:pt x="3338" y="3578"/>
                    </a:lnTo>
                    <a:lnTo>
                      <a:pt x="3340" y="3582"/>
                    </a:lnTo>
                    <a:lnTo>
                      <a:pt x="3342" y="3580"/>
                    </a:lnTo>
                    <a:lnTo>
                      <a:pt x="3348" y="3574"/>
                    </a:lnTo>
                    <a:lnTo>
                      <a:pt x="3348" y="3574"/>
                    </a:lnTo>
                    <a:lnTo>
                      <a:pt x="3350" y="3572"/>
                    </a:lnTo>
                    <a:lnTo>
                      <a:pt x="3350" y="3570"/>
                    </a:lnTo>
                    <a:lnTo>
                      <a:pt x="3348" y="3566"/>
                    </a:lnTo>
                    <a:lnTo>
                      <a:pt x="3338" y="3558"/>
                    </a:lnTo>
                    <a:lnTo>
                      <a:pt x="3338" y="3558"/>
                    </a:lnTo>
                    <a:lnTo>
                      <a:pt x="3336" y="3554"/>
                    </a:lnTo>
                    <a:lnTo>
                      <a:pt x="3336" y="3552"/>
                    </a:lnTo>
                    <a:lnTo>
                      <a:pt x="3336" y="3550"/>
                    </a:lnTo>
                    <a:lnTo>
                      <a:pt x="3338" y="3552"/>
                    </a:lnTo>
                    <a:lnTo>
                      <a:pt x="3338" y="3552"/>
                    </a:lnTo>
                    <a:lnTo>
                      <a:pt x="3342" y="3554"/>
                    </a:lnTo>
                    <a:lnTo>
                      <a:pt x="3348" y="3558"/>
                    </a:lnTo>
                    <a:lnTo>
                      <a:pt x="3354" y="3562"/>
                    </a:lnTo>
                    <a:lnTo>
                      <a:pt x="3358" y="3566"/>
                    </a:lnTo>
                    <a:lnTo>
                      <a:pt x="3358" y="3566"/>
                    </a:lnTo>
                    <a:lnTo>
                      <a:pt x="3358" y="3576"/>
                    </a:lnTo>
                    <a:lnTo>
                      <a:pt x="3360" y="3578"/>
                    </a:lnTo>
                    <a:lnTo>
                      <a:pt x="3362" y="3582"/>
                    </a:lnTo>
                    <a:lnTo>
                      <a:pt x="3362" y="3582"/>
                    </a:lnTo>
                    <a:lnTo>
                      <a:pt x="3366" y="3584"/>
                    </a:lnTo>
                    <a:lnTo>
                      <a:pt x="3368" y="3586"/>
                    </a:lnTo>
                    <a:lnTo>
                      <a:pt x="3374" y="3586"/>
                    </a:lnTo>
                    <a:lnTo>
                      <a:pt x="3384" y="3592"/>
                    </a:lnTo>
                    <a:lnTo>
                      <a:pt x="3384" y="3592"/>
                    </a:lnTo>
                    <a:lnTo>
                      <a:pt x="3398" y="3604"/>
                    </a:lnTo>
                    <a:lnTo>
                      <a:pt x="3402" y="3608"/>
                    </a:lnTo>
                    <a:lnTo>
                      <a:pt x="3402" y="3612"/>
                    </a:lnTo>
                    <a:lnTo>
                      <a:pt x="3402" y="3612"/>
                    </a:lnTo>
                    <a:lnTo>
                      <a:pt x="3402" y="3620"/>
                    </a:lnTo>
                    <a:lnTo>
                      <a:pt x="3400" y="3624"/>
                    </a:lnTo>
                    <a:lnTo>
                      <a:pt x="3398" y="3626"/>
                    </a:lnTo>
                    <a:lnTo>
                      <a:pt x="3398" y="3626"/>
                    </a:lnTo>
                    <a:lnTo>
                      <a:pt x="3398" y="3628"/>
                    </a:lnTo>
                    <a:lnTo>
                      <a:pt x="3396" y="3630"/>
                    </a:lnTo>
                    <a:lnTo>
                      <a:pt x="3400" y="3634"/>
                    </a:lnTo>
                    <a:lnTo>
                      <a:pt x="3404" y="3636"/>
                    </a:lnTo>
                    <a:lnTo>
                      <a:pt x="3408" y="3638"/>
                    </a:lnTo>
                    <a:lnTo>
                      <a:pt x="3408" y="3638"/>
                    </a:lnTo>
                    <a:lnTo>
                      <a:pt x="3410" y="3640"/>
                    </a:lnTo>
                    <a:lnTo>
                      <a:pt x="3414" y="3640"/>
                    </a:lnTo>
                    <a:lnTo>
                      <a:pt x="3414" y="3642"/>
                    </a:lnTo>
                    <a:lnTo>
                      <a:pt x="3416" y="3640"/>
                    </a:lnTo>
                    <a:lnTo>
                      <a:pt x="3416" y="3640"/>
                    </a:lnTo>
                    <a:lnTo>
                      <a:pt x="3416" y="3636"/>
                    </a:lnTo>
                    <a:lnTo>
                      <a:pt x="3414" y="3634"/>
                    </a:lnTo>
                    <a:lnTo>
                      <a:pt x="3410" y="3630"/>
                    </a:lnTo>
                    <a:lnTo>
                      <a:pt x="3406" y="3626"/>
                    </a:lnTo>
                    <a:lnTo>
                      <a:pt x="3408" y="3626"/>
                    </a:lnTo>
                    <a:lnTo>
                      <a:pt x="3410" y="3624"/>
                    </a:lnTo>
                    <a:lnTo>
                      <a:pt x="3410" y="3624"/>
                    </a:lnTo>
                    <a:lnTo>
                      <a:pt x="3414" y="3622"/>
                    </a:lnTo>
                    <a:lnTo>
                      <a:pt x="3414" y="3624"/>
                    </a:lnTo>
                    <a:lnTo>
                      <a:pt x="3416" y="3628"/>
                    </a:lnTo>
                    <a:lnTo>
                      <a:pt x="3418" y="3630"/>
                    </a:lnTo>
                    <a:lnTo>
                      <a:pt x="3418" y="3630"/>
                    </a:lnTo>
                    <a:lnTo>
                      <a:pt x="3420" y="3630"/>
                    </a:lnTo>
                    <a:lnTo>
                      <a:pt x="3422" y="3632"/>
                    </a:lnTo>
                    <a:lnTo>
                      <a:pt x="3422" y="3636"/>
                    </a:lnTo>
                    <a:lnTo>
                      <a:pt x="3422" y="3642"/>
                    </a:lnTo>
                    <a:lnTo>
                      <a:pt x="3422" y="3646"/>
                    </a:lnTo>
                    <a:lnTo>
                      <a:pt x="3422" y="3646"/>
                    </a:lnTo>
                    <a:lnTo>
                      <a:pt x="3428" y="3654"/>
                    </a:lnTo>
                    <a:lnTo>
                      <a:pt x="3430" y="3656"/>
                    </a:lnTo>
                    <a:lnTo>
                      <a:pt x="3432" y="3656"/>
                    </a:lnTo>
                    <a:lnTo>
                      <a:pt x="3432" y="3656"/>
                    </a:lnTo>
                    <a:lnTo>
                      <a:pt x="3434" y="3648"/>
                    </a:lnTo>
                    <a:lnTo>
                      <a:pt x="3436" y="3646"/>
                    </a:lnTo>
                    <a:lnTo>
                      <a:pt x="3440" y="3644"/>
                    </a:lnTo>
                    <a:lnTo>
                      <a:pt x="3440" y="3644"/>
                    </a:lnTo>
                    <a:lnTo>
                      <a:pt x="3452" y="3646"/>
                    </a:lnTo>
                    <a:lnTo>
                      <a:pt x="3464" y="3650"/>
                    </a:lnTo>
                    <a:lnTo>
                      <a:pt x="3472" y="3652"/>
                    </a:lnTo>
                    <a:lnTo>
                      <a:pt x="3476" y="3654"/>
                    </a:lnTo>
                    <a:lnTo>
                      <a:pt x="3476" y="3654"/>
                    </a:lnTo>
                    <a:lnTo>
                      <a:pt x="3478" y="3652"/>
                    </a:lnTo>
                    <a:lnTo>
                      <a:pt x="3480" y="3654"/>
                    </a:lnTo>
                    <a:lnTo>
                      <a:pt x="3482" y="3662"/>
                    </a:lnTo>
                    <a:lnTo>
                      <a:pt x="3482" y="3662"/>
                    </a:lnTo>
                    <a:lnTo>
                      <a:pt x="3484" y="3666"/>
                    </a:lnTo>
                    <a:lnTo>
                      <a:pt x="3484" y="3670"/>
                    </a:lnTo>
                    <a:lnTo>
                      <a:pt x="3486" y="3672"/>
                    </a:lnTo>
                    <a:lnTo>
                      <a:pt x="3490" y="3676"/>
                    </a:lnTo>
                    <a:lnTo>
                      <a:pt x="3490" y="3676"/>
                    </a:lnTo>
                    <a:lnTo>
                      <a:pt x="3496" y="3678"/>
                    </a:lnTo>
                    <a:lnTo>
                      <a:pt x="3498" y="3678"/>
                    </a:lnTo>
                    <a:lnTo>
                      <a:pt x="3498" y="3674"/>
                    </a:lnTo>
                    <a:lnTo>
                      <a:pt x="3498" y="3674"/>
                    </a:lnTo>
                    <a:lnTo>
                      <a:pt x="3500" y="3668"/>
                    </a:lnTo>
                    <a:lnTo>
                      <a:pt x="3502" y="3666"/>
                    </a:lnTo>
                    <a:lnTo>
                      <a:pt x="3504" y="3666"/>
                    </a:lnTo>
                    <a:lnTo>
                      <a:pt x="3504" y="3668"/>
                    </a:lnTo>
                    <a:lnTo>
                      <a:pt x="3504" y="3668"/>
                    </a:lnTo>
                    <a:lnTo>
                      <a:pt x="3504" y="3672"/>
                    </a:lnTo>
                    <a:lnTo>
                      <a:pt x="3508" y="3680"/>
                    </a:lnTo>
                    <a:lnTo>
                      <a:pt x="3510" y="3686"/>
                    </a:lnTo>
                    <a:lnTo>
                      <a:pt x="3510" y="3694"/>
                    </a:lnTo>
                    <a:lnTo>
                      <a:pt x="3510" y="3694"/>
                    </a:lnTo>
                    <a:lnTo>
                      <a:pt x="3510" y="3696"/>
                    </a:lnTo>
                    <a:lnTo>
                      <a:pt x="3510" y="3698"/>
                    </a:lnTo>
                    <a:lnTo>
                      <a:pt x="3516" y="3698"/>
                    </a:lnTo>
                    <a:lnTo>
                      <a:pt x="3528" y="3696"/>
                    </a:lnTo>
                    <a:lnTo>
                      <a:pt x="3528" y="3696"/>
                    </a:lnTo>
                    <a:lnTo>
                      <a:pt x="3530" y="3696"/>
                    </a:lnTo>
                    <a:lnTo>
                      <a:pt x="3532" y="3696"/>
                    </a:lnTo>
                    <a:lnTo>
                      <a:pt x="3532" y="3692"/>
                    </a:lnTo>
                    <a:lnTo>
                      <a:pt x="3532" y="3690"/>
                    </a:lnTo>
                    <a:lnTo>
                      <a:pt x="3538" y="3688"/>
                    </a:lnTo>
                    <a:lnTo>
                      <a:pt x="3538" y="3688"/>
                    </a:lnTo>
                    <a:lnTo>
                      <a:pt x="3544" y="3688"/>
                    </a:lnTo>
                    <a:lnTo>
                      <a:pt x="3546" y="3686"/>
                    </a:lnTo>
                    <a:lnTo>
                      <a:pt x="3548" y="3684"/>
                    </a:lnTo>
                    <a:lnTo>
                      <a:pt x="3546" y="3680"/>
                    </a:lnTo>
                    <a:lnTo>
                      <a:pt x="3542" y="3672"/>
                    </a:lnTo>
                    <a:lnTo>
                      <a:pt x="3542" y="3672"/>
                    </a:lnTo>
                    <a:lnTo>
                      <a:pt x="3536" y="3664"/>
                    </a:lnTo>
                    <a:lnTo>
                      <a:pt x="3534" y="3660"/>
                    </a:lnTo>
                    <a:lnTo>
                      <a:pt x="3534" y="3658"/>
                    </a:lnTo>
                    <a:lnTo>
                      <a:pt x="3532" y="3658"/>
                    </a:lnTo>
                    <a:lnTo>
                      <a:pt x="3532" y="3658"/>
                    </a:lnTo>
                    <a:lnTo>
                      <a:pt x="3530" y="3658"/>
                    </a:lnTo>
                    <a:lnTo>
                      <a:pt x="3528" y="3656"/>
                    </a:lnTo>
                    <a:lnTo>
                      <a:pt x="3526" y="3652"/>
                    </a:lnTo>
                    <a:lnTo>
                      <a:pt x="3528" y="3648"/>
                    </a:lnTo>
                    <a:lnTo>
                      <a:pt x="3530" y="3646"/>
                    </a:lnTo>
                    <a:lnTo>
                      <a:pt x="3532" y="3646"/>
                    </a:lnTo>
                    <a:lnTo>
                      <a:pt x="3532" y="3646"/>
                    </a:lnTo>
                    <a:lnTo>
                      <a:pt x="3538" y="3644"/>
                    </a:lnTo>
                    <a:lnTo>
                      <a:pt x="3544" y="3642"/>
                    </a:lnTo>
                    <a:lnTo>
                      <a:pt x="3550" y="3636"/>
                    </a:lnTo>
                    <a:lnTo>
                      <a:pt x="3556" y="3628"/>
                    </a:lnTo>
                    <a:lnTo>
                      <a:pt x="3556" y="3628"/>
                    </a:lnTo>
                    <a:lnTo>
                      <a:pt x="3558" y="3624"/>
                    </a:lnTo>
                    <a:lnTo>
                      <a:pt x="3558" y="3622"/>
                    </a:lnTo>
                    <a:lnTo>
                      <a:pt x="3558" y="3618"/>
                    </a:lnTo>
                    <a:lnTo>
                      <a:pt x="3562" y="3616"/>
                    </a:lnTo>
                    <a:lnTo>
                      <a:pt x="3562" y="3616"/>
                    </a:lnTo>
                    <a:lnTo>
                      <a:pt x="3566" y="3614"/>
                    </a:lnTo>
                    <a:lnTo>
                      <a:pt x="3568" y="3612"/>
                    </a:lnTo>
                    <a:lnTo>
                      <a:pt x="3570" y="3610"/>
                    </a:lnTo>
                    <a:lnTo>
                      <a:pt x="3576" y="3610"/>
                    </a:lnTo>
                    <a:lnTo>
                      <a:pt x="3576" y="3610"/>
                    </a:lnTo>
                    <a:lnTo>
                      <a:pt x="3586" y="3612"/>
                    </a:lnTo>
                    <a:lnTo>
                      <a:pt x="3598" y="3620"/>
                    </a:lnTo>
                    <a:lnTo>
                      <a:pt x="3606" y="3626"/>
                    </a:lnTo>
                    <a:lnTo>
                      <a:pt x="3608" y="3630"/>
                    </a:lnTo>
                    <a:lnTo>
                      <a:pt x="3608" y="3632"/>
                    </a:lnTo>
                    <a:lnTo>
                      <a:pt x="3608" y="3632"/>
                    </a:lnTo>
                    <a:lnTo>
                      <a:pt x="3606" y="3636"/>
                    </a:lnTo>
                    <a:lnTo>
                      <a:pt x="3608" y="3638"/>
                    </a:lnTo>
                    <a:lnTo>
                      <a:pt x="3610" y="3640"/>
                    </a:lnTo>
                    <a:lnTo>
                      <a:pt x="3612" y="3640"/>
                    </a:lnTo>
                    <a:lnTo>
                      <a:pt x="3612" y="3640"/>
                    </a:lnTo>
                    <a:lnTo>
                      <a:pt x="3616" y="3638"/>
                    </a:lnTo>
                    <a:lnTo>
                      <a:pt x="3616" y="3638"/>
                    </a:lnTo>
                    <a:lnTo>
                      <a:pt x="3618" y="3638"/>
                    </a:lnTo>
                    <a:lnTo>
                      <a:pt x="3620" y="3638"/>
                    </a:lnTo>
                    <a:lnTo>
                      <a:pt x="3620" y="3638"/>
                    </a:lnTo>
                    <a:lnTo>
                      <a:pt x="3622" y="3638"/>
                    </a:lnTo>
                    <a:lnTo>
                      <a:pt x="3620" y="3640"/>
                    </a:lnTo>
                    <a:lnTo>
                      <a:pt x="3618" y="3648"/>
                    </a:lnTo>
                    <a:lnTo>
                      <a:pt x="3614" y="3658"/>
                    </a:lnTo>
                    <a:lnTo>
                      <a:pt x="3612" y="3662"/>
                    </a:lnTo>
                    <a:lnTo>
                      <a:pt x="3614" y="3666"/>
                    </a:lnTo>
                    <a:lnTo>
                      <a:pt x="3614" y="3666"/>
                    </a:lnTo>
                    <a:lnTo>
                      <a:pt x="3622" y="3682"/>
                    </a:lnTo>
                    <a:lnTo>
                      <a:pt x="3626" y="3690"/>
                    </a:lnTo>
                    <a:lnTo>
                      <a:pt x="3632" y="3696"/>
                    </a:lnTo>
                    <a:lnTo>
                      <a:pt x="3632" y="3696"/>
                    </a:lnTo>
                    <a:lnTo>
                      <a:pt x="3636" y="3700"/>
                    </a:lnTo>
                    <a:lnTo>
                      <a:pt x="3638" y="3702"/>
                    </a:lnTo>
                    <a:lnTo>
                      <a:pt x="3640" y="3704"/>
                    </a:lnTo>
                    <a:lnTo>
                      <a:pt x="3640" y="3708"/>
                    </a:lnTo>
                    <a:lnTo>
                      <a:pt x="3672" y="3654"/>
                    </a:lnTo>
                    <a:lnTo>
                      <a:pt x="3672" y="3654"/>
                    </a:lnTo>
                    <a:lnTo>
                      <a:pt x="3654" y="3626"/>
                    </a:lnTo>
                    <a:lnTo>
                      <a:pt x="3654" y="3626"/>
                    </a:lnTo>
                    <a:close/>
                    <a:moveTo>
                      <a:pt x="3590" y="1870"/>
                    </a:moveTo>
                    <a:lnTo>
                      <a:pt x="3590" y="1870"/>
                    </a:lnTo>
                    <a:lnTo>
                      <a:pt x="3570" y="1886"/>
                    </a:lnTo>
                    <a:lnTo>
                      <a:pt x="3558" y="1894"/>
                    </a:lnTo>
                    <a:lnTo>
                      <a:pt x="3546" y="1900"/>
                    </a:lnTo>
                    <a:lnTo>
                      <a:pt x="3546" y="1900"/>
                    </a:lnTo>
                    <a:lnTo>
                      <a:pt x="3536" y="1904"/>
                    </a:lnTo>
                    <a:lnTo>
                      <a:pt x="3524" y="1910"/>
                    </a:lnTo>
                    <a:lnTo>
                      <a:pt x="3508" y="1920"/>
                    </a:lnTo>
                    <a:lnTo>
                      <a:pt x="3488" y="1932"/>
                    </a:lnTo>
                    <a:lnTo>
                      <a:pt x="3488" y="1932"/>
                    </a:lnTo>
                    <a:lnTo>
                      <a:pt x="3466" y="1938"/>
                    </a:lnTo>
                    <a:lnTo>
                      <a:pt x="3448" y="1942"/>
                    </a:lnTo>
                    <a:lnTo>
                      <a:pt x="3434" y="1942"/>
                    </a:lnTo>
                    <a:lnTo>
                      <a:pt x="3426" y="1940"/>
                    </a:lnTo>
                    <a:lnTo>
                      <a:pt x="3426" y="1940"/>
                    </a:lnTo>
                    <a:lnTo>
                      <a:pt x="3424" y="1938"/>
                    </a:lnTo>
                    <a:lnTo>
                      <a:pt x="3424" y="1938"/>
                    </a:lnTo>
                    <a:lnTo>
                      <a:pt x="3430" y="1936"/>
                    </a:lnTo>
                    <a:lnTo>
                      <a:pt x="3434" y="1936"/>
                    </a:lnTo>
                    <a:lnTo>
                      <a:pt x="3434" y="1934"/>
                    </a:lnTo>
                    <a:lnTo>
                      <a:pt x="3434" y="1934"/>
                    </a:lnTo>
                    <a:lnTo>
                      <a:pt x="3434" y="1934"/>
                    </a:lnTo>
                    <a:lnTo>
                      <a:pt x="3426" y="1932"/>
                    </a:lnTo>
                    <a:lnTo>
                      <a:pt x="3418" y="1930"/>
                    </a:lnTo>
                    <a:lnTo>
                      <a:pt x="3410" y="1930"/>
                    </a:lnTo>
                    <a:lnTo>
                      <a:pt x="3408" y="1928"/>
                    </a:lnTo>
                    <a:lnTo>
                      <a:pt x="3406" y="1926"/>
                    </a:lnTo>
                    <a:lnTo>
                      <a:pt x="3406" y="1926"/>
                    </a:lnTo>
                    <a:lnTo>
                      <a:pt x="3408" y="1922"/>
                    </a:lnTo>
                    <a:lnTo>
                      <a:pt x="3410" y="1916"/>
                    </a:lnTo>
                    <a:lnTo>
                      <a:pt x="3414" y="1910"/>
                    </a:lnTo>
                    <a:lnTo>
                      <a:pt x="3416" y="1900"/>
                    </a:lnTo>
                    <a:lnTo>
                      <a:pt x="3416" y="1900"/>
                    </a:lnTo>
                    <a:lnTo>
                      <a:pt x="3420" y="1892"/>
                    </a:lnTo>
                    <a:lnTo>
                      <a:pt x="3422" y="1890"/>
                    </a:lnTo>
                    <a:lnTo>
                      <a:pt x="3426" y="1886"/>
                    </a:lnTo>
                    <a:lnTo>
                      <a:pt x="3430" y="1880"/>
                    </a:lnTo>
                    <a:lnTo>
                      <a:pt x="3430" y="1880"/>
                    </a:lnTo>
                    <a:lnTo>
                      <a:pt x="3434" y="1872"/>
                    </a:lnTo>
                    <a:lnTo>
                      <a:pt x="3436" y="1870"/>
                    </a:lnTo>
                    <a:lnTo>
                      <a:pt x="3438" y="1872"/>
                    </a:lnTo>
                    <a:lnTo>
                      <a:pt x="3440" y="1880"/>
                    </a:lnTo>
                    <a:lnTo>
                      <a:pt x="3440" y="1880"/>
                    </a:lnTo>
                    <a:lnTo>
                      <a:pt x="3446" y="1882"/>
                    </a:lnTo>
                    <a:lnTo>
                      <a:pt x="3448" y="1884"/>
                    </a:lnTo>
                    <a:lnTo>
                      <a:pt x="3450" y="1886"/>
                    </a:lnTo>
                    <a:lnTo>
                      <a:pt x="3448" y="1888"/>
                    </a:lnTo>
                    <a:lnTo>
                      <a:pt x="3442" y="1892"/>
                    </a:lnTo>
                    <a:lnTo>
                      <a:pt x="3432" y="1894"/>
                    </a:lnTo>
                    <a:lnTo>
                      <a:pt x="3432" y="1894"/>
                    </a:lnTo>
                    <a:lnTo>
                      <a:pt x="3426" y="1894"/>
                    </a:lnTo>
                    <a:lnTo>
                      <a:pt x="3424" y="1896"/>
                    </a:lnTo>
                    <a:lnTo>
                      <a:pt x="3422" y="1898"/>
                    </a:lnTo>
                    <a:lnTo>
                      <a:pt x="3422" y="1902"/>
                    </a:lnTo>
                    <a:lnTo>
                      <a:pt x="3422" y="1904"/>
                    </a:lnTo>
                    <a:lnTo>
                      <a:pt x="3424" y="1906"/>
                    </a:lnTo>
                    <a:lnTo>
                      <a:pt x="3428" y="1908"/>
                    </a:lnTo>
                    <a:lnTo>
                      <a:pt x="3432" y="1908"/>
                    </a:lnTo>
                    <a:lnTo>
                      <a:pt x="3432" y="1908"/>
                    </a:lnTo>
                    <a:lnTo>
                      <a:pt x="3438" y="1908"/>
                    </a:lnTo>
                    <a:lnTo>
                      <a:pt x="3442" y="1910"/>
                    </a:lnTo>
                    <a:lnTo>
                      <a:pt x="3444" y="1912"/>
                    </a:lnTo>
                    <a:lnTo>
                      <a:pt x="3446" y="1910"/>
                    </a:lnTo>
                    <a:lnTo>
                      <a:pt x="3446" y="1910"/>
                    </a:lnTo>
                    <a:lnTo>
                      <a:pt x="3450" y="1904"/>
                    </a:lnTo>
                    <a:lnTo>
                      <a:pt x="3456" y="1900"/>
                    </a:lnTo>
                    <a:lnTo>
                      <a:pt x="3466" y="1896"/>
                    </a:lnTo>
                    <a:lnTo>
                      <a:pt x="3466" y="1896"/>
                    </a:lnTo>
                    <a:lnTo>
                      <a:pt x="3470" y="1892"/>
                    </a:lnTo>
                    <a:lnTo>
                      <a:pt x="3474" y="1888"/>
                    </a:lnTo>
                    <a:lnTo>
                      <a:pt x="3482" y="1880"/>
                    </a:lnTo>
                    <a:lnTo>
                      <a:pt x="3488" y="1876"/>
                    </a:lnTo>
                    <a:lnTo>
                      <a:pt x="3496" y="1874"/>
                    </a:lnTo>
                    <a:lnTo>
                      <a:pt x="3504" y="1874"/>
                    </a:lnTo>
                    <a:lnTo>
                      <a:pt x="3518" y="1876"/>
                    </a:lnTo>
                    <a:lnTo>
                      <a:pt x="3518" y="1876"/>
                    </a:lnTo>
                    <a:lnTo>
                      <a:pt x="3534" y="1880"/>
                    </a:lnTo>
                    <a:lnTo>
                      <a:pt x="3538" y="1880"/>
                    </a:lnTo>
                    <a:lnTo>
                      <a:pt x="3536" y="1878"/>
                    </a:lnTo>
                    <a:lnTo>
                      <a:pt x="3532" y="1876"/>
                    </a:lnTo>
                    <a:lnTo>
                      <a:pt x="3532" y="1872"/>
                    </a:lnTo>
                    <a:lnTo>
                      <a:pt x="3532" y="1870"/>
                    </a:lnTo>
                    <a:lnTo>
                      <a:pt x="3532" y="1870"/>
                    </a:lnTo>
                    <a:lnTo>
                      <a:pt x="3536" y="1866"/>
                    </a:lnTo>
                    <a:lnTo>
                      <a:pt x="3540" y="1864"/>
                    </a:lnTo>
                    <a:lnTo>
                      <a:pt x="3560" y="1862"/>
                    </a:lnTo>
                    <a:lnTo>
                      <a:pt x="3560" y="1862"/>
                    </a:lnTo>
                    <a:lnTo>
                      <a:pt x="3580" y="1860"/>
                    </a:lnTo>
                    <a:lnTo>
                      <a:pt x="3584" y="1860"/>
                    </a:lnTo>
                    <a:lnTo>
                      <a:pt x="3586" y="1858"/>
                    </a:lnTo>
                    <a:lnTo>
                      <a:pt x="3586" y="1858"/>
                    </a:lnTo>
                    <a:lnTo>
                      <a:pt x="3586" y="1854"/>
                    </a:lnTo>
                    <a:lnTo>
                      <a:pt x="3586" y="1852"/>
                    </a:lnTo>
                    <a:lnTo>
                      <a:pt x="3588" y="1850"/>
                    </a:lnTo>
                    <a:lnTo>
                      <a:pt x="3588" y="1850"/>
                    </a:lnTo>
                    <a:lnTo>
                      <a:pt x="3590" y="1850"/>
                    </a:lnTo>
                    <a:lnTo>
                      <a:pt x="3592" y="1852"/>
                    </a:lnTo>
                    <a:lnTo>
                      <a:pt x="3594" y="1858"/>
                    </a:lnTo>
                    <a:lnTo>
                      <a:pt x="3592" y="1864"/>
                    </a:lnTo>
                    <a:lnTo>
                      <a:pt x="3590" y="1870"/>
                    </a:lnTo>
                    <a:lnTo>
                      <a:pt x="3590" y="1870"/>
                    </a:lnTo>
                    <a:close/>
                    <a:moveTo>
                      <a:pt x="3578" y="1812"/>
                    </a:moveTo>
                    <a:lnTo>
                      <a:pt x="3578" y="1812"/>
                    </a:lnTo>
                    <a:lnTo>
                      <a:pt x="3586" y="1806"/>
                    </a:lnTo>
                    <a:lnTo>
                      <a:pt x="3596" y="1804"/>
                    </a:lnTo>
                    <a:lnTo>
                      <a:pt x="3624" y="1798"/>
                    </a:lnTo>
                    <a:lnTo>
                      <a:pt x="3624" y="1798"/>
                    </a:lnTo>
                    <a:lnTo>
                      <a:pt x="3636" y="1796"/>
                    </a:lnTo>
                    <a:lnTo>
                      <a:pt x="3642" y="1794"/>
                    </a:lnTo>
                    <a:lnTo>
                      <a:pt x="3656" y="1802"/>
                    </a:lnTo>
                    <a:lnTo>
                      <a:pt x="3656" y="1802"/>
                    </a:lnTo>
                    <a:lnTo>
                      <a:pt x="3662" y="1804"/>
                    </a:lnTo>
                    <a:lnTo>
                      <a:pt x="3664" y="1804"/>
                    </a:lnTo>
                    <a:lnTo>
                      <a:pt x="3668" y="1804"/>
                    </a:lnTo>
                    <a:lnTo>
                      <a:pt x="3668" y="1802"/>
                    </a:lnTo>
                    <a:lnTo>
                      <a:pt x="3672" y="1794"/>
                    </a:lnTo>
                    <a:lnTo>
                      <a:pt x="3674" y="1790"/>
                    </a:lnTo>
                    <a:lnTo>
                      <a:pt x="3678" y="1788"/>
                    </a:lnTo>
                    <a:lnTo>
                      <a:pt x="3678" y="1788"/>
                    </a:lnTo>
                    <a:lnTo>
                      <a:pt x="3686" y="1782"/>
                    </a:lnTo>
                    <a:lnTo>
                      <a:pt x="3696" y="1778"/>
                    </a:lnTo>
                    <a:lnTo>
                      <a:pt x="3706" y="1776"/>
                    </a:lnTo>
                    <a:lnTo>
                      <a:pt x="3716" y="1770"/>
                    </a:lnTo>
                    <a:lnTo>
                      <a:pt x="3716" y="1770"/>
                    </a:lnTo>
                    <a:lnTo>
                      <a:pt x="3714" y="1774"/>
                    </a:lnTo>
                    <a:lnTo>
                      <a:pt x="3712" y="1778"/>
                    </a:lnTo>
                    <a:lnTo>
                      <a:pt x="3708" y="1782"/>
                    </a:lnTo>
                    <a:lnTo>
                      <a:pt x="3702" y="1784"/>
                    </a:lnTo>
                    <a:lnTo>
                      <a:pt x="3702" y="1784"/>
                    </a:lnTo>
                    <a:lnTo>
                      <a:pt x="3698" y="1786"/>
                    </a:lnTo>
                    <a:lnTo>
                      <a:pt x="3694" y="1790"/>
                    </a:lnTo>
                    <a:lnTo>
                      <a:pt x="3696" y="1794"/>
                    </a:lnTo>
                    <a:lnTo>
                      <a:pt x="3698" y="1798"/>
                    </a:lnTo>
                    <a:lnTo>
                      <a:pt x="3698" y="1798"/>
                    </a:lnTo>
                    <a:lnTo>
                      <a:pt x="3702" y="1800"/>
                    </a:lnTo>
                    <a:lnTo>
                      <a:pt x="3702" y="1802"/>
                    </a:lnTo>
                    <a:lnTo>
                      <a:pt x="3700" y="1806"/>
                    </a:lnTo>
                    <a:lnTo>
                      <a:pt x="3700" y="1814"/>
                    </a:lnTo>
                    <a:lnTo>
                      <a:pt x="3700" y="1814"/>
                    </a:lnTo>
                    <a:lnTo>
                      <a:pt x="3700" y="1820"/>
                    </a:lnTo>
                    <a:lnTo>
                      <a:pt x="3696" y="1822"/>
                    </a:lnTo>
                    <a:lnTo>
                      <a:pt x="3690" y="1826"/>
                    </a:lnTo>
                    <a:lnTo>
                      <a:pt x="3684" y="1830"/>
                    </a:lnTo>
                    <a:lnTo>
                      <a:pt x="3684" y="1830"/>
                    </a:lnTo>
                    <a:lnTo>
                      <a:pt x="3680" y="1834"/>
                    </a:lnTo>
                    <a:lnTo>
                      <a:pt x="3676" y="1836"/>
                    </a:lnTo>
                    <a:lnTo>
                      <a:pt x="3662" y="1838"/>
                    </a:lnTo>
                    <a:lnTo>
                      <a:pt x="3648" y="1838"/>
                    </a:lnTo>
                    <a:lnTo>
                      <a:pt x="3638" y="1834"/>
                    </a:lnTo>
                    <a:lnTo>
                      <a:pt x="3638" y="1834"/>
                    </a:lnTo>
                    <a:lnTo>
                      <a:pt x="3628" y="1832"/>
                    </a:lnTo>
                    <a:lnTo>
                      <a:pt x="3616" y="1830"/>
                    </a:lnTo>
                    <a:lnTo>
                      <a:pt x="3604" y="1832"/>
                    </a:lnTo>
                    <a:lnTo>
                      <a:pt x="3594" y="1834"/>
                    </a:lnTo>
                    <a:lnTo>
                      <a:pt x="3594" y="1834"/>
                    </a:lnTo>
                    <a:lnTo>
                      <a:pt x="3588" y="1838"/>
                    </a:lnTo>
                    <a:lnTo>
                      <a:pt x="3582" y="1840"/>
                    </a:lnTo>
                    <a:lnTo>
                      <a:pt x="3574" y="1842"/>
                    </a:lnTo>
                    <a:lnTo>
                      <a:pt x="3574" y="1842"/>
                    </a:lnTo>
                    <a:lnTo>
                      <a:pt x="3568" y="1842"/>
                    </a:lnTo>
                    <a:lnTo>
                      <a:pt x="3562" y="1842"/>
                    </a:lnTo>
                    <a:lnTo>
                      <a:pt x="3560" y="1840"/>
                    </a:lnTo>
                    <a:lnTo>
                      <a:pt x="3558" y="1838"/>
                    </a:lnTo>
                    <a:lnTo>
                      <a:pt x="3558" y="1834"/>
                    </a:lnTo>
                    <a:lnTo>
                      <a:pt x="3560" y="1828"/>
                    </a:lnTo>
                    <a:lnTo>
                      <a:pt x="3560" y="1828"/>
                    </a:lnTo>
                    <a:lnTo>
                      <a:pt x="3564" y="1820"/>
                    </a:lnTo>
                    <a:lnTo>
                      <a:pt x="3570" y="1818"/>
                    </a:lnTo>
                    <a:lnTo>
                      <a:pt x="3574" y="1816"/>
                    </a:lnTo>
                    <a:lnTo>
                      <a:pt x="3578" y="1812"/>
                    </a:lnTo>
                    <a:lnTo>
                      <a:pt x="3578" y="1812"/>
                    </a:lnTo>
                    <a:close/>
                    <a:moveTo>
                      <a:pt x="3092" y="1606"/>
                    </a:moveTo>
                    <a:lnTo>
                      <a:pt x="3092" y="1606"/>
                    </a:lnTo>
                    <a:lnTo>
                      <a:pt x="3104" y="1594"/>
                    </a:lnTo>
                    <a:lnTo>
                      <a:pt x="3118" y="1586"/>
                    </a:lnTo>
                    <a:lnTo>
                      <a:pt x="3158" y="1566"/>
                    </a:lnTo>
                    <a:lnTo>
                      <a:pt x="3158" y="1566"/>
                    </a:lnTo>
                    <a:lnTo>
                      <a:pt x="3164" y="1564"/>
                    </a:lnTo>
                    <a:lnTo>
                      <a:pt x="3164" y="1564"/>
                    </a:lnTo>
                    <a:lnTo>
                      <a:pt x="3168" y="1560"/>
                    </a:lnTo>
                    <a:lnTo>
                      <a:pt x="3172" y="1556"/>
                    </a:lnTo>
                    <a:lnTo>
                      <a:pt x="3176" y="1544"/>
                    </a:lnTo>
                    <a:lnTo>
                      <a:pt x="3176" y="1544"/>
                    </a:lnTo>
                    <a:lnTo>
                      <a:pt x="3180" y="1538"/>
                    </a:lnTo>
                    <a:lnTo>
                      <a:pt x="3184" y="1534"/>
                    </a:lnTo>
                    <a:lnTo>
                      <a:pt x="3188" y="1534"/>
                    </a:lnTo>
                    <a:lnTo>
                      <a:pt x="3190" y="1536"/>
                    </a:lnTo>
                    <a:lnTo>
                      <a:pt x="3190" y="1538"/>
                    </a:lnTo>
                    <a:lnTo>
                      <a:pt x="3190" y="1542"/>
                    </a:lnTo>
                    <a:lnTo>
                      <a:pt x="3190" y="1542"/>
                    </a:lnTo>
                    <a:lnTo>
                      <a:pt x="3188" y="1548"/>
                    </a:lnTo>
                    <a:lnTo>
                      <a:pt x="3192" y="1544"/>
                    </a:lnTo>
                    <a:lnTo>
                      <a:pt x="3196" y="1536"/>
                    </a:lnTo>
                    <a:lnTo>
                      <a:pt x="3200" y="1524"/>
                    </a:lnTo>
                    <a:lnTo>
                      <a:pt x="3200" y="1524"/>
                    </a:lnTo>
                    <a:lnTo>
                      <a:pt x="3204" y="1516"/>
                    </a:lnTo>
                    <a:lnTo>
                      <a:pt x="3206" y="1516"/>
                    </a:lnTo>
                    <a:lnTo>
                      <a:pt x="3208" y="1516"/>
                    </a:lnTo>
                    <a:lnTo>
                      <a:pt x="3208" y="1522"/>
                    </a:lnTo>
                    <a:lnTo>
                      <a:pt x="3206" y="1532"/>
                    </a:lnTo>
                    <a:lnTo>
                      <a:pt x="3206" y="1532"/>
                    </a:lnTo>
                    <a:lnTo>
                      <a:pt x="3204" y="1538"/>
                    </a:lnTo>
                    <a:lnTo>
                      <a:pt x="3204" y="1540"/>
                    </a:lnTo>
                    <a:lnTo>
                      <a:pt x="3204" y="1540"/>
                    </a:lnTo>
                    <a:lnTo>
                      <a:pt x="3216" y="1532"/>
                    </a:lnTo>
                    <a:lnTo>
                      <a:pt x="3216" y="1532"/>
                    </a:lnTo>
                    <a:lnTo>
                      <a:pt x="3218" y="1530"/>
                    </a:lnTo>
                    <a:lnTo>
                      <a:pt x="3220" y="1526"/>
                    </a:lnTo>
                    <a:lnTo>
                      <a:pt x="3218" y="1520"/>
                    </a:lnTo>
                    <a:lnTo>
                      <a:pt x="3216" y="1514"/>
                    </a:lnTo>
                    <a:lnTo>
                      <a:pt x="3216" y="1512"/>
                    </a:lnTo>
                    <a:lnTo>
                      <a:pt x="3216" y="1510"/>
                    </a:lnTo>
                    <a:lnTo>
                      <a:pt x="3216" y="1510"/>
                    </a:lnTo>
                    <a:lnTo>
                      <a:pt x="3220" y="1508"/>
                    </a:lnTo>
                    <a:lnTo>
                      <a:pt x="3224" y="1510"/>
                    </a:lnTo>
                    <a:lnTo>
                      <a:pt x="3236" y="1514"/>
                    </a:lnTo>
                    <a:lnTo>
                      <a:pt x="3248" y="1520"/>
                    </a:lnTo>
                    <a:lnTo>
                      <a:pt x="3254" y="1522"/>
                    </a:lnTo>
                    <a:lnTo>
                      <a:pt x="3260" y="1522"/>
                    </a:lnTo>
                    <a:lnTo>
                      <a:pt x="3260" y="1522"/>
                    </a:lnTo>
                    <a:lnTo>
                      <a:pt x="3268" y="1522"/>
                    </a:lnTo>
                    <a:lnTo>
                      <a:pt x="3272" y="1522"/>
                    </a:lnTo>
                    <a:lnTo>
                      <a:pt x="3276" y="1522"/>
                    </a:lnTo>
                    <a:lnTo>
                      <a:pt x="3284" y="1522"/>
                    </a:lnTo>
                    <a:lnTo>
                      <a:pt x="3284" y="1522"/>
                    </a:lnTo>
                    <a:lnTo>
                      <a:pt x="3288" y="1524"/>
                    </a:lnTo>
                    <a:lnTo>
                      <a:pt x="3292" y="1528"/>
                    </a:lnTo>
                    <a:lnTo>
                      <a:pt x="3296" y="1542"/>
                    </a:lnTo>
                    <a:lnTo>
                      <a:pt x="3298" y="1550"/>
                    </a:lnTo>
                    <a:lnTo>
                      <a:pt x="3302" y="1558"/>
                    </a:lnTo>
                    <a:lnTo>
                      <a:pt x="3308" y="1566"/>
                    </a:lnTo>
                    <a:lnTo>
                      <a:pt x="3314" y="1570"/>
                    </a:lnTo>
                    <a:lnTo>
                      <a:pt x="3314" y="1570"/>
                    </a:lnTo>
                    <a:lnTo>
                      <a:pt x="3320" y="1572"/>
                    </a:lnTo>
                    <a:lnTo>
                      <a:pt x="3328" y="1572"/>
                    </a:lnTo>
                    <a:lnTo>
                      <a:pt x="3340" y="1570"/>
                    </a:lnTo>
                    <a:lnTo>
                      <a:pt x="3344" y="1570"/>
                    </a:lnTo>
                    <a:lnTo>
                      <a:pt x="3348" y="1570"/>
                    </a:lnTo>
                    <a:lnTo>
                      <a:pt x="3348" y="1574"/>
                    </a:lnTo>
                    <a:lnTo>
                      <a:pt x="3346" y="1580"/>
                    </a:lnTo>
                    <a:lnTo>
                      <a:pt x="3346" y="1580"/>
                    </a:lnTo>
                    <a:lnTo>
                      <a:pt x="3344" y="1588"/>
                    </a:lnTo>
                    <a:lnTo>
                      <a:pt x="3346" y="1594"/>
                    </a:lnTo>
                    <a:lnTo>
                      <a:pt x="3358" y="1604"/>
                    </a:lnTo>
                    <a:lnTo>
                      <a:pt x="3358" y="1604"/>
                    </a:lnTo>
                    <a:lnTo>
                      <a:pt x="3360" y="1606"/>
                    </a:lnTo>
                    <a:lnTo>
                      <a:pt x="3360" y="1610"/>
                    </a:lnTo>
                    <a:lnTo>
                      <a:pt x="3358" y="1618"/>
                    </a:lnTo>
                    <a:lnTo>
                      <a:pt x="3354" y="1624"/>
                    </a:lnTo>
                    <a:lnTo>
                      <a:pt x="3354" y="1626"/>
                    </a:lnTo>
                    <a:lnTo>
                      <a:pt x="3356" y="1630"/>
                    </a:lnTo>
                    <a:lnTo>
                      <a:pt x="3356" y="1630"/>
                    </a:lnTo>
                    <a:lnTo>
                      <a:pt x="3362" y="1630"/>
                    </a:lnTo>
                    <a:lnTo>
                      <a:pt x="3364" y="1630"/>
                    </a:lnTo>
                    <a:lnTo>
                      <a:pt x="3366" y="1630"/>
                    </a:lnTo>
                    <a:lnTo>
                      <a:pt x="3368" y="1632"/>
                    </a:lnTo>
                    <a:lnTo>
                      <a:pt x="3368" y="1632"/>
                    </a:lnTo>
                    <a:lnTo>
                      <a:pt x="3370" y="1634"/>
                    </a:lnTo>
                    <a:lnTo>
                      <a:pt x="3368" y="1636"/>
                    </a:lnTo>
                    <a:lnTo>
                      <a:pt x="3364" y="1640"/>
                    </a:lnTo>
                    <a:lnTo>
                      <a:pt x="3362" y="1642"/>
                    </a:lnTo>
                    <a:lnTo>
                      <a:pt x="3362" y="1648"/>
                    </a:lnTo>
                    <a:lnTo>
                      <a:pt x="3362" y="1648"/>
                    </a:lnTo>
                    <a:lnTo>
                      <a:pt x="3362" y="1652"/>
                    </a:lnTo>
                    <a:lnTo>
                      <a:pt x="3364" y="1654"/>
                    </a:lnTo>
                    <a:lnTo>
                      <a:pt x="3372" y="1652"/>
                    </a:lnTo>
                    <a:lnTo>
                      <a:pt x="3380" y="1652"/>
                    </a:lnTo>
                    <a:lnTo>
                      <a:pt x="3382" y="1652"/>
                    </a:lnTo>
                    <a:lnTo>
                      <a:pt x="3382" y="1656"/>
                    </a:lnTo>
                    <a:lnTo>
                      <a:pt x="3382" y="1656"/>
                    </a:lnTo>
                    <a:lnTo>
                      <a:pt x="3382" y="1662"/>
                    </a:lnTo>
                    <a:lnTo>
                      <a:pt x="3386" y="1664"/>
                    </a:lnTo>
                    <a:lnTo>
                      <a:pt x="3392" y="1666"/>
                    </a:lnTo>
                    <a:lnTo>
                      <a:pt x="3402" y="1668"/>
                    </a:lnTo>
                    <a:lnTo>
                      <a:pt x="3402" y="1668"/>
                    </a:lnTo>
                    <a:lnTo>
                      <a:pt x="3416" y="1672"/>
                    </a:lnTo>
                    <a:lnTo>
                      <a:pt x="3430" y="1674"/>
                    </a:lnTo>
                    <a:lnTo>
                      <a:pt x="3446" y="1674"/>
                    </a:lnTo>
                    <a:lnTo>
                      <a:pt x="3460" y="1676"/>
                    </a:lnTo>
                    <a:lnTo>
                      <a:pt x="3460" y="1676"/>
                    </a:lnTo>
                    <a:lnTo>
                      <a:pt x="3470" y="1676"/>
                    </a:lnTo>
                    <a:lnTo>
                      <a:pt x="3478" y="1676"/>
                    </a:lnTo>
                    <a:lnTo>
                      <a:pt x="3484" y="1678"/>
                    </a:lnTo>
                    <a:lnTo>
                      <a:pt x="3484" y="1678"/>
                    </a:lnTo>
                    <a:lnTo>
                      <a:pt x="3484" y="1680"/>
                    </a:lnTo>
                    <a:lnTo>
                      <a:pt x="3484" y="1680"/>
                    </a:lnTo>
                    <a:lnTo>
                      <a:pt x="3484" y="1682"/>
                    </a:lnTo>
                    <a:lnTo>
                      <a:pt x="3484" y="1684"/>
                    </a:lnTo>
                    <a:lnTo>
                      <a:pt x="3490" y="1686"/>
                    </a:lnTo>
                    <a:lnTo>
                      <a:pt x="3508" y="1686"/>
                    </a:lnTo>
                    <a:lnTo>
                      <a:pt x="3508" y="1686"/>
                    </a:lnTo>
                    <a:lnTo>
                      <a:pt x="3514" y="1688"/>
                    </a:lnTo>
                    <a:lnTo>
                      <a:pt x="3518" y="1692"/>
                    </a:lnTo>
                    <a:lnTo>
                      <a:pt x="3526" y="1704"/>
                    </a:lnTo>
                    <a:lnTo>
                      <a:pt x="3532" y="1716"/>
                    </a:lnTo>
                    <a:lnTo>
                      <a:pt x="3534" y="1718"/>
                    </a:lnTo>
                    <a:lnTo>
                      <a:pt x="3536" y="1718"/>
                    </a:lnTo>
                    <a:lnTo>
                      <a:pt x="3536" y="1718"/>
                    </a:lnTo>
                    <a:lnTo>
                      <a:pt x="3540" y="1716"/>
                    </a:lnTo>
                    <a:lnTo>
                      <a:pt x="3542" y="1716"/>
                    </a:lnTo>
                    <a:lnTo>
                      <a:pt x="3544" y="1720"/>
                    </a:lnTo>
                    <a:lnTo>
                      <a:pt x="3544" y="1726"/>
                    </a:lnTo>
                    <a:lnTo>
                      <a:pt x="3544" y="1726"/>
                    </a:lnTo>
                    <a:lnTo>
                      <a:pt x="3544" y="1730"/>
                    </a:lnTo>
                    <a:lnTo>
                      <a:pt x="3546" y="1734"/>
                    </a:lnTo>
                    <a:lnTo>
                      <a:pt x="3552" y="1742"/>
                    </a:lnTo>
                    <a:lnTo>
                      <a:pt x="3556" y="1748"/>
                    </a:lnTo>
                    <a:lnTo>
                      <a:pt x="3560" y="1756"/>
                    </a:lnTo>
                    <a:lnTo>
                      <a:pt x="3560" y="1756"/>
                    </a:lnTo>
                    <a:lnTo>
                      <a:pt x="3558" y="1758"/>
                    </a:lnTo>
                    <a:lnTo>
                      <a:pt x="3558" y="1758"/>
                    </a:lnTo>
                    <a:lnTo>
                      <a:pt x="3554" y="1754"/>
                    </a:lnTo>
                    <a:lnTo>
                      <a:pt x="3548" y="1750"/>
                    </a:lnTo>
                    <a:lnTo>
                      <a:pt x="3546" y="1750"/>
                    </a:lnTo>
                    <a:lnTo>
                      <a:pt x="3544" y="1750"/>
                    </a:lnTo>
                    <a:lnTo>
                      <a:pt x="3544" y="1750"/>
                    </a:lnTo>
                    <a:lnTo>
                      <a:pt x="3542" y="1752"/>
                    </a:lnTo>
                    <a:lnTo>
                      <a:pt x="3542" y="1754"/>
                    </a:lnTo>
                    <a:lnTo>
                      <a:pt x="3546" y="1760"/>
                    </a:lnTo>
                    <a:lnTo>
                      <a:pt x="3548" y="1766"/>
                    </a:lnTo>
                    <a:lnTo>
                      <a:pt x="3546" y="1768"/>
                    </a:lnTo>
                    <a:lnTo>
                      <a:pt x="3544" y="1770"/>
                    </a:lnTo>
                    <a:lnTo>
                      <a:pt x="3544" y="1770"/>
                    </a:lnTo>
                    <a:lnTo>
                      <a:pt x="3542" y="1772"/>
                    </a:lnTo>
                    <a:lnTo>
                      <a:pt x="3538" y="1770"/>
                    </a:lnTo>
                    <a:lnTo>
                      <a:pt x="3530" y="1764"/>
                    </a:lnTo>
                    <a:lnTo>
                      <a:pt x="3520" y="1760"/>
                    </a:lnTo>
                    <a:lnTo>
                      <a:pt x="3516" y="1758"/>
                    </a:lnTo>
                    <a:lnTo>
                      <a:pt x="3512" y="1760"/>
                    </a:lnTo>
                    <a:lnTo>
                      <a:pt x="3512" y="1760"/>
                    </a:lnTo>
                    <a:lnTo>
                      <a:pt x="3508" y="1762"/>
                    </a:lnTo>
                    <a:lnTo>
                      <a:pt x="3508" y="1758"/>
                    </a:lnTo>
                    <a:lnTo>
                      <a:pt x="3508" y="1754"/>
                    </a:lnTo>
                    <a:lnTo>
                      <a:pt x="3508" y="1754"/>
                    </a:lnTo>
                    <a:lnTo>
                      <a:pt x="3504" y="1754"/>
                    </a:lnTo>
                    <a:lnTo>
                      <a:pt x="3504" y="1754"/>
                    </a:lnTo>
                    <a:lnTo>
                      <a:pt x="3502" y="1754"/>
                    </a:lnTo>
                    <a:lnTo>
                      <a:pt x="3502" y="1754"/>
                    </a:lnTo>
                    <a:lnTo>
                      <a:pt x="3504" y="1750"/>
                    </a:lnTo>
                    <a:lnTo>
                      <a:pt x="3506" y="1746"/>
                    </a:lnTo>
                    <a:lnTo>
                      <a:pt x="3504" y="1744"/>
                    </a:lnTo>
                    <a:lnTo>
                      <a:pt x="3502" y="1742"/>
                    </a:lnTo>
                    <a:lnTo>
                      <a:pt x="3502" y="1742"/>
                    </a:lnTo>
                    <a:lnTo>
                      <a:pt x="3498" y="1742"/>
                    </a:lnTo>
                    <a:lnTo>
                      <a:pt x="3496" y="1740"/>
                    </a:lnTo>
                    <a:lnTo>
                      <a:pt x="3494" y="1734"/>
                    </a:lnTo>
                    <a:lnTo>
                      <a:pt x="3494" y="1728"/>
                    </a:lnTo>
                    <a:lnTo>
                      <a:pt x="3492" y="1728"/>
                    </a:lnTo>
                    <a:lnTo>
                      <a:pt x="3490" y="1726"/>
                    </a:lnTo>
                    <a:lnTo>
                      <a:pt x="3490" y="1726"/>
                    </a:lnTo>
                    <a:lnTo>
                      <a:pt x="3486" y="1726"/>
                    </a:lnTo>
                    <a:lnTo>
                      <a:pt x="3482" y="1726"/>
                    </a:lnTo>
                    <a:lnTo>
                      <a:pt x="3480" y="1724"/>
                    </a:lnTo>
                    <a:lnTo>
                      <a:pt x="3478" y="1726"/>
                    </a:lnTo>
                    <a:lnTo>
                      <a:pt x="3478" y="1726"/>
                    </a:lnTo>
                    <a:lnTo>
                      <a:pt x="3480" y="1730"/>
                    </a:lnTo>
                    <a:lnTo>
                      <a:pt x="3484" y="1736"/>
                    </a:lnTo>
                    <a:lnTo>
                      <a:pt x="3490" y="1744"/>
                    </a:lnTo>
                    <a:lnTo>
                      <a:pt x="3496" y="1756"/>
                    </a:lnTo>
                    <a:lnTo>
                      <a:pt x="3496" y="1756"/>
                    </a:lnTo>
                    <a:lnTo>
                      <a:pt x="3496" y="1762"/>
                    </a:lnTo>
                    <a:lnTo>
                      <a:pt x="3494" y="1766"/>
                    </a:lnTo>
                    <a:lnTo>
                      <a:pt x="3486" y="1776"/>
                    </a:lnTo>
                    <a:lnTo>
                      <a:pt x="3482" y="1782"/>
                    </a:lnTo>
                    <a:lnTo>
                      <a:pt x="3480" y="1788"/>
                    </a:lnTo>
                    <a:lnTo>
                      <a:pt x="3476" y="1796"/>
                    </a:lnTo>
                    <a:lnTo>
                      <a:pt x="3476" y="1806"/>
                    </a:lnTo>
                    <a:lnTo>
                      <a:pt x="3476" y="1806"/>
                    </a:lnTo>
                    <a:lnTo>
                      <a:pt x="3476" y="1826"/>
                    </a:lnTo>
                    <a:lnTo>
                      <a:pt x="3476" y="1832"/>
                    </a:lnTo>
                    <a:lnTo>
                      <a:pt x="3472" y="1838"/>
                    </a:lnTo>
                    <a:lnTo>
                      <a:pt x="3468" y="1842"/>
                    </a:lnTo>
                    <a:lnTo>
                      <a:pt x="3464" y="1844"/>
                    </a:lnTo>
                    <a:lnTo>
                      <a:pt x="3448" y="1852"/>
                    </a:lnTo>
                    <a:lnTo>
                      <a:pt x="3448" y="1852"/>
                    </a:lnTo>
                    <a:lnTo>
                      <a:pt x="3446" y="1846"/>
                    </a:lnTo>
                    <a:lnTo>
                      <a:pt x="3444" y="1838"/>
                    </a:lnTo>
                    <a:lnTo>
                      <a:pt x="3440" y="1818"/>
                    </a:lnTo>
                    <a:lnTo>
                      <a:pt x="3438" y="1808"/>
                    </a:lnTo>
                    <a:lnTo>
                      <a:pt x="3434" y="1802"/>
                    </a:lnTo>
                    <a:lnTo>
                      <a:pt x="3428" y="1796"/>
                    </a:lnTo>
                    <a:lnTo>
                      <a:pt x="3424" y="1796"/>
                    </a:lnTo>
                    <a:lnTo>
                      <a:pt x="3424" y="1796"/>
                    </a:lnTo>
                    <a:lnTo>
                      <a:pt x="3418" y="1798"/>
                    </a:lnTo>
                    <a:lnTo>
                      <a:pt x="3414" y="1800"/>
                    </a:lnTo>
                    <a:lnTo>
                      <a:pt x="3408" y="1808"/>
                    </a:lnTo>
                    <a:lnTo>
                      <a:pt x="3404" y="1816"/>
                    </a:lnTo>
                    <a:lnTo>
                      <a:pt x="3400" y="1818"/>
                    </a:lnTo>
                    <a:lnTo>
                      <a:pt x="3398" y="1820"/>
                    </a:lnTo>
                    <a:lnTo>
                      <a:pt x="3398" y="1820"/>
                    </a:lnTo>
                    <a:lnTo>
                      <a:pt x="3394" y="1818"/>
                    </a:lnTo>
                    <a:lnTo>
                      <a:pt x="3392" y="1816"/>
                    </a:lnTo>
                    <a:lnTo>
                      <a:pt x="3388" y="1810"/>
                    </a:lnTo>
                    <a:lnTo>
                      <a:pt x="3390" y="1802"/>
                    </a:lnTo>
                    <a:lnTo>
                      <a:pt x="3392" y="1798"/>
                    </a:lnTo>
                    <a:lnTo>
                      <a:pt x="3394" y="1796"/>
                    </a:lnTo>
                    <a:lnTo>
                      <a:pt x="3394" y="1796"/>
                    </a:lnTo>
                    <a:lnTo>
                      <a:pt x="3400" y="1790"/>
                    </a:lnTo>
                    <a:lnTo>
                      <a:pt x="3406" y="1784"/>
                    </a:lnTo>
                    <a:lnTo>
                      <a:pt x="3410" y="1776"/>
                    </a:lnTo>
                    <a:lnTo>
                      <a:pt x="3412" y="1764"/>
                    </a:lnTo>
                    <a:lnTo>
                      <a:pt x="3412" y="1764"/>
                    </a:lnTo>
                    <a:lnTo>
                      <a:pt x="3412" y="1758"/>
                    </a:lnTo>
                    <a:lnTo>
                      <a:pt x="3412" y="1754"/>
                    </a:lnTo>
                    <a:lnTo>
                      <a:pt x="3410" y="1746"/>
                    </a:lnTo>
                    <a:lnTo>
                      <a:pt x="3408" y="1740"/>
                    </a:lnTo>
                    <a:lnTo>
                      <a:pt x="3408" y="1738"/>
                    </a:lnTo>
                    <a:lnTo>
                      <a:pt x="3410" y="1738"/>
                    </a:lnTo>
                    <a:lnTo>
                      <a:pt x="3410" y="1738"/>
                    </a:lnTo>
                    <a:lnTo>
                      <a:pt x="3414" y="1736"/>
                    </a:lnTo>
                    <a:lnTo>
                      <a:pt x="3414" y="1734"/>
                    </a:lnTo>
                    <a:lnTo>
                      <a:pt x="3410" y="1728"/>
                    </a:lnTo>
                    <a:lnTo>
                      <a:pt x="3402" y="1722"/>
                    </a:lnTo>
                    <a:lnTo>
                      <a:pt x="3392" y="1716"/>
                    </a:lnTo>
                    <a:lnTo>
                      <a:pt x="3392" y="1716"/>
                    </a:lnTo>
                    <a:lnTo>
                      <a:pt x="3382" y="1712"/>
                    </a:lnTo>
                    <a:lnTo>
                      <a:pt x="3380" y="1708"/>
                    </a:lnTo>
                    <a:lnTo>
                      <a:pt x="3378" y="1706"/>
                    </a:lnTo>
                    <a:lnTo>
                      <a:pt x="3372" y="1704"/>
                    </a:lnTo>
                    <a:lnTo>
                      <a:pt x="3372" y="1704"/>
                    </a:lnTo>
                    <a:lnTo>
                      <a:pt x="3366" y="1702"/>
                    </a:lnTo>
                    <a:lnTo>
                      <a:pt x="3362" y="1698"/>
                    </a:lnTo>
                    <a:lnTo>
                      <a:pt x="3358" y="1696"/>
                    </a:lnTo>
                    <a:lnTo>
                      <a:pt x="3356" y="1696"/>
                    </a:lnTo>
                    <a:lnTo>
                      <a:pt x="3352" y="1698"/>
                    </a:lnTo>
                    <a:lnTo>
                      <a:pt x="3346" y="1702"/>
                    </a:lnTo>
                    <a:lnTo>
                      <a:pt x="3346" y="1702"/>
                    </a:lnTo>
                    <a:lnTo>
                      <a:pt x="3342" y="1706"/>
                    </a:lnTo>
                    <a:lnTo>
                      <a:pt x="3340" y="1710"/>
                    </a:lnTo>
                    <a:lnTo>
                      <a:pt x="3342" y="1712"/>
                    </a:lnTo>
                    <a:lnTo>
                      <a:pt x="3344" y="1714"/>
                    </a:lnTo>
                    <a:lnTo>
                      <a:pt x="3346" y="1718"/>
                    </a:lnTo>
                    <a:lnTo>
                      <a:pt x="3340" y="1720"/>
                    </a:lnTo>
                    <a:lnTo>
                      <a:pt x="3340" y="1720"/>
                    </a:lnTo>
                    <a:lnTo>
                      <a:pt x="3334" y="1722"/>
                    </a:lnTo>
                    <a:lnTo>
                      <a:pt x="3330" y="1726"/>
                    </a:lnTo>
                    <a:lnTo>
                      <a:pt x="3328" y="1732"/>
                    </a:lnTo>
                    <a:lnTo>
                      <a:pt x="3328" y="1738"/>
                    </a:lnTo>
                    <a:lnTo>
                      <a:pt x="3326" y="1748"/>
                    </a:lnTo>
                    <a:lnTo>
                      <a:pt x="3324" y="1752"/>
                    </a:lnTo>
                    <a:lnTo>
                      <a:pt x="3322" y="1752"/>
                    </a:lnTo>
                    <a:lnTo>
                      <a:pt x="3322" y="1752"/>
                    </a:lnTo>
                    <a:lnTo>
                      <a:pt x="3320" y="1752"/>
                    </a:lnTo>
                    <a:lnTo>
                      <a:pt x="3318" y="1748"/>
                    </a:lnTo>
                    <a:lnTo>
                      <a:pt x="3318" y="1738"/>
                    </a:lnTo>
                    <a:lnTo>
                      <a:pt x="3318" y="1734"/>
                    </a:lnTo>
                    <a:lnTo>
                      <a:pt x="3316" y="1734"/>
                    </a:lnTo>
                    <a:lnTo>
                      <a:pt x="3314" y="1736"/>
                    </a:lnTo>
                    <a:lnTo>
                      <a:pt x="3308" y="1744"/>
                    </a:lnTo>
                    <a:lnTo>
                      <a:pt x="3308" y="1744"/>
                    </a:lnTo>
                    <a:lnTo>
                      <a:pt x="3300" y="1752"/>
                    </a:lnTo>
                    <a:lnTo>
                      <a:pt x="3296" y="1754"/>
                    </a:lnTo>
                    <a:lnTo>
                      <a:pt x="3294" y="1756"/>
                    </a:lnTo>
                    <a:lnTo>
                      <a:pt x="3294" y="1766"/>
                    </a:lnTo>
                    <a:lnTo>
                      <a:pt x="3294" y="1766"/>
                    </a:lnTo>
                    <a:lnTo>
                      <a:pt x="3296" y="1772"/>
                    </a:lnTo>
                    <a:lnTo>
                      <a:pt x="3294" y="1778"/>
                    </a:lnTo>
                    <a:lnTo>
                      <a:pt x="3290" y="1786"/>
                    </a:lnTo>
                    <a:lnTo>
                      <a:pt x="3286" y="1792"/>
                    </a:lnTo>
                    <a:lnTo>
                      <a:pt x="3286" y="1796"/>
                    </a:lnTo>
                    <a:lnTo>
                      <a:pt x="3286" y="1800"/>
                    </a:lnTo>
                    <a:lnTo>
                      <a:pt x="3286" y="1800"/>
                    </a:lnTo>
                    <a:lnTo>
                      <a:pt x="3288" y="1808"/>
                    </a:lnTo>
                    <a:lnTo>
                      <a:pt x="3286" y="1812"/>
                    </a:lnTo>
                    <a:lnTo>
                      <a:pt x="3284" y="1818"/>
                    </a:lnTo>
                    <a:lnTo>
                      <a:pt x="3286" y="1828"/>
                    </a:lnTo>
                    <a:lnTo>
                      <a:pt x="3286" y="1828"/>
                    </a:lnTo>
                    <a:lnTo>
                      <a:pt x="3292" y="1840"/>
                    </a:lnTo>
                    <a:lnTo>
                      <a:pt x="3294" y="1852"/>
                    </a:lnTo>
                    <a:lnTo>
                      <a:pt x="3296" y="1862"/>
                    </a:lnTo>
                    <a:lnTo>
                      <a:pt x="3294" y="1872"/>
                    </a:lnTo>
                    <a:lnTo>
                      <a:pt x="3294" y="1880"/>
                    </a:lnTo>
                    <a:lnTo>
                      <a:pt x="3290" y="1890"/>
                    </a:lnTo>
                    <a:lnTo>
                      <a:pt x="3282" y="1908"/>
                    </a:lnTo>
                    <a:lnTo>
                      <a:pt x="3282" y="1908"/>
                    </a:lnTo>
                    <a:lnTo>
                      <a:pt x="3276" y="1916"/>
                    </a:lnTo>
                    <a:lnTo>
                      <a:pt x="3270" y="1922"/>
                    </a:lnTo>
                    <a:lnTo>
                      <a:pt x="3264" y="1928"/>
                    </a:lnTo>
                    <a:lnTo>
                      <a:pt x="3258" y="1930"/>
                    </a:lnTo>
                    <a:lnTo>
                      <a:pt x="3252" y="1930"/>
                    </a:lnTo>
                    <a:lnTo>
                      <a:pt x="3246" y="1926"/>
                    </a:lnTo>
                    <a:lnTo>
                      <a:pt x="3242" y="1922"/>
                    </a:lnTo>
                    <a:lnTo>
                      <a:pt x="3236" y="1914"/>
                    </a:lnTo>
                    <a:lnTo>
                      <a:pt x="3236" y="1914"/>
                    </a:lnTo>
                    <a:lnTo>
                      <a:pt x="3232" y="1904"/>
                    </a:lnTo>
                    <a:lnTo>
                      <a:pt x="3230" y="1898"/>
                    </a:lnTo>
                    <a:lnTo>
                      <a:pt x="3230" y="1884"/>
                    </a:lnTo>
                    <a:lnTo>
                      <a:pt x="3230" y="1872"/>
                    </a:lnTo>
                    <a:lnTo>
                      <a:pt x="3230" y="1864"/>
                    </a:lnTo>
                    <a:lnTo>
                      <a:pt x="3230" y="1856"/>
                    </a:lnTo>
                    <a:lnTo>
                      <a:pt x="3230" y="1856"/>
                    </a:lnTo>
                    <a:lnTo>
                      <a:pt x="3228" y="1842"/>
                    </a:lnTo>
                    <a:lnTo>
                      <a:pt x="3228" y="1834"/>
                    </a:lnTo>
                    <a:lnTo>
                      <a:pt x="3232" y="1824"/>
                    </a:lnTo>
                    <a:lnTo>
                      <a:pt x="3234" y="1810"/>
                    </a:lnTo>
                    <a:lnTo>
                      <a:pt x="3234" y="1810"/>
                    </a:lnTo>
                    <a:lnTo>
                      <a:pt x="3234" y="1802"/>
                    </a:lnTo>
                    <a:lnTo>
                      <a:pt x="3236" y="1796"/>
                    </a:lnTo>
                    <a:lnTo>
                      <a:pt x="3238" y="1792"/>
                    </a:lnTo>
                    <a:lnTo>
                      <a:pt x="3240" y="1792"/>
                    </a:lnTo>
                    <a:lnTo>
                      <a:pt x="3242" y="1790"/>
                    </a:lnTo>
                    <a:lnTo>
                      <a:pt x="3242" y="1784"/>
                    </a:lnTo>
                    <a:lnTo>
                      <a:pt x="3242" y="1784"/>
                    </a:lnTo>
                    <a:lnTo>
                      <a:pt x="3240" y="1780"/>
                    </a:lnTo>
                    <a:lnTo>
                      <a:pt x="3242" y="1776"/>
                    </a:lnTo>
                    <a:lnTo>
                      <a:pt x="3246" y="1764"/>
                    </a:lnTo>
                    <a:lnTo>
                      <a:pt x="3248" y="1754"/>
                    </a:lnTo>
                    <a:lnTo>
                      <a:pt x="3248" y="1752"/>
                    </a:lnTo>
                    <a:lnTo>
                      <a:pt x="3246" y="1748"/>
                    </a:lnTo>
                    <a:lnTo>
                      <a:pt x="3246" y="1748"/>
                    </a:lnTo>
                    <a:lnTo>
                      <a:pt x="3240" y="1748"/>
                    </a:lnTo>
                    <a:lnTo>
                      <a:pt x="3238" y="1752"/>
                    </a:lnTo>
                    <a:lnTo>
                      <a:pt x="3234" y="1758"/>
                    </a:lnTo>
                    <a:lnTo>
                      <a:pt x="3228" y="1764"/>
                    </a:lnTo>
                    <a:lnTo>
                      <a:pt x="3228" y="1764"/>
                    </a:lnTo>
                    <a:lnTo>
                      <a:pt x="3226" y="1766"/>
                    </a:lnTo>
                    <a:lnTo>
                      <a:pt x="3224" y="1766"/>
                    </a:lnTo>
                    <a:lnTo>
                      <a:pt x="3224" y="1758"/>
                    </a:lnTo>
                    <a:lnTo>
                      <a:pt x="3226" y="1750"/>
                    </a:lnTo>
                    <a:lnTo>
                      <a:pt x="3230" y="1746"/>
                    </a:lnTo>
                    <a:lnTo>
                      <a:pt x="3232" y="1742"/>
                    </a:lnTo>
                    <a:lnTo>
                      <a:pt x="3232" y="1742"/>
                    </a:lnTo>
                    <a:lnTo>
                      <a:pt x="3236" y="1740"/>
                    </a:lnTo>
                    <a:lnTo>
                      <a:pt x="3238" y="1736"/>
                    </a:lnTo>
                    <a:lnTo>
                      <a:pt x="3240" y="1732"/>
                    </a:lnTo>
                    <a:lnTo>
                      <a:pt x="3244" y="1726"/>
                    </a:lnTo>
                    <a:lnTo>
                      <a:pt x="3244" y="1726"/>
                    </a:lnTo>
                    <a:lnTo>
                      <a:pt x="3252" y="1714"/>
                    </a:lnTo>
                    <a:lnTo>
                      <a:pt x="3258" y="1700"/>
                    </a:lnTo>
                    <a:lnTo>
                      <a:pt x="3264" y="1692"/>
                    </a:lnTo>
                    <a:lnTo>
                      <a:pt x="3266" y="1690"/>
                    </a:lnTo>
                    <a:lnTo>
                      <a:pt x="3266" y="1692"/>
                    </a:lnTo>
                    <a:lnTo>
                      <a:pt x="3266" y="1692"/>
                    </a:lnTo>
                    <a:lnTo>
                      <a:pt x="3268" y="1696"/>
                    </a:lnTo>
                    <a:lnTo>
                      <a:pt x="3270" y="1696"/>
                    </a:lnTo>
                    <a:lnTo>
                      <a:pt x="3274" y="1694"/>
                    </a:lnTo>
                    <a:lnTo>
                      <a:pt x="3278" y="1692"/>
                    </a:lnTo>
                    <a:lnTo>
                      <a:pt x="3280" y="1692"/>
                    </a:lnTo>
                    <a:lnTo>
                      <a:pt x="3278" y="1698"/>
                    </a:lnTo>
                    <a:lnTo>
                      <a:pt x="3278" y="1698"/>
                    </a:lnTo>
                    <a:lnTo>
                      <a:pt x="3278" y="1702"/>
                    </a:lnTo>
                    <a:lnTo>
                      <a:pt x="3278" y="1702"/>
                    </a:lnTo>
                    <a:lnTo>
                      <a:pt x="3284" y="1696"/>
                    </a:lnTo>
                    <a:lnTo>
                      <a:pt x="3292" y="1688"/>
                    </a:lnTo>
                    <a:lnTo>
                      <a:pt x="3296" y="1686"/>
                    </a:lnTo>
                    <a:lnTo>
                      <a:pt x="3300" y="1684"/>
                    </a:lnTo>
                    <a:lnTo>
                      <a:pt x="3300" y="1684"/>
                    </a:lnTo>
                    <a:lnTo>
                      <a:pt x="3310" y="1684"/>
                    </a:lnTo>
                    <a:lnTo>
                      <a:pt x="3314" y="1684"/>
                    </a:lnTo>
                    <a:lnTo>
                      <a:pt x="3320" y="1678"/>
                    </a:lnTo>
                    <a:lnTo>
                      <a:pt x="3324" y="1676"/>
                    </a:lnTo>
                    <a:lnTo>
                      <a:pt x="3328" y="1678"/>
                    </a:lnTo>
                    <a:lnTo>
                      <a:pt x="3336" y="1680"/>
                    </a:lnTo>
                    <a:lnTo>
                      <a:pt x="3346" y="1686"/>
                    </a:lnTo>
                    <a:lnTo>
                      <a:pt x="3346" y="1686"/>
                    </a:lnTo>
                    <a:lnTo>
                      <a:pt x="3352" y="1690"/>
                    </a:lnTo>
                    <a:lnTo>
                      <a:pt x="3354" y="1690"/>
                    </a:lnTo>
                    <a:lnTo>
                      <a:pt x="3356" y="1688"/>
                    </a:lnTo>
                    <a:lnTo>
                      <a:pt x="3358" y="1686"/>
                    </a:lnTo>
                    <a:lnTo>
                      <a:pt x="3358" y="1682"/>
                    </a:lnTo>
                    <a:lnTo>
                      <a:pt x="3360" y="1680"/>
                    </a:lnTo>
                    <a:lnTo>
                      <a:pt x="3362" y="1680"/>
                    </a:lnTo>
                    <a:lnTo>
                      <a:pt x="3362" y="1680"/>
                    </a:lnTo>
                    <a:lnTo>
                      <a:pt x="3370" y="1684"/>
                    </a:lnTo>
                    <a:lnTo>
                      <a:pt x="3380" y="1686"/>
                    </a:lnTo>
                    <a:lnTo>
                      <a:pt x="3386" y="1684"/>
                    </a:lnTo>
                    <a:lnTo>
                      <a:pt x="3388" y="1682"/>
                    </a:lnTo>
                    <a:lnTo>
                      <a:pt x="3388" y="1678"/>
                    </a:lnTo>
                    <a:lnTo>
                      <a:pt x="3388" y="1678"/>
                    </a:lnTo>
                    <a:lnTo>
                      <a:pt x="3384" y="1674"/>
                    </a:lnTo>
                    <a:lnTo>
                      <a:pt x="3380" y="1672"/>
                    </a:lnTo>
                    <a:lnTo>
                      <a:pt x="3376" y="1670"/>
                    </a:lnTo>
                    <a:lnTo>
                      <a:pt x="3374" y="1662"/>
                    </a:lnTo>
                    <a:lnTo>
                      <a:pt x="3374" y="1662"/>
                    </a:lnTo>
                    <a:lnTo>
                      <a:pt x="3374" y="1658"/>
                    </a:lnTo>
                    <a:lnTo>
                      <a:pt x="3372" y="1658"/>
                    </a:lnTo>
                    <a:lnTo>
                      <a:pt x="3368" y="1658"/>
                    </a:lnTo>
                    <a:lnTo>
                      <a:pt x="3360" y="1658"/>
                    </a:lnTo>
                    <a:lnTo>
                      <a:pt x="3348" y="1654"/>
                    </a:lnTo>
                    <a:lnTo>
                      <a:pt x="3348" y="1654"/>
                    </a:lnTo>
                    <a:lnTo>
                      <a:pt x="3346" y="1652"/>
                    </a:lnTo>
                    <a:lnTo>
                      <a:pt x="3344" y="1650"/>
                    </a:lnTo>
                    <a:lnTo>
                      <a:pt x="3344" y="1644"/>
                    </a:lnTo>
                    <a:lnTo>
                      <a:pt x="3346" y="1638"/>
                    </a:lnTo>
                    <a:lnTo>
                      <a:pt x="3344" y="1638"/>
                    </a:lnTo>
                    <a:lnTo>
                      <a:pt x="3340" y="1640"/>
                    </a:lnTo>
                    <a:lnTo>
                      <a:pt x="3340" y="1640"/>
                    </a:lnTo>
                    <a:lnTo>
                      <a:pt x="3330" y="1642"/>
                    </a:lnTo>
                    <a:lnTo>
                      <a:pt x="3314" y="1644"/>
                    </a:lnTo>
                    <a:lnTo>
                      <a:pt x="3300" y="1646"/>
                    </a:lnTo>
                    <a:lnTo>
                      <a:pt x="3294" y="1648"/>
                    </a:lnTo>
                    <a:lnTo>
                      <a:pt x="3288" y="1652"/>
                    </a:lnTo>
                    <a:lnTo>
                      <a:pt x="3288" y="1652"/>
                    </a:lnTo>
                    <a:lnTo>
                      <a:pt x="3280" y="1656"/>
                    </a:lnTo>
                    <a:lnTo>
                      <a:pt x="3274" y="1656"/>
                    </a:lnTo>
                    <a:lnTo>
                      <a:pt x="3268" y="1656"/>
                    </a:lnTo>
                    <a:lnTo>
                      <a:pt x="3258" y="1654"/>
                    </a:lnTo>
                    <a:lnTo>
                      <a:pt x="3258" y="1654"/>
                    </a:lnTo>
                    <a:lnTo>
                      <a:pt x="3252" y="1654"/>
                    </a:lnTo>
                    <a:lnTo>
                      <a:pt x="3250" y="1652"/>
                    </a:lnTo>
                    <a:lnTo>
                      <a:pt x="3244" y="1646"/>
                    </a:lnTo>
                    <a:lnTo>
                      <a:pt x="3238" y="1636"/>
                    </a:lnTo>
                    <a:lnTo>
                      <a:pt x="3234" y="1632"/>
                    </a:lnTo>
                    <a:lnTo>
                      <a:pt x="3228" y="1630"/>
                    </a:lnTo>
                    <a:lnTo>
                      <a:pt x="3228" y="1630"/>
                    </a:lnTo>
                    <a:lnTo>
                      <a:pt x="3222" y="1628"/>
                    </a:lnTo>
                    <a:lnTo>
                      <a:pt x="3218" y="1628"/>
                    </a:lnTo>
                    <a:lnTo>
                      <a:pt x="3210" y="1632"/>
                    </a:lnTo>
                    <a:lnTo>
                      <a:pt x="3208" y="1634"/>
                    </a:lnTo>
                    <a:lnTo>
                      <a:pt x="3206" y="1634"/>
                    </a:lnTo>
                    <a:lnTo>
                      <a:pt x="3206" y="1632"/>
                    </a:lnTo>
                    <a:lnTo>
                      <a:pt x="3204" y="1628"/>
                    </a:lnTo>
                    <a:lnTo>
                      <a:pt x="3204" y="1628"/>
                    </a:lnTo>
                    <a:lnTo>
                      <a:pt x="3202" y="1618"/>
                    </a:lnTo>
                    <a:lnTo>
                      <a:pt x="3200" y="1616"/>
                    </a:lnTo>
                    <a:lnTo>
                      <a:pt x="3198" y="1614"/>
                    </a:lnTo>
                    <a:lnTo>
                      <a:pt x="3190" y="1618"/>
                    </a:lnTo>
                    <a:lnTo>
                      <a:pt x="3180" y="1628"/>
                    </a:lnTo>
                    <a:lnTo>
                      <a:pt x="3180" y="1628"/>
                    </a:lnTo>
                    <a:lnTo>
                      <a:pt x="3176" y="1632"/>
                    </a:lnTo>
                    <a:lnTo>
                      <a:pt x="3170" y="1634"/>
                    </a:lnTo>
                    <a:lnTo>
                      <a:pt x="3164" y="1636"/>
                    </a:lnTo>
                    <a:lnTo>
                      <a:pt x="3156" y="1636"/>
                    </a:lnTo>
                    <a:lnTo>
                      <a:pt x="3150" y="1638"/>
                    </a:lnTo>
                    <a:lnTo>
                      <a:pt x="3144" y="1642"/>
                    </a:lnTo>
                    <a:lnTo>
                      <a:pt x="3144" y="1642"/>
                    </a:lnTo>
                    <a:lnTo>
                      <a:pt x="3134" y="1648"/>
                    </a:lnTo>
                    <a:lnTo>
                      <a:pt x="3126" y="1650"/>
                    </a:lnTo>
                    <a:lnTo>
                      <a:pt x="3118" y="1648"/>
                    </a:lnTo>
                    <a:lnTo>
                      <a:pt x="3110" y="1648"/>
                    </a:lnTo>
                    <a:lnTo>
                      <a:pt x="3110" y="1648"/>
                    </a:lnTo>
                    <a:lnTo>
                      <a:pt x="3106" y="1650"/>
                    </a:lnTo>
                    <a:lnTo>
                      <a:pt x="3104" y="1648"/>
                    </a:lnTo>
                    <a:lnTo>
                      <a:pt x="3108" y="1640"/>
                    </a:lnTo>
                    <a:lnTo>
                      <a:pt x="3112" y="1632"/>
                    </a:lnTo>
                    <a:lnTo>
                      <a:pt x="3110" y="1630"/>
                    </a:lnTo>
                    <a:lnTo>
                      <a:pt x="3108" y="1628"/>
                    </a:lnTo>
                    <a:lnTo>
                      <a:pt x="3108" y="1628"/>
                    </a:lnTo>
                    <a:lnTo>
                      <a:pt x="3104" y="1628"/>
                    </a:lnTo>
                    <a:lnTo>
                      <a:pt x="3098" y="1630"/>
                    </a:lnTo>
                    <a:lnTo>
                      <a:pt x="3086" y="1636"/>
                    </a:lnTo>
                    <a:lnTo>
                      <a:pt x="3074" y="1642"/>
                    </a:lnTo>
                    <a:lnTo>
                      <a:pt x="3068" y="1642"/>
                    </a:lnTo>
                    <a:lnTo>
                      <a:pt x="3062" y="1642"/>
                    </a:lnTo>
                    <a:lnTo>
                      <a:pt x="3062" y="1642"/>
                    </a:lnTo>
                    <a:lnTo>
                      <a:pt x="3058" y="1640"/>
                    </a:lnTo>
                    <a:lnTo>
                      <a:pt x="3058" y="1638"/>
                    </a:lnTo>
                    <a:lnTo>
                      <a:pt x="3060" y="1636"/>
                    </a:lnTo>
                    <a:lnTo>
                      <a:pt x="3064" y="1632"/>
                    </a:lnTo>
                    <a:lnTo>
                      <a:pt x="3076" y="1620"/>
                    </a:lnTo>
                    <a:lnTo>
                      <a:pt x="3092" y="1606"/>
                    </a:lnTo>
                    <a:lnTo>
                      <a:pt x="3092" y="1606"/>
                    </a:lnTo>
                    <a:close/>
                  </a:path>
                </a:pathLst>
              </a:custGeom>
              <a:grpFill/>
              <a:ln w="6350">
                <a:noFill/>
                <a:round/>
                <a:headEnd/>
                <a:tailEnd/>
              </a:ln>
            </p:spPr>
            <p:txBody>
              <a:bodyPr/>
              <a:lstStyle/>
              <a:p>
                <a:endParaRPr lang="en-US" b="1" dirty="0"/>
              </a:p>
            </p:txBody>
          </p:sp>
          <p:sp>
            <p:nvSpPr>
              <p:cNvPr id="35" name="Freeform 6087">
                <a:extLst>
                  <a:ext uri="{FF2B5EF4-FFF2-40B4-BE49-F238E27FC236}">
                    <a16:creationId xmlns:a16="http://schemas.microsoft.com/office/drawing/2014/main" id="{3DF0058C-4C8B-49C9-82DA-EFFA5F541E26}"/>
                  </a:ext>
                </a:extLst>
              </p:cNvPr>
              <p:cNvSpPr>
                <a:spLocks/>
              </p:cNvSpPr>
              <p:nvPr/>
            </p:nvSpPr>
            <p:spPr bwMode="auto">
              <a:xfrm>
                <a:off x="1927860" y="823913"/>
                <a:ext cx="304800" cy="171450"/>
              </a:xfrm>
              <a:custGeom>
                <a:avLst/>
                <a:gdLst/>
                <a:ahLst/>
                <a:cxnLst>
                  <a:cxn ang="0">
                    <a:pos x="78" y="174"/>
                  </a:cxn>
                  <a:cxn ang="0">
                    <a:pos x="110" y="166"/>
                  </a:cxn>
                  <a:cxn ang="0">
                    <a:pos x="110" y="174"/>
                  </a:cxn>
                  <a:cxn ang="0">
                    <a:pos x="176" y="164"/>
                  </a:cxn>
                  <a:cxn ang="0">
                    <a:pos x="174" y="172"/>
                  </a:cxn>
                  <a:cxn ang="0">
                    <a:pos x="118" y="192"/>
                  </a:cxn>
                  <a:cxn ang="0">
                    <a:pos x="108" y="204"/>
                  </a:cxn>
                  <a:cxn ang="0">
                    <a:pos x="148" y="238"/>
                  </a:cxn>
                  <a:cxn ang="0">
                    <a:pos x="224" y="268"/>
                  </a:cxn>
                  <a:cxn ang="0">
                    <a:pos x="260" y="262"/>
                  </a:cxn>
                  <a:cxn ang="0">
                    <a:pos x="268" y="252"/>
                  </a:cxn>
                  <a:cxn ang="0">
                    <a:pos x="288" y="260"/>
                  </a:cxn>
                  <a:cxn ang="0">
                    <a:pos x="282" y="242"/>
                  </a:cxn>
                  <a:cxn ang="0">
                    <a:pos x="296" y="246"/>
                  </a:cxn>
                  <a:cxn ang="0">
                    <a:pos x="322" y="266"/>
                  </a:cxn>
                  <a:cxn ang="0">
                    <a:pos x="328" y="246"/>
                  </a:cxn>
                  <a:cxn ang="0">
                    <a:pos x="340" y="234"/>
                  </a:cxn>
                  <a:cxn ang="0">
                    <a:pos x="364" y="230"/>
                  </a:cxn>
                  <a:cxn ang="0">
                    <a:pos x="426" y="192"/>
                  </a:cxn>
                  <a:cxn ang="0">
                    <a:pos x="480" y="174"/>
                  </a:cxn>
                  <a:cxn ang="0">
                    <a:pos x="472" y="166"/>
                  </a:cxn>
                  <a:cxn ang="0">
                    <a:pos x="438" y="146"/>
                  </a:cxn>
                  <a:cxn ang="0">
                    <a:pos x="400" y="146"/>
                  </a:cxn>
                  <a:cxn ang="0">
                    <a:pos x="390" y="142"/>
                  </a:cxn>
                  <a:cxn ang="0">
                    <a:pos x="400" y="122"/>
                  </a:cxn>
                  <a:cxn ang="0">
                    <a:pos x="382" y="108"/>
                  </a:cxn>
                  <a:cxn ang="0">
                    <a:pos x="376" y="86"/>
                  </a:cxn>
                  <a:cxn ang="0">
                    <a:pos x="352" y="78"/>
                  </a:cxn>
                  <a:cxn ang="0">
                    <a:pos x="328" y="90"/>
                  </a:cxn>
                  <a:cxn ang="0">
                    <a:pos x="326" y="102"/>
                  </a:cxn>
                  <a:cxn ang="0">
                    <a:pos x="306" y="92"/>
                  </a:cxn>
                  <a:cxn ang="0">
                    <a:pos x="306" y="74"/>
                  </a:cxn>
                  <a:cxn ang="0">
                    <a:pos x="274" y="68"/>
                  </a:cxn>
                  <a:cxn ang="0">
                    <a:pos x="192" y="20"/>
                  </a:cxn>
                  <a:cxn ang="0">
                    <a:pos x="134" y="0"/>
                  </a:cxn>
                  <a:cxn ang="0">
                    <a:pos x="100" y="4"/>
                  </a:cxn>
                  <a:cxn ang="0">
                    <a:pos x="112" y="20"/>
                  </a:cxn>
                  <a:cxn ang="0">
                    <a:pos x="98" y="28"/>
                  </a:cxn>
                  <a:cxn ang="0">
                    <a:pos x="66" y="32"/>
                  </a:cxn>
                  <a:cxn ang="0">
                    <a:pos x="54" y="54"/>
                  </a:cxn>
                  <a:cxn ang="0">
                    <a:pos x="26" y="76"/>
                  </a:cxn>
                  <a:cxn ang="0">
                    <a:pos x="18" y="92"/>
                  </a:cxn>
                  <a:cxn ang="0">
                    <a:pos x="50" y="100"/>
                  </a:cxn>
                  <a:cxn ang="0">
                    <a:pos x="90" y="104"/>
                  </a:cxn>
                  <a:cxn ang="0">
                    <a:pos x="72" y="112"/>
                  </a:cxn>
                  <a:cxn ang="0">
                    <a:pos x="4" y="106"/>
                  </a:cxn>
                  <a:cxn ang="0">
                    <a:pos x="2" y="116"/>
                  </a:cxn>
                  <a:cxn ang="0">
                    <a:pos x="32" y="148"/>
                  </a:cxn>
                </a:cxnLst>
                <a:rect l="0" t="0" r="r" b="b"/>
                <a:pathLst>
                  <a:path w="480" h="270">
                    <a:moveTo>
                      <a:pt x="54" y="164"/>
                    </a:moveTo>
                    <a:lnTo>
                      <a:pt x="54" y="164"/>
                    </a:lnTo>
                    <a:lnTo>
                      <a:pt x="66" y="172"/>
                    </a:lnTo>
                    <a:lnTo>
                      <a:pt x="78" y="174"/>
                    </a:lnTo>
                    <a:lnTo>
                      <a:pt x="88" y="172"/>
                    </a:lnTo>
                    <a:lnTo>
                      <a:pt x="98" y="170"/>
                    </a:lnTo>
                    <a:lnTo>
                      <a:pt x="108" y="164"/>
                    </a:lnTo>
                    <a:lnTo>
                      <a:pt x="110" y="166"/>
                    </a:lnTo>
                    <a:lnTo>
                      <a:pt x="108" y="170"/>
                    </a:lnTo>
                    <a:lnTo>
                      <a:pt x="108" y="170"/>
                    </a:lnTo>
                    <a:lnTo>
                      <a:pt x="108" y="172"/>
                    </a:lnTo>
                    <a:lnTo>
                      <a:pt x="110" y="174"/>
                    </a:lnTo>
                    <a:lnTo>
                      <a:pt x="116" y="176"/>
                    </a:lnTo>
                    <a:lnTo>
                      <a:pt x="142" y="168"/>
                    </a:lnTo>
                    <a:lnTo>
                      <a:pt x="168" y="162"/>
                    </a:lnTo>
                    <a:lnTo>
                      <a:pt x="176" y="164"/>
                    </a:lnTo>
                    <a:lnTo>
                      <a:pt x="176" y="164"/>
                    </a:lnTo>
                    <a:lnTo>
                      <a:pt x="176" y="168"/>
                    </a:lnTo>
                    <a:lnTo>
                      <a:pt x="176" y="168"/>
                    </a:lnTo>
                    <a:lnTo>
                      <a:pt x="174" y="172"/>
                    </a:lnTo>
                    <a:lnTo>
                      <a:pt x="170" y="174"/>
                    </a:lnTo>
                    <a:lnTo>
                      <a:pt x="158" y="180"/>
                    </a:lnTo>
                    <a:lnTo>
                      <a:pt x="130" y="188"/>
                    </a:lnTo>
                    <a:lnTo>
                      <a:pt x="118" y="192"/>
                    </a:lnTo>
                    <a:lnTo>
                      <a:pt x="108" y="196"/>
                    </a:lnTo>
                    <a:lnTo>
                      <a:pt x="104" y="200"/>
                    </a:lnTo>
                    <a:lnTo>
                      <a:pt x="106" y="202"/>
                    </a:lnTo>
                    <a:lnTo>
                      <a:pt x="108" y="204"/>
                    </a:lnTo>
                    <a:lnTo>
                      <a:pt x="108" y="204"/>
                    </a:lnTo>
                    <a:lnTo>
                      <a:pt x="122" y="214"/>
                    </a:lnTo>
                    <a:lnTo>
                      <a:pt x="134" y="226"/>
                    </a:lnTo>
                    <a:lnTo>
                      <a:pt x="148" y="238"/>
                    </a:lnTo>
                    <a:lnTo>
                      <a:pt x="166" y="250"/>
                    </a:lnTo>
                    <a:lnTo>
                      <a:pt x="166" y="250"/>
                    </a:lnTo>
                    <a:lnTo>
                      <a:pt x="194" y="260"/>
                    </a:lnTo>
                    <a:lnTo>
                      <a:pt x="224" y="268"/>
                    </a:lnTo>
                    <a:lnTo>
                      <a:pt x="238" y="270"/>
                    </a:lnTo>
                    <a:lnTo>
                      <a:pt x="250" y="270"/>
                    </a:lnTo>
                    <a:lnTo>
                      <a:pt x="258" y="266"/>
                    </a:lnTo>
                    <a:lnTo>
                      <a:pt x="260" y="262"/>
                    </a:lnTo>
                    <a:lnTo>
                      <a:pt x="262" y="260"/>
                    </a:lnTo>
                    <a:lnTo>
                      <a:pt x="262" y="260"/>
                    </a:lnTo>
                    <a:lnTo>
                      <a:pt x="262" y="254"/>
                    </a:lnTo>
                    <a:lnTo>
                      <a:pt x="268" y="252"/>
                    </a:lnTo>
                    <a:lnTo>
                      <a:pt x="274" y="254"/>
                    </a:lnTo>
                    <a:lnTo>
                      <a:pt x="280" y="256"/>
                    </a:lnTo>
                    <a:lnTo>
                      <a:pt x="284" y="258"/>
                    </a:lnTo>
                    <a:lnTo>
                      <a:pt x="288" y="260"/>
                    </a:lnTo>
                    <a:lnTo>
                      <a:pt x="290" y="258"/>
                    </a:lnTo>
                    <a:lnTo>
                      <a:pt x="286" y="250"/>
                    </a:lnTo>
                    <a:lnTo>
                      <a:pt x="286" y="250"/>
                    </a:lnTo>
                    <a:lnTo>
                      <a:pt x="282" y="242"/>
                    </a:lnTo>
                    <a:lnTo>
                      <a:pt x="280" y="236"/>
                    </a:lnTo>
                    <a:lnTo>
                      <a:pt x="282" y="236"/>
                    </a:lnTo>
                    <a:lnTo>
                      <a:pt x="284" y="236"/>
                    </a:lnTo>
                    <a:lnTo>
                      <a:pt x="296" y="246"/>
                    </a:lnTo>
                    <a:lnTo>
                      <a:pt x="314" y="260"/>
                    </a:lnTo>
                    <a:lnTo>
                      <a:pt x="314" y="260"/>
                    </a:lnTo>
                    <a:lnTo>
                      <a:pt x="320" y="266"/>
                    </a:lnTo>
                    <a:lnTo>
                      <a:pt x="322" y="266"/>
                    </a:lnTo>
                    <a:lnTo>
                      <a:pt x="324" y="266"/>
                    </a:lnTo>
                    <a:lnTo>
                      <a:pt x="326" y="262"/>
                    </a:lnTo>
                    <a:lnTo>
                      <a:pt x="328" y="254"/>
                    </a:lnTo>
                    <a:lnTo>
                      <a:pt x="328" y="246"/>
                    </a:lnTo>
                    <a:lnTo>
                      <a:pt x="330" y="240"/>
                    </a:lnTo>
                    <a:lnTo>
                      <a:pt x="334" y="236"/>
                    </a:lnTo>
                    <a:lnTo>
                      <a:pt x="336" y="234"/>
                    </a:lnTo>
                    <a:lnTo>
                      <a:pt x="340" y="234"/>
                    </a:lnTo>
                    <a:lnTo>
                      <a:pt x="340" y="234"/>
                    </a:lnTo>
                    <a:lnTo>
                      <a:pt x="348" y="236"/>
                    </a:lnTo>
                    <a:lnTo>
                      <a:pt x="356" y="234"/>
                    </a:lnTo>
                    <a:lnTo>
                      <a:pt x="364" y="230"/>
                    </a:lnTo>
                    <a:lnTo>
                      <a:pt x="374" y="226"/>
                    </a:lnTo>
                    <a:lnTo>
                      <a:pt x="414" y="198"/>
                    </a:lnTo>
                    <a:lnTo>
                      <a:pt x="414" y="198"/>
                    </a:lnTo>
                    <a:lnTo>
                      <a:pt x="426" y="192"/>
                    </a:lnTo>
                    <a:lnTo>
                      <a:pt x="440" y="186"/>
                    </a:lnTo>
                    <a:lnTo>
                      <a:pt x="466" y="180"/>
                    </a:lnTo>
                    <a:lnTo>
                      <a:pt x="474" y="176"/>
                    </a:lnTo>
                    <a:lnTo>
                      <a:pt x="480" y="174"/>
                    </a:lnTo>
                    <a:lnTo>
                      <a:pt x="480" y="172"/>
                    </a:lnTo>
                    <a:lnTo>
                      <a:pt x="480" y="170"/>
                    </a:lnTo>
                    <a:lnTo>
                      <a:pt x="472" y="166"/>
                    </a:lnTo>
                    <a:lnTo>
                      <a:pt x="472" y="166"/>
                    </a:lnTo>
                    <a:lnTo>
                      <a:pt x="464" y="162"/>
                    </a:lnTo>
                    <a:lnTo>
                      <a:pt x="456" y="156"/>
                    </a:lnTo>
                    <a:lnTo>
                      <a:pt x="444" y="148"/>
                    </a:lnTo>
                    <a:lnTo>
                      <a:pt x="438" y="146"/>
                    </a:lnTo>
                    <a:lnTo>
                      <a:pt x="430" y="144"/>
                    </a:lnTo>
                    <a:lnTo>
                      <a:pt x="418" y="144"/>
                    </a:lnTo>
                    <a:lnTo>
                      <a:pt x="400" y="146"/>
                    </a:lnTo>
                    <a:lnTo>
                      <a:pt x="400" y="146"/>
                    </a:lnTo>
                    <a:lnTo>
                      <a:pt x="388" y="148"/>
                    </a:lnTo>
                    <a:lnTo>
                      <a:pt x="384" y="148"/>
                    </a:lnTo>
                    <a:lnTo>
                      <a:pt x="386" y="146"/>
                    </a:lnTo>
                    <a:lnTo>
                      <a:pt x="390" y="142"/>
                    </a:lnTo>
                    <a:lnTo>
                      <a:pt x="396" y="136"/>
                    </a:lnTo>
                    <a:lnTo>
                      <a:pt x="400" y="130"/>
                    </a:lnTo>
                    <a:lnTo>
                      <a:pt x="400" y="126"/>
                    </a:lnTo>
                    <a:lnTo>
                      <a:pt x="400" y="122"/>
                    </a:lnTo>
                    <a:lnTo>
                      <a:pt x="396" y="118"/>
                    </a:lnTo>
                    <a:lnTo>
                      <a:pt x="392" y="114"/>
                    </a:lnTo>
                    <a:lnTo>
                      <a:pt x="392" y="114"/>
                    </a:lnTo>
                    <a:lnTo>
                      <a:pt x="382" y="108"/>
                    </a:lnTo>
                    <a:lnTo>
                      <a:pt x="376" y="100"/>
                    </a:lnTo>
                    <a:lnTo>
                      <a:pt x="376" y="96"/>
                    </a:lnTo>
                    <a:lnTo>
                      <a:pt x="376" y="90"/>
                    </a:lnTo>
                    <a:lnTo>
                      <a:pt x="376" y="86"/>
                    </a:lnTo>
                    <a:lnTo>
                      <a:pt x="372" y="82"/>
                    </a:lnTo>
                    <a:lnTo>
                      <a:pt x="366" y="80"/>
                    </a:lnTo>
                    <a:lnTo>
                      <a:pt x="352" y="78"/>
                    </a:lnTo>
                    <a:lnTo>
                      <a:pt x="352" y="78"/>
                    </a:lnTo>
                    <a:lnTo>
                      <a:pt x="338" y="76"/>
                    </a:lnTo>
                    <a:lnTo>
                      <a:pt x="330" y="80"/>
                    </a:lnTo>
                    <a:lnTo>
                      <a:pt x="328" y="84"/>
                    </a:lnTo>
                    <a:lnTo>
                      <a:pt x="328" y="90"/>
                    </a:lnTo>
                    <a:lnTo>
                      <a:pt x="330" y="96"/>
                    </a:lnTo>
                    <a:lnTo>
                      <a:pt x="328" y="100"/>
                    </a:lnTo>
                    <a:lnTo>
                      <a:pt x="328" y="102"/>
                    </a:lnTo>
                    <a:lnTo>
                      <a:pt x="326" y="102"/>
                    </a:lnTo>
                    <a:lnTo>
                      <a:pt x="318" y="100"/>
                    </a:lnTo>
                    <a:lnTo>
                      <a:pt x="318" y="100"/>
                    </a:lnTo>
                    <a:lnTo>
                      <a:pt x="310" y="96"/>
                    </a:lnTo>
                    <a:lnTo>
                      <a:pt x="306" y="92"/>
                    </a:lnTo>
                    <a:lnTo>
                      <a:pt x="306" y="86"/>
                    </a:lnTo>
                    <a:lnTo>
                      <a:pt x="308" y="82"/>
                    </a:lnTo>
                    <a:lnTo>
                      <a:pt x="308" y="78"/>
                    </a:lnTo>
                    <a:lnTo>
                      <a:pt x="306" y="74"/>
                    </a:lnTo>
                    <a:lnTo>
                      <a:pt x="298" y="70"/>
                    </a:lnTo>
                    <a:lnTo>
                      <a:pt x="284" y="70"/>
                    </a:lnTo>
                    <a:lnTo>
                      <a:pt x="284" y="70"/>
                    </a:lnTo>
                    <a:lnTo>
                      <a:pt x="274" y="68"/>
                    </a:lnTo>
                    <a:lnTo>
                      <a:pt x="266" y="66"/>
                    </a:lnTo>
                    <a:lnTo>
                      <a:pt x="248" y="56"/>
                    </a:lnTo>
                    <a:lnTo>
                      <a:pt x="212" y="32"/>
                    </a:lnTo>
                    <a:lnTo>
                      <a:pt x="192" y="20"/>
                    </a:lnTo>
                    <a:lnTo>
                      <a:pt x="170" y="10"/>
                    </a:lnTo>
                    <a:lnTo>
                      <a:pt x="158" y="6"/>
                    </a:lnTo>
                    <a:lnTo>
                      <a:pt x="146" y="2"/>
                    </a:lnTo>
                    <a:lnTo>
                      <a:pt x="134" y="0"/>
                    </a:lnTo>
                    <a:lnTo>
                      <a:pt x="118" y="0"/>
                    </a:lnTo>
                    <a:lnTo>
                      <a:pt x="118" y="0"/>
                    </a:lnTo>
                    <a:lnTo>
                      <a:pt x="104" y="2"/>
                    </a:lnTo>
                    <a:lnTo>
                      <a:pt x="100" y="4"/>
                    </a:lnTo>
                    <a:lnTo>
                      <a:pt x="100" y="6"/>
                    </a:lnTo>
                    <a:lnTo>
                      <a:pt x="102" y="10"/>
                    </a:lnTo>
                    <a:lnTo>
                      <a:pt x="108" y="14"/>
                    </a:lnTo>
                    <a:lnTo>
                      <a:pt x="112" y="20"/>
                    </a:lnTo>
                    <a:lnTo>
                      <a:pt x="114" y="24"/>
                    </a:lnTo>
                    <a:lnTo>
                      <a:pt x="114" y="24"/>
                    </a:lnTo>
                    <a:lnTo>
                      <a:pt x="110" y="26"/>
                    </a:lnTo>
                    <a:lnTo>
                      <a:pt x="98" y="28"/>
                    </a:lnTo>
                    <a:lnTo>
                      <a:pt x="98" y="28"/>
                    </a:lnTo>
                    <a:lnTo>
                      <a:pt x="82" y="28"/>
                    </a:lnTo>
                    <a:lnTo>
                      <a:pt x="70" y="30"/>
                    </a:lnTo>
                    <a:lnTo>
                      <a:pt x="66" y="32"/>
                    </a:lnTo>
                    <a:lnTo>
                      <a:pt x="64" y="36"/>
                    </a:lnTo>
                    <a:lnTo>
                      <a:pt x="58" y="48"/>
                    </a:lnTo>
                    <a:lnTo>
                      <a:pt x="58" y="48"/>
                    </a:lnTo>
                    <a:lnTo>
                      <a:pt x="54" y="54"/>
                    </a:lnTo>
                    <a:lnTo>
                      <a:pt x="52" y="58"/>
                    </a:lnTo>
                    <a:lnTo>
                      <a:pt x="42" y="64"/>
                    </a:lnTo>
                    <a:lnTo>
                      <a:pt x="32" y="72"/>
                    </a:lnTo>
                    <a:lnTo>
                      <a:pt x="26" y="76"/>
                    </a:lnTo>
                    <a:lnTo>
                      <a:pt x="20" y="84"/>
                    </a:lnTo>
                    <a:lnTo>
                      <a:pt x="20" y="84"/>
                    </a:lnTo>
                    <a:lnTo>
                      <a:pt x="18" y="88"/>
                    </a:lnTo>
                    <a:lnTo>
                      <a:pt x="18" y="92"/>
                    </a:lnTo>
                    <a:lnTo>
                      <a:pt x="20" y="94"/>
                    </a:lnTo>
                    <a:lnTo>
                      <a:pt x="24" y="96"/>
                    </a:lnTo>
                    <a:lnTo>
                      <a:pt x="34" y="98"/>
                    </a:lnTo>
                    <a:lnTo>
                      <a:pt x="50" y="100"/>
                    </a:lnTo>
                    <a:lnTo>
                      <a:pt x="78" y="102"/>
                    </a:lnTo>
                    <a:lnTo>
                      <a:pt x="86" y="102"/>
                    </a:lnTo>
                    <a:lnTo>
                      <a:pt x="88" y="102"/>
                    </a:lnTo>
                    <a:lnTo>
                      <a:pt x="90" y="104"/>
                    </a:lnTo>
                    <a:lnTo>
                      <a:pt x="90" y="104"/>
                    </a:lnTo>
                    <a:lnTo>
                      <a:pt x="86" y="108"/>
                    </a:lnTo>
                    <a:lnTo>
                      <a:pt x="82" y="110"/>
                    </a:lnTo>
                    <a:lnTo>
                      <a:pt x="72" y="112"/>
                    </a:lnTo>
                    <a:lnTo>
                      <a:pt x="58" y="112"/>
                    </a:lnTo>
                    <a:lnTo>
                      <a:pt x="42" y="110"/>
                    </a:lnTo>
                    <a:lnTo>
                      <a:pt x="14" y="106"/>
                    </a:lnTo>
                    <a:lnTo>
                      <a:pt x="4" y="106"/>
                    </a:lnTo>
                    <a:lnTo>
                      <a:pt x="2" y="108"/>
                    </a:lnTo>
                    <a:lnTo>
                      <a:pt x="0" y="110"/>
                    </a:lnTo>
                    <a:lnTo>
                      <a:pt x="0" y="110"/>
                    </a:lnTo>
                    <a:lnTo>
                      <a:pt x="2" y="116"/>
                    </a:lnTo>
                    <a:lnTo>
                      <a:pt x="4" y="122"/>
                    </a:lnTo>
                    <a:lnTo>
                      <a:pt x="8" y="128"/>
                    </a:lnTo>
                    <a:lnTo>
                      <a:pt x="14" y="134"/>
                    </a:lnTo>
                    <a:lnTo>
                      <a:pt x="32" y="148"/>
                    </a:lnTo>
                    <a:lnTo>
                      <a:pt x="54" y="164"/>
                    </a:lnTo>
                    <a:lnTo>
                      <a:pt x="54" y="164"/>
                    </a:lnTo>
                    <a:close/>
                  </a:path>
                </a:pathLst>
              </a:custGeom>
              <a:grpFill/>
              <a:ln w="6350">
                <a:noFill/>
                <a:round/>
                <a:headEnd/>
                <a:tailEnd/>
              </a:ln>
            </p:spPr>
            <p:txBody>
              <a:bodyPr/>
              <a:lstStyle/>
              <a:p>
                <a:endParaRPr lang="en-US" b="1" dirty="0"/>
              </a:p>
            </p:txBody>
          </p:sp>
          <p:sp>
            <p:nvSpPr>
              <p:cNvPr id="36" name="Freeform 6088">
                <a:extLst>
                  <a:ext uri="{FF2B5EF4-FFF2-40B4-BE49-F238E27FC236}">
                    <a16:creationId xmlns:a16="http://schemas.microsoft.com/office/drawing/2014/main" id="{2D911094-1054-468C-90FD-6E603757CDF2}"/>
                  </a:ext>
                </a:extLst>
              </p:cNvPr>
              <p:cNvSpPr>
                <a:spLocks/>
              </p:cNvSpPr>
              <p:nvPr/>
            </p:nvSpPr>
            <p:spPr bwMode="auto">
              <a:xfrm>
                <a:off x="2100580" y="1206183"/>
                <a:ext cx="734060" cy="539750"/>
              </a:xfrm>
              <a:custGeom>
                <a:avLst/>
                <a:gdLst/>
                <a:ahLst/>
                <a:cxnLst>
                  <a:cxn ang="0">
                    <a:pos x="1088" y="504"/>
                  </a:cxn>
                  <a:cxn ang="0">
                    <a:pos x="1060" y="480"/>
                  </a:cxn>
                  <a:cxn ang="0">
                    <a:pos x="960" y="426"/>
                  </a:cxn>
                  <a:cxn ang="0">
                    <a:pos x="890" y="396"/>
                  </a:cxn>
                  <a:cxn ang="0">
                    <a:pos x="890" y="348"/>
                  </a:cxn>
                  <a:cxn ang="0">
                    <a:pos x="926" y="328"/>
                  </a:cxn>
                  <a:cxn ang="0">
                    <a:pos x="926" y="298"/>
                  </a:cxn>
                  <a:cxn ang="0">
                    <a:pos x="846" y="276"/>
                  </a:cxn>
                  <a:cxn ang="0">
                    <a:pos x="844" y="232"/>
                  </a:cxn>
                  <a:cxn ang="0">
                    <a:pos x="782" y="204"/>
                  </a:cxn>
                  <a:cxn ang="0">
                    <a:pos x="706" y="174"/>
                  </a:cxn>
                  <a:cxn ang="0">
                    <a:pos x="642" y="134"/>
                  </a:cxn>
                  <a:cxn ang="0">
                    <a:pos x="560" y="98"/>
                  </a:cxn>
                  <a:cxn ang="0">
                    <a:pos x="462" y="112"/>
                  </a:cxn>
                  <a:cxn ang="0">
                    <a:pos x="404" y="110"/>
                  </a:cxn>
                  <a:cxn ang="0">
                    <a:pos x="388" y="90"/>
                  </a:cxn>
                  <a:cxn ang="0">
                    <a:pos x="352" y="18"/>
                  </a:cxn>
                  <a:cxn ang="0">
                    <a:pos x="200" y="50"/>
                  </a:cxn>
                  <a:cxn ang="0">
                    <a:pos x="174" y="84"/>
                  </a:cxn>
                  <a:cxn ang="0">
                    <a:pos x="168" y="138"/>
                  </a:cxn>
                  <a:cxn ang="0">
                    <a:pos x="222" y="180"/>
                  </a:cxn>
                  <a:cxn ang="0">
                    <a:pos x="150" y="122"/>
                  </a:cxn>
                  <a:cxn ang="0">
                    <a:pos x="188" y="26"/>
                  </a:cxn>
                  <a:cxn ang="0">
                    <a:pos x="116" y="8"/>
                  </a:cxn>
                  <a:cxn ang="0">
                    <a:pos x="18" y="90"/>
                  </a:cxn>
                  <a:cxn ang="0">
                    <a:pos x="58" y="196"/>
                  </a:cxn>
                  <a:cxn ang="0">
                    <a:pos x="40" y="216"/>
                  </a:cxn>
                  <a:cxn ang="0">
                    <a:pos x="118" y="270"/>
                  </a:cxn>
                  <a:cxn ang="0">
                    <a:pos x="234" y="288"/>
                  </a:cxn>
                  <a:cxn ang="0">
                    <a:pos x="336" y="290"/>
                  </a:cxn>
                  <a:cxn ang="0">
                    <a:pos x="358" y="284"/>
                  </a:cxn>
                  <a:cxn ang="0">
                    <a:pos x="462" y="284"/>
                  </a:cxn>
                  <a:cxn ang="0">
                    <a:pos x="498" y="274"/>
                  </a:cxn>
                  <a:cxn ang="0">
                    <a:pos x="580" y="338"/>
                  </a:cxn>
                  <a:cxn ang="0">
                    <a:pos x="538" y="376"/>
                  </a:cxn>
                  <a:cxn ang="0">
                    <a:pos x="654" y="402"/>
                  </a:cxn>
                  <a:cxn ang="0">
                    <a:pos x="712" y="474"/>
                  </a:cxn>
                  <a:cxn ang="0">
                    <a:pos x="640" y="558"/>
                  </a:cxn>
                  <a:cxn ang="0">
                    <a:pos x="628" y="608"/>
                  </a:cxn>
                  <a:cxn ang="0">
                    <a:pos x="510" y="624"/>
                  </a:cxn>
                  <a:cxn ang="0">
                    <a:pos x="514" y="688"/>
                  </a:cxn>
                  <a:cxn ang="0">
                    <a:pos x="616" y="688"/>
                  </a:cxn>
                  <a:cxn ang="0">
                    <a:pos x="656" y="674"/>
                  </a:cxn>
                  <a:cxn ang="0">
                    <a:pos x="736" y="724"/>
                  </a:cxn>
                  <a:cxn ang="0">
                    <a:pos x="732" y="752"/>
                  </a:cxn>
                  <a:cxn ang="0">
                    <a:pos x="854" y="818"/>
                  </a:cxn>
                  <a:cxn ang="0">
                    <a:pos x="966" y="822"/>
                  </a:cxn>
                  <a:cxn ang="0">
                    <a:pos x="854" y="724"/>
                  </a:cxn>
                  <a:cxn ang="0">
                    <a:pos x="908" y="744"/>
                  </a:cxn>
                  <a:cxn ang="0">
                    <a:pos x="1012" y="814"/>
                  </a:cxn>
                  <a:cxn ang="0">
                    <a:pos x="1018" y="766"/>
                  </a:cxn>
                  <a:cxn ang="0">
                    <a:pos x="1022" y="724"/>
                  </a:cxn>
                  <a:cxn ang="0">
                    <a:pos x="1000" y="694"/>
                  </a:cxn>
                  <a:cxn ang="0">
                    <a:pos x="942" y="632"/>
                  </a:cxn>
                  <a:cxn ang="0">
                    <a:pos x="890" y="586"/>
                  </a:cxn>
                  <a:cxn ang="0">
                    <a:pos x="902" y="544"/>
                  </a:cxn>
                  <a:cxn ang="0">
                    <a:pos x="942" y="544"/>
                  </a:cxn>
                  <a:cxn ang="0">
                    <a:pos x="990" y="580"/>
                  </a:cxn>
                  <a:cxn ang="0">
                    <a:pos x="1070" y="648"/>
                  </a:cxn>
                  <a:cxn ang="0">
                    <a:pos x="1102" y="596"/>
                  </a:cxn>
                  <a:cxn ang="0">
                    <a:pos x="1128" y="568"/>
                  </a:cxn>
                  <a:cxn ang="0">
                    <a:pos x="1148" y="514"/>
                  </a:cxn>
                </a:cxnLst>
                <a:rect l="0" t="0" r="r" b="b"/>
                <a:pathLst>
                  <a:path w="1156" h="850">
                    <a:moveTo>
                      <a:pt x="1148" y="514"/>
                    </a:moveTo>
                    <a:lnTo>
                      <a:pt x="1148" y="514"/>
                    </a:lnTo>
                    <a:lnTo>
                      <a:pt x="1144" y="506"/>
                    </a:lnTo>
                    <a:lnTo>
                      <a:pt x="1138" y="502"/>
                    </a:lnTo>
                    <a:lnTo>
                      <a:pt x="1134" y="500"/>
                    </a:lnTo>
                    <a:lnTo>
                      <a:pt x="1128" y="498"/>
                    </a:lnTo>
                    <a:lnTo>
                      <a:pt x="1116" y="498"/>
                    </a:lnTo>
                    <a:lnTo>
                      <a:pt x="1106" y="502"/>
                    </a:lnTo>
                    <a:lnTo>
                      <a:pt x="1096" y="506"/>
                    </a:lnTo>
                    <a:lnTo>
                      <a:pt x="1090" y="508"/>
                    </a:lnTo>
                    <a:lnTo>
                      <a:pt x="1088" y="506"/>
                    </a:lnTo>
                    <a:lnTo>
                      <a:pt x="1088" y="504"/>
                    </a:lnTo>
                    <a:lnTo>
                      <a:pt x="1090" y="496"/>
                    </a:lnTo>
                    <a:lnTo>
                      <a:pt x="1090" y="496"/>
                    </a:lnTo>
                    <a:lnTo>
                      <a:pt x="1092" y="486"/>
                    </a:lnTo>
                    <a:lnTo>
                      <a:pt x="1090" y="482"/>
                    </a:lnTo>
                    <a:lnTo>
                      <a:pt x="1088" y="480"/>
                    </a:lnTo>
                    <a:lnTo>
                      <a:pt x="1084" y="480"/>
                    </a:lnTo>
                    <a:lnTo>
                      <a:pt x="1076" y="482"/>
                    </a:lnTo>
                    <a:lnTo>
                      <a:pt x="1062" y="486"/>
                    </a:lnTo>
                    <a:lnTo>
                      <a:pt x="1060" y="486"/>
                    </a:lnTo>
                    <a:lnTo>
                      <a:pt x="1058" y="486"/>
                    </a:lnTo>
                    <a:lnTo>
                      <a:pt x="1060" y="480"/>
                    </a:lnTo>
                    <a:lnTo>
                      <a:pt x="1060" y="480"/>
                    </a:lnTo>
                    <a:lnTo>
                      <a:pt x="1062" y="472"/>
                    </a:lnTo>
                    <a:lnTo>
                      <a:pt x="1062" y="466"/>
                    </a:lnTo>
                    <a:lnTo>
                      <a:pt x="1060" y="462"/>
                    </a:lnTo>
                    <a:lnTo>
                      <a:pt x="1056" y="458"/>
                    </a:lnTo>
                    <a:lnTo>
                      <a:pt x="1042" y="450"/>
                    </a:lnTo>
                    <a:lnTo>
                      <a:pt x="1022" y="436"/>
                    </a:lnTo>
                    <a:lnTo>
                      <a:pt x="1022" y="436"/>
                    </a:lnTo>
                    <a:lnTo>
                      <a:pt x="1010" y="430"/>
                    </a:lnTo>
                    <a:lnTo>
                      <a:pt x="996" y="428"/>
                    </a:lnTo>
                    <a:lnTo>
                      <a:pt x="984" y="426"/>
                    </a:lnTo>
                    <a:lnTo>
                      <a:pt x="970" y="426"/>
                    </a:lnTo>
                    <a:lnTo>
                      <a:pt x="960" y="426"/>
                    </a:lnTo>
                    <a:lnTo>
                      <a:pt x="950" y="424"/>
                    </a:lnTo>
                    <a:lnTo>
                      <a:pt x="944" y="420"/>
                    </a:lnTo>
                    <a:lnTo>
                      <a:pt x="942" y="416"/>
                    </a:lnTo>
                    <a:lnTo>
                      <a:pt x="940" y="410"/>
                    </a:lnTo>
                    <a:lnTo>
                      <a:pt x="940" y="410"/>
                    </a:lnTo>
                    <a:lnTo>
                      <a:pt x="938" y="406"/>
                    </a:lnTo>
                    <a:lnTo>
                      <a:pt x="936" y="402"/>
                    </a:lnTo>
                    <a:lnTo>
                      <a:pt x="930" y="400"/>
                    </a:lnTo>
                    <a:lnTo>
                      <a:pt x="926" y="398"/>
                    </a:lnTo>
                    <a:lnTo>
                      <a:pt x="914" y="396"/>
                    </a:lnTo>
                    <a:lnTo>
                      <a:pt x="900" y="396"/>
                    </a:lnTo>
                    <a:lnTo>
                      <a:pt x="890" y="396"/>
                    </a:lnTo>
                    <a:lnTo>
                      <a:pt x="882" y="394"/>
                    </a:lnTo>
                    <a:lnTo>
                      <a:pt x="882" y="394"/>
                    </a:lnTo>
                    <a:lnTo>
                      <a:pt x="882" y="392"/>
                    </a:lnTo>
                    <a:lnTo>
                      <a:pt x="890" y="384"/>
                    </a:lnTo>
                    <a:lnTo>
                      <a:pt x="890" y="384"/>
                    </a:lnTo>
                    <a:lnTo>
                      <a:pt x="896" y="380"/>
                    </a:lnTo>
                    <a:lnTo>
                      <a:pt x="900" y="376"/>
                    </a:lnTo>
                    <a:lnTo>
                      <a:pt x="902" y="372"/>
                    </a:lnTo>
                    <a:lnTo>
                      <a:pt x="902" y="366"/>
                    </a:lnTo>
                    <a:lnTo>
                      <a:pt x="900" y="360"/>
                    </a:lnTo>
                    <a:lnTo>
                      <a:pt x="894" y="352"/>
                    </a:lnTo>
                    <a:lnTo>
                      <a:pt x="890" y="348"/>
                    </a:lnTo>
                    <a:lnTo>
                      <a:pt x="888" y="344"/>
                    </a:lnTo>
                    <a:lnTo>
                      <a:pt x="890" y="344"/>
                    </a:lnTo>
                    <a:lnTo>
                      <a:pt x="902" y="346"/>
                    </a:lnTo>
                    <a:lnTo>
                      <a:pt x="902" y="346"/>
                    </a:lnTo>
                    <a:lnTo>
                      <a:pt x="916" y="348"/>
                    </a:lnTo>
                    <a:lnTo>
                      <a:pt x="928" y="348"/>
                    </a:lnTo>
                    <a:lnTo>
                      <a:pt x="938" y="346"/>
                    </a:lnTo>
                    <a:lnTo>
                      <a:pt x="942" y="342"/>
                    </a:lnTo>
                    <a:lnTo>
                      <a:pt x="944" y="340"/>
                    </a:lnTo>
                    <a:lnTo>
                      <a:pt x="944" y="338"/>
                    </a:lnTo>
                    <a:lnTo>
                      <a:pt x="938" y="334"/>
                    </a:lnTo>
                    <a:lnTo>
                      <a:pt x="926" y="328"/>
                    </a:lnTo>
                    <a:lnTo>
                      <a:pt x="906" y="324"/>
                    </a:lnTo>
                    <a:lnTo>
                      <a:pt x="906" y="324"/>
                    </a:lnTo>
                    <a:lnTo>
                      <a:pt x="876" y="318"/>
                    </a:lnTo>
                    <a:lnTo>
                      <a:pt x="876" y="318"/>
                    </a:lnTo>
                    <a:lnTo>
                      <a:pt x="876" y="318"/>
                    </a:lnTo>
                    <a:lnTo>
                      <a:pt x="880" y="316"/>
                    </a:lnTo>
                    <a:lnTo>
                      <a:pt x="900" y="312"/>
                    </a:lnTo>
                    <a:lnTo>
                      <a:pt x="910" y="308"/>
                    </a:lnTo>
                    <a:lnTo>
                      <a:pt x="920" y="304"/>
                    </a:lnTo>
                    <a:lnTo>
                      <a:pt x="920" y="304"/>
                    </a:lnTo>
                    <a:lnTo>
                      <a:pt x="924" y="300"/>
                    </a:lnTo>
                    <a:lnTo>
                      <a:pt x="926" y="298"/>
                    </a:lnTo>
                    <a:lnTo>
                      <a:pt x="926" y="294"/>
                    </a:lnTo>
                    <a:lnTo>
                      <a:pt x="926" y="290"/>
                    </a:lnTo>
                    <a:lnTo>
                      <a:pt x="922" y="284"/>
                    </a:lnTo>
                    <a:lnTo>
                      <a:pt x="914" y="278"/>
                    </a:lnTo>
                    <a:lnTo>
                      <a:pt x="904" y="272"/>
                    </a:lnTo>
                    <a:lnTo>
                      <a:pt x="894" y="268"/>
                    </a:lnTo>
                    <a:lnTo>
                      <a:pt x="886" y="268"/>
                    </a:lnTo>
                    <a:lnTo>
                      <a:pt x="880" y="270"/>
                    </a:lnTo>
                    <a:lnTo>
                      <a:pt x="880" y="270"/>
                    </a:lnTo>
                    <a:lnTo>
                      <a:pt x="872" y="274"/>
                    </a:lnTo>
                    <a:lnTo>
                      <a:pt x="864" y="276"/>
                    </a:lnTo>
                    <a:lnTo>
                      <a:pt x="846" y="276"/>
                    </a:lnTo>
                    <a:lnTo>
                      <a:pt x="842" y="276"/>
                    </a:lnTo>
                    <a:lnTo>
                      <a:pt x="840" y="274"/>
                    </a:lnTo>
                    <a:lnTo>
                      <a:pt x="842" y="270"/>
                    </a:lnTo>
                    <a:lnTo>
                      <a:pt x="852" y="266"/>
                    </a:lnTo>
                    <a:lnTo>
                      <a:pt x="852" y="266"/>
                    </a:lnTo>
                    <a:lnTo>
                      <a:pt x="874" y="258"/>
                    </a:lnTo>
                    <a:lnTo>
                      <a:pt x="880" y="254"/>
                    </a:lnTo>
                    <a:lnTo>
                      <a:pt x="882" y="252"/>
                    </a:lnTo>
                    <a:lnTo>
                      <a:pt x="878" y="248"/>
                    </a:lnTo>
                    <a:lnTo>
                      <a:pt x="872" y="244"/>
                    </a:lnTo>
                    <a:lnTo>
                      <a:pt x="844" y="232"/>
                    </a:lnTo>
                    <a:lnTo>
                      <a:pt x="844" y="232"/>
                    </a:lnTo>
                    <a:lnTo>
                      <a:pt x="826" y="226"/>
                    </a:lnTo>
                    <a:lnTo>
                      <a:pt x="812" y="226"/>
                    </a:lnTo>
                    <a:lnTo>
                      <a:pt x="802" y="228"/>
                    </a:lnTo>
                    <a:lnTo>
                      <a:pt x="794" y="230"/>
                    </a:lnTo>
                    <a:lnTo>
                      <a:pt x="790" y="232"/>
                    </a:lnTo>
                    <a:lnTo>
                      <a:pt x="786" y="232"/>
                    </a:lnTo>
                    <a:lnTo>
                      <a:pt x="786" y="230"/>
                    </a:lnTo>
                    <a:lnTo>
                      <a:pt x="786" y="220"/>
                    </a:lnTo>
                    <a:lnTo>
                      <a:pt x="786" y="220"/>
                    </a:lnTo>
                    <a:lnTo>
                      <a:pt x="788" y="210"/>
                    </a:lnTo>
                    <a:lnTo>
                      <a:pt x="784" y="206"/>
                    </a:lnTo>
                    <a:lnTo>
                      <a:pt x="782" y="204"/>
                    </a:lnTo>
                    <a:lnTo>
                      <a:pt x="776" y="204"/>
                    </a:lnTo>
                    <a:lnTo>
                      <a:pt x="768" y="206"/>
                    </a:lnTo>
                    <a:lnTo>
                      <a:pt x="764" y="204"/>
                    </a:lnTo>
                    <a:lnTo>
                      <a:pt x="762" y="198"/>
                    </a:lnTo>
                    <a:lnTo>
                      <a:pt x="762" y="198"/>
                    </a:lnTo>
                    <a:lnTo>
                      <a:pt x="762" y="190"/>
                    </a:lnTo>
                    <a:lnTo>
                      <a:pt x="756" y="184"/>
                    </a:lnTo>
                    <a:lnTo>
                      <a:pt x="748" y="178"/>
                    </a:lnTo>
                    <a:lnTo>
                      <a:pt x="738" y="174"/>
                    </a:lnTo>
                    <a:lnTo>
                      <a:pt x="728" y="170"/>
                    </a:lnTo>
                    <a:lnTo>
                      <a:pt x="716" y="170"/>
                    </a:lnTo>
                    <a:lnTo>
                      <a:pt x="706" y="174"/>
                    </a:lnTo>
                    <a:lnTo>
                      <a:pt x="696" y="182"/>
                    </a:lnTo>
                    <a:lnTo>
                      <a:pt x="696" y="182"/>
                    </a:lnTo>
                    <a:lnTo>
                      <a:pt x="686" y="190"/>
                    </a:lnTo>
                    <a:lnTo>
                      <a:pt x="680" y="192"/>
                    </a:lnTo>
                    <a:lnTo>
                      <a:pt x="674" y="190"/>
                    </a:lnTo>
                    <a:lnTo>
                      <a:pt x="670" y="186"/>
                    </a:lnTo>
                    <a:lnTo>
                      <a:pt x="666" y="178"/>
                    </a:lnTo>
                    <a:lnTo>
                      <a:pt x="662" y="168"/>
                    </a:lnTo>
                    <a:lnTo>
                      <a:pt x="652" y="148"/>
                    </a:lnTo>
                    <a:lnTo>
                      <a:pt x="652" y="148"/>
                    </a:lnTo>
                    <a:lnTo>
                      <a:pt x="648" y="138"/>
                    </a:lnTo>
                    <a:lnTo>
                      <a:pt x="642" y="134"/>
                    </a:lnTo>
                    <a:lnTo>
                      <a:pt x="638" y="134"/>
                    </a:lnTo>
                    <a:lnTo>
                      <a:pt x="632" y="134"/>
                    </a:lnTo>
                    <a:lnTo>
                      <a:pt x="628" y="134"/>
                    </a:lnTo>
                    <a:lnTo>
                      <a:pt x="622" y="134"/>
                    </a:lnTo>
                    <a:lnTo>
                      <a:pt x="616" y="128"/>
                    </a:lnTo>
                    <a:lnTo>
                      <a:pt x="610" y="120"/>
                    </a:lnTo>
                    <a:lnTo>
                      <a:pt x="610" y="120"/>
                    </a:lnTo>
                    <a:lnTo>
                      <a:pt x="602" y="110"/>
                    </a:lnTo>
                    <a:lnTo>
                      <a:pt x="594" y="104"/>
                    </a:lnTo>
                    <a:lnTo>
                      <a:pt x="586" y="100"/>
                    </a:lnTo>
                    <a:lnTo>
                      <a:pt x="578" y="100"/>
                    </a:lnTo>
                    <a:lnTo>
                      <a:pt x="560" y="98"/>
                    </a:lnTo>
                    <a:lnTo>
                      <a:pt x="552" y="98"/>
                    </a:lnTo>
                    <a:lnTo>
                      <a:pt x="546" y="94"/>
                    </a:lnTo>
                    <a:lnTo>
                      <a:pt x="546" y="94"/>
                    </a:lnTo>
                    <a:lnTo>
                      <a:pt x="528" y="88"/>
                    </a:lnTo>
                    <a:lnTo>
                      <a:pt x="518" y="84"/>
                    </a:lnTo>
                    <a:lnTo>
                      <a:pt x="506" y="82"/>
                    </a:lnTo>
                    <a:lnTo>
                      <a:pt x="494" y="84"/>
                    </a:lnTo>
                    <a:lnTo>
                      <a:pt x="484" y="88"/>
                    </a:lnTo>
                    <a:lnTo>
                      <a:pt x="474" y="94"/>
                    </a:lnTo>
                    <a:lnTo>
                      <a:pt x="466" y="106"/>
                    </a:lnTo>
                    <a:lnTo>
                      <a:pt x="466" y="106"/>
                    </a:lnTo>
                    <a:lnTo>
                      <a:pt x="462" y="112"/>
                    </a:lnTo>
                    <a:lnTo>
                      <a:pt x="460" y="116"/>
                    </a:lnTo>
                    <a:lnTo>
                      <a:pt x="456" y="118"/>
                    </a:lnTo>
                    <a:lnTo>
                      <a:pt x="452" y="118"/>
                    </a:lnTo>
                    <a:lnTo>
                      <a:pt x="444" y="116"/>
                    </a:lnTo>
                    <a:lnTo>
                      <a:pt x="436" y="112"/>
                    </a:lnTo>
                    <a:lnTo>
                      <a:pt x="428" y="106"/>
                    </a:lnTo>
                    <a:lnTo>
                      <a:pt x="420" y="104"/>
                    </a:lnTo>
                    <a:lnTo>
                      <a:pt x="416" y="102"/>
                    </a:lnTo>
                    <a:lnTo>
                      <a:pt x="412" y="104"/>
                    </a:lnTo>
                    <a:lnTo>
                      <a:pt x="408" y="106"/>
                    </a:lnTo>
                    <a:lnTo>
                      <a:pt x="404" y="110"/>
                    </a:lnTo>
                    <a:lnTo>
                      <a:pt x="404" y="110"/>
                    </a:lnTo>
                    <a:lnTo>
                      <a:pt x="396" y="118"/>
                    </a:lnTo>
                    <a:lnTo>
                      <a:pt x="388" y="124"/>
                    </a:lnTo>
                    <a:lnTo>
                      <a:pt x="380" y="130"/>
                    </a:lnTo>
                    <a:lnTo>
                      <a:pt x="376" y="132"/>
                    </a:lnTo>
                    <a:lnTo>
                      <a:pt x="372" y="132"/>
                    </a:lnTo>
                    <a:lnTo>
                      <a:pt x="370" y="130"/>
                    </a:lnTo>
                    <a:lnTo>
                      <a:pt x="372" y="126"/>
                    </a:lnTo>
                    <a:lnTo>
                      <a:pt x="376" y="118"/>
                    </a:lnTo>
                    <a:lnTo>
                      <a:pt x="376" y="118"/>
                    </a:lnTo>
                    <a:lnTo>
                      <a:pt x="382" y="110"/>
                    </a:lnTo>
                    <a:lnTo>
                      <a:pt x="386" y="100"/>
                    </a:lnTo>
                    <a:lnTo>
                      <a:pt x="388" y="90"/>
                    </a:lnTo>
                    <a:lnTo>
                      <a:pt x="388" y="82"/>
                    </a:lnTo>
                    <a:lnTo>
                      <a:pt x="386" y="72"/>
                    </a:lnTo>
                    <a:lnTo>
                      <a:pt x="382" y="64"/>
                    </a:lnTo>
                    <a:lnTo>
                      <a:pt x="376" y="58"/>
                    </a:lnTo>
                    <a:lnTo>
                      <a:pt x="368" y="54"/>
                    </a:lnTo>
                    <a:lnTo>
                      <a:pt x="368" y="54"/>
                    </a:lnTo>
                    <a:lnTo>
                      <a:pt x="360" y="50"/>
                    </a:lnTo>
                    <a:lnTo>
                      <a:pt x="356" y="44"/>
                    </a:lnTo>
                    <a:lnTo>
                      <a:pt x="356" y="38"/>
                    </a:lnTo>
                    <a:lnTo>
                      <a:pt x="354" y="32"/>
                    </a:lnTo>
                    <a:lnTo>
                      <a:pt x="354" y="24"/>
                    </a:lnTo>
                    <a:lnTo>
                      <a:pt x="352" y="18"/>
                    </a:lnTo>
                    <a:lnTo>
                      <a:pt x="346" y="14"/>
                    </a:lnTo>
                    <a:lnTo>
                      <a:pt x="338" y="12"/>
                    </a:lnTo>
                    <a:lnTo>
                      <a:pt x="338" y="12"/>
                    </a:lnTo>
                    <a:lnTo>
                      <a:pt x="326" y="10"/>
                    </a:lnTo>
                    <a:lnTo>
                      <a:pt x="306" y="12"/>
                    </a:lnTo>
                    <a:lnTo>
                      <a:pt x="282" y="14"/>
                    </a:lnTo>
                    <a:lnTo>
                      <a:pt x="260" y="18"/>
                    </a:lnTo>
                    <a:lnTo>
                      <a:pt x="236" y="24"/>
                    </a:lnTo>
                    <a:lnTo>
                      <a:pt x="218" y="32"/>
                    </a:lnTo>
                    <a:lnTo>
                      <a:pt x="210" y="38"/>
                    </a:lnTo>
                    <a:lnTo>
                      <a:pt x="204" y="44"/>
                    </a:lnTo>
                    <a:lnTo>
                      <a:pt x="200" y="50"/>
                    </a:lnTo>
                    <a:lnTo>
                      <a:pt x="198" y="56"/>
                    </a:lnTo>
                    <a:lnTo>
                      <a:pt x="198" y="56"/>
                    </a:lnTo>
                    <a:lnTo>
                      <a:pt x="198" y="62"/>
                    </a:lnTo>
                    <a:lnTo>
                      <a:pt x="196" y="66"/>
                    </a:lnTo>
                    <a:lnTo>
                      <a:pt x="194" y="68"/>
                    </a:lnTo>
                    <a:lnTo>
                      <a:pt x="192" y="70"/>
                    </a:lnTo>
                    <a:lnTo>
                      <a:pt x="186" y="72"/>
                    </a:lnTo>
                    <a:lnTo>
                      <a:pt x="178" y="70"/>
                    </a:lnTo>
                    <a:lnTo>
                      <a:pt x="174" y="72"/>
                    </a:lnTo>
                    <a:lnTo>
                      <a:pt x="172" y="72"/>
                    </a:lnTo>
                    <a:lnTo>
                      <a:pt x="172" y="74"/>
                    </a:lnTo>
                    <a:lnTo>
                      <a:pt x="174" y="84"/>
                    </a:lnTo>
                    <a:lnTo>
                      <a:pt x="182" y="100"/>
                    </a:lnTo>
                    <a:lnTo>
                      <a:pt x="182" y="100"/>
                    </a:lnTo>
                    <a:lnTo>
                      <a:pt x="188" y="116"/>
                    </a:lnTo>
                    <a:lnTo>
                      <a:pt x="188" y="122"/>
                    </a:lnTo>
                    <a:lnTo>
                      <a:pt x="188" y="126"/>
                    </a:lnTo>
                    <a:lnTo>
                      <a:pt x="188" y="130"/>
                    </a:lnTo>
                    <a:lnTo>
                      <a:pt x="184" y="130"/>
                    </a:lnTo>
                    <a:lnTo>
                      <a:pt x="180" y="132"/>
                    </a:lnTo>
                    <a:lnTo>
                      <a:pt x="174" y="132"/>
                    </a:lnTo>
                    <a:lnTo>
                      <a:pt x="168" y="134"/>
                    </a:lnTo>
                    <a:lnTo>
                      <a:pt x="168" y="136"/>
                    </a:lnTo>
                    <a:lnTo>
                      <a:pt x="168" y="138"/>
                    </a:lnTo>
                    <a:lnTo>
                      <a:pt x="174" y="148"/>
                    </a:lnTo>
                    <a:lnTo>
                      <a:pt x="174" y="148"/>
                    </a:lnTo>
                    <a:lnTo>
                      <a:pt x="184" y="158"/>
                    </a:lnTo>
                    <a:lnTo>
                      <a:pt x="192" y="164"/>
                    </a:lnTo>
                    <a:lnTo>
                      <a:pt x="200" y="166"/>
                    </a:lnTo>
                    <a:lnTo>
                      <a:pt x="208" y="166"/>
                    </a:lnTo>
                    <a:lnTo>
                      <a:pt x="212" y="164"/>
                    </a:lnTo>
                    <a:lnTo>
                      <a:pt x="218" y="166"/>
                    </a:lnTo>
                    <a:lnTo>
                      <a:pt x="220" y="168"/>
                    </a:lnTo>
                    <a:lnTo>
                      <a:pt x="222" y="176"/>
                    </a:lnTo>
                    <a:lnTo>
                      <a:pt x="222" y="176"/>
                    </a:lnTo>
                    <a:lnTo>
                      <a:pt x="222" y="180"/>
                    </a:lnTo>
                    <a:lnTo>
                      <a:pt x="220" y="182"/>
                    </a:lnTo>
                    <a:lnTo>
                      <a:pt x="216" y="184"/>
                    </a:lnTo>
                    <a:lnTo>
                      <a:pt x="210" y="184"/>
                    </a:lnTo>
                    <a:lnTo>
                      <a:pt x="196" y="180"/>
                    </a:lnTo>
                    <a:lnTo>
                      <a:pt x="180" y="174"/>
                    </a:lnTo>
                    <a:lnTo>
                      <a:pt x="164" y="164"/>
                    </a:lnTo>
                    <a:lnTo>
                      <a:pt x="152" y="150"/>
                    </a:lnTo>
                    <a:lnTo>
                      <a:pt x="148" y="144"/>
                    </a:lnTo>
                    <a:lnTo>
                      <a:pt x="146" y="136"/>
                    </a:lnTo>
                    <a:lnTo>
                      <a:pt x="146" y="130"/>
                    </a:lnTo>
                    <a:lnTo>
                      <a:pt x="150" y="122"/>
                    </a:lnTo>
                    <a:lnTo>
                      <a:pt x="150" y="122"/>
                    </a:lnTo>
                    <a:lnTo>
                      <a:pt x="154" y="110"/>
                    </a:lnTo>
                    <a:lnTo>
                      <a:pt x="152" y="102"/>
                    </a:lnTo>
                    <a:lnTo>
                      <a:pt x="150" y="98"/>
                    </a:lnTo>
                    <a:lnTo>
                      <a:pt x="144" y="94"/>
                    </a:lnTo>
                    <a:lnTo>
                      <a:pt x="142" y="90"/>
                    </a:lnTo>
                    <a:lnTo>
                      <a:pt x="140" y="84"/>
                    </a:lnTo>
                    <a:lnTo>
                      <a:pt x="144" y="74"/>
                    </a:lnTo>
                    <a:lnTo>
                      <a:pt x="154" y="60"/>
                    </a:lnTo>
                    <a:lnTo>
                      <a:pt x="154" y="60"/>
                    </a:lnTo>
                    <a:lnTo>
                      <a:pt x="168" y="44"/>
                    </a:lnTo>
                    <a:lnTo>
                      <a:pt x="180" y="34"/>
                    </a:lnTo>
                    <a:lnTo>
                      <a:pt x="188" y="26"/>
                    </a:lnTo>
                    <a:lnTo>
                      <a:pt x="198" y="22"/>
                    </a:lnTo>
                    <a:lnTo>
                      <a:pt x="208" y="16"/>
                    </a:lnTo>
                    <a:lnTo>
                      <a:pt x="212" y="14"/>
                    </a:lnTo>
                    <a:lnTo>
                      <a:pt x="212" y="10"/>
                    </a:lnTo>
                    <a:lnTo>
                      <a:pt x="212" y="10"/>
                    </a:lnTo>
                    <a:lnTo>
                      <a:pt x="212" y="8"/>
                    </a:lnTo>
                    <a:lnTo>
                      <a:pt x="210" y="6"/>
                    </a:lnTo>
                    <a:lnTo>
                      <a:pt x="200" y="2"/>
                    </a:lnTo>
                    <a:lnTo>
                      <a:pt x="184" y="0"/>
                    </a:lnTo>
                    <a:lnTo>
                      <a:pt x="164" y="0"/>
                    </a:lnTo>
                    <a:lnTo>
                      <a:pt x="140" y="2"/>
                    </a:lnTo>
                    <a:lnTo>
                      <a:pt x="116" y="8"/>
                    </a:lnTo>
                    <a:lnTo>
                      <a:pt x="92" y="16"/>
                    </a:lnTo>
                    <a:lnTo>
                      <a:pt x="70" y="26"/>
                    </a:lnTo>
                    <a:lnTo>
                      <a:pt x="70" y="26"/>
                    </a:lnTo>
                    <a:lnTo>
                      <a:pt x="52" y="38"/>
                    </a:lnTo>
                    <a:lnTo>
                      <a:pt x="40" y="48"/>
                    </a:lnTo>
                    <a:lnTo>
                      <a:pt x="34" y="56"/>
                    </a:lnTo>
                    <a:lnTo>
                      <a:pt x="32" y="62"/>
                    </a:lnTo>
                    <a:lnTo>
                      <a:pt x="30" y="72"/>
                    </a:lnTo>
                    <a:lnTo>
                      <a:pt x="28" y="76"/>
                    </a:lnTo>
                    <a:lnTo>
                      <a:pt x="24" y="82"/>
                    </a:lnTo>
                    <a:lnTo>
                      <a:pt x="24" y="82"/>
                    </a:lnTo>
                    <a:lnTo>
                      <a:pt x="18" y="90"/>
                    </a:lnTo>
                    <a:lnTo>
                      <a:pt x="14" y="96"/>
                    </a:lnTo>
                    <a:lnTo>
                      <a:pt x="8" y="112"/>
                    </a:lnTo>
                    <a:lnTo>
                      <a:pt x="4" y="132"/>
                    </a:lnTo>
                    <a:lnTo>
                      <a:pt x="2" y="156"/>
                    </a:lnTo>
                    <a:lnTo>
                      <a:pt x="2" y="156"/>
                    </a:lnTo>
                    <a:lnTo>
                      <a:pt x="0" y="168"/>
                    </a:lnTo>
                    <a:lnTo>
                      <a:pt x="0" y="178"/>
                    </a:lnTo>
                    <a:lnTo>
                      <a:pt x="2" y="184"/>
                    </a:lnTo>
                    <a:lnTo>
                      <a:pt x="8" y="188"/>
                    </a:lnTo>
                    <a:lnTo>
                      <a:pt x="14" y="192"/>
                    </a:lnTo>
                    <a:lnTo>
                      <a:pt x="26" y="194"/>
                    </a:lnTo>
                    <a:lnTo>
                      <a:pt x="58" y="196"/>
                    </a:lnTo>
                    <a:lnTo>
                      <a:pt x="58" y="196"/>
                    </a:lnTo>
                    <a:lnTo>
                      <a:pt x="76" y="200"/>
                    </a:lnTo>
                    <a:lnTo>
                      <a:pt x="90" y="202"/>
                    </a:lnTo>
                    <a:lnTo>
                      <a:pt x="100" y="208"/>
                    </a:lnTo>
                    <a:lnTo>
                      <a:pt x="106" y="212"/>
                    </a:lnTo>
                    <a:lnTo>
                      <a:pt x="106" y="216"/>
                    </a:lnTo>
                    <a:lnTo>
                      <a:pt x="102" y="218"/>
                    </a:lnTo>
                    <a:lnTo>
                      <a:pt x="94" y="220"/>
                    </a:lnTo>
                    <a:lnTo>
                      <a:pt x="78" y="218"/>
                    </a:lnTo>
                    <a:lnTo>
                      <a:pt x="78" y="218"/>
                    </a:lnTo>
                    <a:lnTo>
                      <a:pt x="50" y="216"/>
                    </a:lnTo>
                    <a:lnTo>
                      <a:pt x="40" y="216"/>
                    </a:lnTo>
                    <a:lnTo>
                      <a:pt x="32" y="218"/>
                    </a:lnTo>
                    <a:lnTo>
                      <a:pt x="32" y="220"/>
                    </a:lnTo>
                    <a:lnTo>
                      <a:pt x="30" y="222"/>
                    </a:lnTo>
                    <a:lnTo>
                      <a:pt x="32" y="228"/>
                    </a:lnTo>
                    <a:lnTo>
                      <a:pt x="40" y="238"/>
                    </a:lnTo>
                    <a:lnTo>
                      <a:pt x="52" y="250"/>
                    </a:lnTo>
                    <a:lnTo>
                      <a:pt x="52" y="250"/>
                    </a:lnTo>
                    <a:lnTo>
                      <a:pt x="68" y="262"/>
                    </a:lnTo>
                    <a:lnTo>
                      <a:pt x="82" y="268"/>
                    </a:lnTo>
                    <a:lnTo>
                      <a:pt x="94" y="270"/>
                    </a:lnTo>
                    <a:lnTo>
                      <a:pt x="106" y="270"/>
                    </a:lnTo>
                    <a:lnTo>
                      <a:pt x="118" y="270"/>
                    </a:lnTo>
                    <a:lnTo>
                      <a:pt x="130" y="270"/>
                    </a:lnTo>
                    <a:lnTo>
                      <a:pt x="142" y="272"/>
                    </a:lnTo>
                    <a:lnTo>
                      <a:pt x="152" y="278"/>
                    </a:lnTo>
                    <a:lnTo>
                      <a:pt x="152" y="278"/>
                    </a:lnTo>
                    <a:lnTo>
                      <a:pt x="162" y="284"/>
                    </a:lnTo>
                    <a:lnTo>
                      <a:pt x="174" y="288"/>
                    </a:lnTo>
                    <a:lnTo>
                      <a:pt x="184" y="290"/>
                    </a:lnTo>
                    <a:lnTo>
                      <a:pt x="194" y="288"/>
                    </a:lnTo>
                    <a:lnTo>
                      <a:pt x="208" y="286"/>
                    </a:lnTo>
                    <a:lnTo>
                      <a:pt x="218" y="286"/>
                    </a:lnTo>
                    <a:lnTo>
                      <a:pt x="218" y="286"/>
                    </a:lnTo>
                    <a:lnTo>
                      <a:pt x="234" y="288"/>
                    </a:lnTo>
                    <a:lnTo>
                      <a:pt x="244" y="290"/>
                    </a:lnTo>
                    <a:lnTo>
                      <a:pt x="260" y="290"/>
                    </a:lnTo>
                    <a:lnTo>
                      <a:pt x="268" y="290"/>
                    </a:lnTo>
                    <a:lnTo>
                      <a:pt x="276" y="290"/>
                    </a:lnTo>
                    <a:lnTo>
                      <a:pt x="288" y="292"/>
                    </a:lnTo>
                    <a:lnTo>
                      <a:pt x="304" y="296"/>
                    </a:lnTo>
                    <a:lnTo>
                      <a:pt x="304" y="296"/>
                    </a:lnTo>
                    <a:lnTo>
                      <a:pt x="316" y="300"/>
                    </a:lnTo>
                    <a:lnTo>
                      <a:pt x="324" y="298"/>
                    </a:lnTo>
                    <a:lnTo>
                      <a:pt x="328" y="296"/>
                    </a:lnTo>
                    <a:lnTo>
                      <a:pt x="332" y="292"/>
                    </a:lnTo>
                    <a:lnTo>
                      <a:pt x="336" y="290"/>
                    </a:lnTo>
                    <a:lnTo>
                      <a:pt x="340" y="290"/>
                    </a:lnTo>
                    <a:lnTo>
                      <a:pt x="346" y="292"/>
                    </a:lnTo>
                    <a:lnTo>
                      <a:pt x="356" y="298"/>
                    </a:lnTo>
                    <a:lnTo>
                      <a:pt x="356" y="298"/>
                    </a:lnTo>
                    <a:lnTo>
                      <a:pt x="374" y="312"/>
                    </a:lnTo>
                    <a:lnTo>
                      <a:pt x="378" y="314"/>
                    </a:lnTo>
                    <a:lnTo>
                      <a:pt x="380" y="312"/>
                    </a:lnTo>
                    <a:lnTo>
                      <a:pt x="378" y="310"/>
                    </a:lnTo>
                    <a:lnTo>
                      <a:pt x="376" y="306"/>
                    </a:lnTo>
                    <a:lnTo>
                      <a:pt x="362" y="292"/>
                    </a:lnTo>
                    <a:lnTo>
                      <a:pt x="362" y="292"/>
                    </a:lnTo>
                    <a:lnTo>
                      <a:pt x="358" y="284"/>
                    </a:lnTo>
                    <a:lnTo>
                      <a:pt x="358" y="282"/>
                    </a:lnTo>
                    <a:lnTo>
                      <a:pt x="360" y="282"/>
                    </a:lnTo>
                    <a:lnTo>
                      <a:pt x="368" y="282"/>
                    </a:lnTo>
                    <a:lnTo>
                      <a:pt x="380" y="284"/>
                    </a:lnTo>
                    <a:lnTo>
                      <a:pt x="410" y="290"/>
                    </a:lnTo>
                    <a:lnTo>
                      <a:pt x="444" y="296"/>
                    </a:lnTo>
                    <a:lnTo>
                      <a:pt x="444" y="296"/>
                    </a:lnTo>
                    <a:lnTo>
                      <a:pt x="450" y="296"/>
                    </a:lnTo>
                    <a:lnTo>
                      <a:pt x="454" y="296"/>
                    </a:lnTo>
                    <a:lnTo>
                      <a:pt x="458" y="294"/>
                    </a:lnTo>
                    <a:lnTo>
                      <a:pt x="460" y="290"/>
                    </a:lnTo>
                    <a:lnTo>
                      <a:pt x="462" y="284"/>
                    </a:lnTo>
                    <a:lnTo>
                      <a:pt x="460" y="274"/>
                    </a:lnTo>
                    <a:lnTo>
                      <a:pt x="456" y="260"/>
                    </a:lnTo>
                    <a:lnTo>
                      <a:pt x="456" y="260"/>
                    </a:lnTo>
                    <a:lnTo>
                      <a:pt x="458" y="260"/>
                    </a:lnTo>
                    <a:lnTo>
                      <a:pt x="464" y="264"/>
                    </a:lnTo>
                    <a:lnTo>
                      <a:pt x="464" y="264"/>
                    </a:lnTo>
                    <a:lnTo>
                      <a:pt x="472" y="270"/>
                    </a:lnTo>
                    <a:lnTo>
                      <a:pt x="478" y="272"/>
                    </a:lnTo>
                    <a:lnTo>
                      <a:pt x="484" y="272"/>
                    </a:lnTo>
                    <a:lnTo>
                      <a:pt x="490" y="272"/>
                    </a:lnTo>
                    <a:lnTo>
                      <a:pt x="494" y="272"/>
                    </a:lnTo>
                    <a:lnTo>
                      <a:pt x="498" y="274"/>
                    </a:lnTo>
                    <a:lnTo>
                      <a:pt x="500" y="278"/>
                    </a:lnTo>
                    <a:lnTo>
                      <a:pt x="502" y="286"/>
                    </a:lnTo>
                    <a:lnTo>
                      <a:pt x="502" y="286"/>
                    </a:lnTo>
                    <a:lnTo>
                      <a:pt x="502" y="294"/>
                    </a:lnTo>
                    <a:lnTo>
                      <a:pt x="504" y="302"/>
                    </a:lnTo>
                    <a:lnTo>
                      <a:pt x="508" y="306"/>
                    </a:lnTo>
                    <a:lnTo>
                      <a:pt x="512" y="310"/>
                    </a:lnTo>
                    <a:lnTo>
                      <a:pt x="528" y="318"/>
                    </a:lnTo>
                    <a:lnTo>
                      <a:pt x="556" y="326"/>
                    </a:lnTo>
                    <a:lnTo>
                      <a:pt x="556" y="326"/>
                    </a:lnTo>
                    <a:lnTo>
                      <a:pt x="570" y="332"/>
                    </a:lnTo>
                    <a:lnTo>
                      <a:pt x="580" y="338"/>
                    </a:lnTo>
                    <a:lnTo>
                      <a:pt x="584" y="344"/>
                    </a:lnTo>
                    <a:lnTo>
                      <a:pt x="584" y="348"/>
                    </a:lnTo>
                    <a:lnTo>
                      <a:pt x="580" y="352"/>
                    </a:lnTo>
                    <a:lnTo>
                      <a:pt x="574" y="356"/>
                    </a:lnTo>
                    <a:lnTo>
                      <a:pt x="568" y="356"/>
                    </a:lnTo>
                    <a:lnTo>
                      <a:pt x="558" y="356"/>
                    </a:lnTo>
                    <a:lnTo>
                      <a:pt x="558" y="356"/>
                    </a:lnTo>
                    <a:lnTo>
                      <a:pt x="550" y="358"/>
                    </a:lnTo>
                    <a:lnTo>
                      <a:pt x="542" y="360"/>
                    </a:lnTo>
                    <a:lnTo>
                      <a:pt x="538" y="366"/>
                    </a:lnTo>
                    <a:lnTo>
                      <a:pt x="538" y="370"/>
                    </a:lnTo>
                    <a:lnTo>
                      <a:pt x="538" y="376"/>
                    </a:lnTo>
                    <a:lnTo>
                      <a:pt x="544" y="378"/>
                    </a:lnTo>
                    <a:lnTo>
                      <a:pt x="550" y="380"/>
                    </a:lnTo>
                    <a:lnTo>
                      <a:pt x="562" y="378"/>
                    </a:lnTo>
                    <a:lnTo>
                      <a:pt x="562" y="378"/>
                    </a:lnTo>
                    <a:lnTo>
                      <a:pt x="576" y="374"/>
                    </a:lnTo>
                    <a:lnTo>
                      <a:pt x="590" y="374"/>
                    </a:lnTo>
                    <a:lnTo>
                      <a:pt x="606" y="376"/>
                    </a:lnTo>
                    <a:lnTo>
                      <a:pt x="618" y="380"/>
                    </a:lnTo>
                    <a:lnTo>
                      <a:pt x="630" y="384"/>
                    </a:lnTo>
                    <a:lnTo>
                      <a:pt x="640" y="390"/>
                    </a:lnTo>
                    <a:lnTo>
                      <a:pt x="648" y="396"/>
                    </a:lnTo>
                    <a:lnTo>
                      <a:pt x="654" y="402"/>
                    </a:lnTo>
                    <a:lnTo>
                      <a:pt x="654" y="402"/>
                    </a:lnTo>
                    <a:lnTo>
                      <a:pt x="656" y="406"/>
                    </a:lnTo>
                    <a:lnTo>
                      <a:pt x="662" y="408"/>
                    </a:lnTo>
                    <a:lnTo>
                      <a:pt x="674" y="414"/>
                    </a:lnTo>
                    <a:lnTo>
                      <a:pt x="682" y="416"/>
                    </a:lnTo>
                    <a:lnTo>
                      <a:pt x="688" y="420"/>
                    </a:lnTo>
                    <a:lnTo>
                      <a:pt x="692" y="428"/>
                    </a:lnTo>
                    <a:lnTo>
                      <a:pt x="696" y="438"/>
                    </a:lnTo>
                    <a:lnTo>
                      <a:pt x="696" y="438"/>
                    </a:lnTo>
                    <a:lnTo>
                      <a:pt x="698" y="450"/>
                    </a:lnTo>
                    <a:lnTo>
                      <a:pt x="704" y="460"/>
                    </a:lnTo>
                    <a:lnTo>
                      <a:pt x="712" y="474"/>
                    </a:lnTo>
                    <a:lnTo>
                      <a:pt x="716" y="480"/>
                    </a:lnTo>
                    <a:lnTo>
                      <a:pt x="718" y="486"/>
                    </a:lnTo>
                    <a:lnTo>
                      <a:pt x="716" y="490"/>
                    </a:lnTo>
                    <a:lnTo>
                      <a:pt x="710" y="494"/>
                    </a:lnTo>
                    <a:lnTo>
                      <a:pt x="710" y="494"/>
                    </a:lnTo>
                    <a:lnTo>
                      <a:pt x="696" y="504"/>
                    </a:lnTo>
                    <a:lnTo>
                      <a:pt x="682" y="518"/>
                    </a:lnTo>
                    <a:lnTo>
                      <a:pt x="668" y="532"/>
                    </a:lnTo>
                    <a:lnTo>
                      <a:pt x="648" y="548"/>
                    </a:lnTo>
                    <a:lnTo>
                      <a:pt x="648" y="548"/>
                    </a:lnTo>
                    <a:lnTo>
                      <a:pt x="644" y="554"/>
                    </a:lnTo>
                    <a:lnTo>
                      <a:pt x="640" y="558"/>
                    </a:lnTo>
                    <a:lnTo>
                      <a:pt x="640" y="564"/>
                    </a:lnTo>
                    <a:lnTo>
                      <a:pt x="642" y="570"/>
                    </a:lnTo>
                    <a:lnTo>
                      <a:pt x="646" y="580"/>
                    </a:lnTo>
                    <a:lnTo>
                      <a:pt x="654" y="590"/>
                    </a:lnTo>
                    <a:lnTo>
                      <a:pt x="666" y="604"/>
                    </a:lnTo>
                    <a:lnTo>
                      <a:pt x="666" y="606"/>
                    </a:lnTo>
                    <a:lnTo>
                      <a:pt x="666" y="608"/>
                    </a:lnTo>
                    <a:lnTo>
                      <a:pt x="656" y="606"/>
                    </a:lnTo>
                    <a:lnTo>
                      <a:pt x="656" y="606"/>
                    </a:lnTo>
                    <a:lnTo>
                      <a:pt x="646" y="602"/>
                    </a:lnTo>
                    <a:lnTo>
                      <a:pt x="636" y="604"/>
                    </a:lnTo>
                    <a:lnTo>
                      <a:pt x="628" y="608"/>
                    </a:lnTo>
                    <a:lnTo>
                      <a:pt x="620" y="612"/>
                    </a:lnTo>
                    <a:lnTo>
                      <a:pt x="608" y="616"/>
                    </a:lnTo>
                    <a:lnTo>
                      <a:pt x="594" y="620"/>
                    </a:lnTo>
                    <a:lnTo>
                      <a:pt x="576" y="620"/>
                    </a:lnTo>
                    <a:lnTo>
                      <a:pt x="552" y="614"/>
                    </a:lnTo>
                    <a:lnTo>
                      <a:pt x="552" y="614"/>
                    </a:lnTo>
                    <a:lnTo>
                      <a:pt x="528" y="610"/>
                    </a:lnTo>
                    <a:lnTo>
                      <a:pt x="516" y="608"/>
                    </a:lnTo>
                    <a:lnTo>
                      <a:pt x="510" y="608"/>
                    </a:lnTo>
                    <a:lnTo>
                      <a:pt x="510" y="612"/>
                    </a:lnTo>
                    <a:lnTo>
                      <a:pt x="510" y="616"/>
                    </a:lnTo>
                    <a:lnTo>
                      <a:pt x="510" y="624"/>
                    </a:lnTo>
                    <a:lnTo>
                      <a:pt x="504" y="630"/>
                    </a:lnTo>
                    <a:lnTo>
                      <a:pt x="494" y="638"/>
                    </a:lnTo>
                    <a:lnTo>
                      <a:pt x="494" y="638"/>
                    </a:lnTo>
                    <a:lnTo>
                      <a:pt x="488" y="642"/>
                    </a:lnTo>
                    <a:lnTo>
                      <a:pt x="484" y="648"/>
                    </a:lnTo>
                    <a:lnTo>
                      <a:pt x="482" y="652"/>
                    </a:lnTo>
                    <a:lnTo>
                      <a:pt x="480" y="658"/>
                    </a:lnTo>
                    <a:lnTo>
                      <a:pt x="482" y="664"/>
                    </a:lnTo>
                    <a:lnTo>
                      <a:pt x="484" y="668"/>
                    </a:lnTo>
                    <a:lnTo>
                      <a:pt x="494" y="678"/>
                    </a:lnTo>
                    <a:lnTo>
                      <a:pt x="506" y="686"/>
                    </a:lnTo>
                    <a:lnTo>
                      <a:pt x="514" y="688"/>
                    </a:lnTo>
                    <a:lnTo>
                      <a:pt x="522" y="690"/>
                    </a:lnTo>
                    <a:lnTo>
                      <a:pt x="532" y="690"/>
                    </a:lnTo>
                    <a:lnTo>
                      <a:pt x="542" y="690"/>
                    </a:lnTo>
                    <a:lnTo>
                      <a:pt x="552" y="686"/>
                    </a:lnTo>
                    <a:lnTo>
                      <a:pt x="562" y="682"/>
                    </a:lnTo>
                    <a:lnTo>
                      <a:pt x="562" y="682"/>
                    </a:lnTo>
                    <a:lnTo>
                      <a:pt x="580" y="676"/>
                    </a:lnTo>
                    <a:lnTo>
                      <a:pt x="592" y="674"/>
                    </a:lnTo>
                    <a:lnTo>
                      <a:pt x="602" y="676"/>
                    </a:lnTo>
                    <a:lnTo>
                      <a:pt x="608" y="680"/>
                    </a:lnTo>
                    <a:lnTo>
                      <a:pt x="612" y="684"/>
                    </a:lnTo>
                    <a:lnTo>
                      <a:pt x="616" y="688"/>
                    </a:lnTo>
                    <a:lnTo>
                      <a:pt x="622" y="686"/>
                    </a:lnTo>
                    <a:lnTo>
                      <a:pt x="628" y="680"/>
                    </a:lnTo>
                    <a:lnTo>
                      <a:pt x="628" y="680"/>
                    </a:lnTo>
                    <a:lnTo>
                      <a:pt x="634" y="674"/>
                    </a:lnTo>
                    <a:lnTo>
                      <a:pt x="640" y="674"/>
                    </a:lnTo>
                    <a:lnTo>
                      <a:pt x="642" y="676"/>
                    </a:lnTo>
                    <a:lnTo>
                      <a:pt x="644" y="680"/>
                    </a:lnTo>
                    <a:lnTo>
                      <a:pt x="646" y="688"/>
                    </a:lnTo>
                    <a:lnTo>
                      <a:pt x="648" y="690"/>
                    </a:lnTo>
                    <a:lnTo>
                      <a:pt x="650" y="686"/>
                    </a:lnTo>
                    <a:lnTo>
                      <a:pt x="650" y="686"/>
                    </a:lnTo>
                    <a:lnTo>
                      <a:pt x="656" y="674"/>
                    </a:lnTo>
                    <a:lnTo>
                      <a:pt x="658" y="672"/>
                    </a:lnTo>
                    <a:lnTo>
                      <a:pt x="662" y="672"/>
                    </a:lnTo>
                    <a:lnTo>
                      <a:pt x="666" y="674"/>
                    </a:lnTo>
                    <a:lnTo>
                      <a:pt x="672" y="680"/>
                    </a:lnTo>
                    <a:lnTo>
                      <a:pt x="696" y="706"/>
                    </a:lnTo>
                    <a:lnTo>
                      <a:pt x="696" y="706"/>
                    </a:lnTo>
                    <a:lnTo>
                      <a:pt x="708" y="720"/>
                    </a:lnTo>
                    <a:lnTo>
                      <a:pt x="718" y="726"/>
                    </a:lnTo>
                    <a:lnTo>
                      <a:pt x="724" y="728"/>
                    </a:lnTo>
                    <a:lnTo>
                      <a:pt x="728" y="728"/>
                    </a:lnTo>
                    <a:lnTo>
                      <a:pt x="732" y="726"/>
                    </a:lnTo>
                    <a:lnTo>
                      <a:pt x="736" y="724"/>
                    </a:lnTo>
                    <a:lnTo>
                      <a:pt x="742" y="726"/>
                    </a:lnTo>
                    <a:lnTo>
                      <a:pt x="750" y="732"/>
                    </a:lnTo>
                    <a:lnTo>
                      <a:pt x="750" y="732"/>
                    </a:lnTo>
                    <a:lnTo>
                      <a:pt x="756" y="738"/>
                    </a:lnTo>
                    <a:lnTo>
                      <a:pt x="756" y="740"/>
                    </a:lnTo>
                    <a:lnTo>
                      <a:pt x="754" y="742"/>
                    </a:lnTo>
                    <a:lnTo>
                      <a:pt x="750" y="744"/>
                    </a:lnTo>
                    <a:lnTo>
                      <a:pt x="742" y="744"/>
                    </a:lnTo>
                    <a:lnTo>
                      <a:pt x="734" y="746"/>
                    </a:lnTo>
                    <a:lnTo>
                      <a:pt x="732" y="748"/>
                    </a:lnTo>
                    <a:lnTo>
                      <a:pt x="732" y="750"/>
                    </a:lnTo>
                    <a:lnTo>
                      <a:pt x="732" y="752"/>
                    </a:lnTo>
                    <a:lnTo>
                      <a:pt x="734" y="756"/>
                    </a:lnTo>
                    <a:lnTo>
                      <a:pt x="744" y="768"/>
                    </a:lnTo>
                    <a:lnTo>
                      <a:pt x="744" y="768"/>
                    </a:lnTo>
                    <a:lnTo>
                      <a:pt x="754" y="776"/>
                    </a:lnTo>
                    <a:lnTo>
                      <a:pt x="766" y="780"/>
                    </a:lnTo>
                    <a:lnTo>
                      <a:pt x="792" y="788"/>
                    </a:lnTo>
                    <a:lnTo>
                      <a:pt x="816" y="794"/>
                    </a:lnTo>
                    <a:lnTo>
                      <a:pt x="826" y="798"/>
                    </a:lnTo>
                    <a:lnTo>
                      <a:pt x="834" y="804"/>
                    </a:lnTo>
                    <a:lnTo>
                      <a:pt x="834" y="804"/>
                    </a:lnTo>
                    <a:lnTo>
                      <a:pt x="842" y="812"/>
                    </a:lnTo>
                    <a:lnTo>
                      <a:pt x="854" y="818"/>
                    </a:lnTo>
                    <a:lnTo>
                      <a:pt x="868" y="824"/>
                    </a:lnTo>
                    <a:lnTo>
                      <a:pt x="882" y="828"/>
                    </a:lnTo>
                    <a:lnTo>
                      <a:pt x="916" y="836"/>
                    </a:lnTo>
                    <a:lnTo>
                      <a:pt x="948" y="846"/>
                    </a:lnTo>
                    <a:lnTo>
                      <a:pt x="948" y="846"/>
                    </a:lnTo>
                    <a:lnTo>
                      <a:pt x="962" y="850"/>
                    </a:lnTo>
                    <a:lnTo>
                      <a:pt x="970" y="850"/>
                    </a:lnTo>
                    <a:lnTo>
                      <a:pt x="972" y="848"/>
                    </a:lnTo>
                    <a:lnTo>
                      <a:pt x="974" y="846"/>
                    </a:lnTo>
                    <a:lnTo>
                      <a:pt x="974" y="840"/>
                    </a:lnTo>
                    <a:lnTo>
                      <a:pt x="972" y="832"/>
                    </a:lnTo>
                    <a:lnTo>
                      <a:pt x="966" y="822"/>
                    </a:lnTo>
                    <a:lnTo>
                      <a:pt x="958" y="812"/>
                    </a:lnTo>
                    <a:lnTo>
                      <a:pt x="948" y="802"/>
                    </a:lnTo>
                    <a:lnTo>
                      <a:pt x="948" y="802"/>
                    </a:lnTo>
                    <a:lnTo>
                      <a:pt x="936" y="792"/>
                    </a:lnTo>
                    <a:lnTo>
                      <a:pt x="920" y="780"/>
                    </a:lnTo>
                    <a:lnTo>
                      <a:pt x="888" y="758"/>
                    </a:lnTo>
                    <a:lnTo>
                      <a:pt x="872" y="748"/>
                    </a:lnTo>
                    <a:lnTo>
                      <a:pt x="862" y="738"/>
                    </a:lnTo>
                    <a:lnTo>
                      <a:pt x="854" y="732"/>
                    </a:lnTo>
                    <a:lnTo>
                      <a:pt x="854" y="728"/>
                    </a:lnTo>
                    <a:lnTo>
                      <a:pt x="854" y="724"/>
                    </a:lnTo>
                    <a:lnTo>
                      <a:pt x="854" y="724"/>
                    </a:lnTo>
                    <a:lnTo>
                      <a:pt x="854" y="724"/>
                    </a:lnTo>
                    <a:lnTo>
                      <a:pt x="858" y="722"/>
                    </a:lnTo>
                    <a:lnTo>
                      <a:pt x="864" y="724"/>
                    </a:lnTo>
                    <a:lnTo>
                      <a:pt x="880" y="736"/>
                    </a:lnTo>
                    <a:lnTo>
                      <a:pt x="894" y="748"/>
                    </a:lnTo>
                    <a:lnTo>
                      <a:pt x="900" y="748"/>
                    </a:lnTo>
                    <a:lnTo>
                      <a:pt x="902" y="748"/>
                    </a:lnTo>
                    <a:lnTo>
                      <a:pt x="902" y="746"/>
                    </a:lnTo>
                    <a:lnTo>
                      <a:pt x="902" y="746"/>
                    </a:lnTo>
                    <a:lnTo>
                      <a:pt x="902" y="742"/>
                    </a:lnTo>
                    <a:lnTo>
                      <a:pt x="904" y="742"/>
                    </a:lnTo>
                    <a:lnTo>
                      <a:pt x="908" y="744"/>
                    </a:lnTo>
                    <a:lnTo>
                      <a:pt x="924" y="754"/>
                    </a:lnTo>
                    <a:lnTo>
                      <a:pt x="932" y="762"/>
                    </a:lnTo>
                    <a:lnTo>
                      <a:pt x="944" y="770"/>
                    </a:lnTo>
                    <a:lnTo>
                      <a:pt x="956" y="776"/>
                    </a:lnTo>
                    <a:lnTo>
                      <a:pt x="968" y="778"/>
                    </a:lnTo>
                    <a:lnTo>
                      <a:pt x="968" y="778"/>
                    </a:lnTo>
                    <a:lnTo>
                      <a:pt x="980" y="782"/>
                    </a:lnTo>
                    <a:lnTo>
                      <a:pt x="990" y="788"/>
                    </a:lnTo>
                    <a:lnTo>
                      <a:pt x="998" y="798"/>
                    </a:lnTo>
                    <a:lnTo>
                      <a:pt x="1004" y="806"/>
                    </a:lnTo>
                    <a:lnTo>
                      <a:pt x="1010" y="812"/>
                    </a:lnTo>
                    <a:lnTo>
                      <a:pt x="1012" y="814"/>
                    </a:lnTo>
                    <a:lnTo>
                      <a:pt x="1014" y="812"/>
                    </a:lnTo>
                    <a:lnTo>
                      <a:pt x="1012" y="802"/>
                    </a:lnTo>
                    <a:lnTo>
                      <a:pt x="1012" y="802"/>
                    </a:lnTo>
                    <a:lnTo>
                      <a:pt x="1012" y="792"/>
                    </a:lnTo>
                    <a:lnTo>
                      <a:pt x="1012" y="788"/>
                    </a:lnTo>
                    <a:lnTo>
                      <a:pt x="1014" y="788"/>
                    </a:lnTo>
                    <a:lnTo>
                      <a:pt x="1016" y="788"/>
                    </a:lnTo>
                    <a:lnTo>
                      <a:pt x="1018" y="788"/>
                    </a:lnTo>
                    <a:lnTo>
                      <a:pt x="1020" y="786"/>
                    </a:lnTo>
                    <a:lnTo>
                      <a:pt x="1020" y="780"/>
                    </a:lnTo>
                    <a:lnTo>
                      <a:pt x="1018" y="766"/>
                    </a:lnTo>
                    <a:lnTo>
                      <a:pt x="1018" y="766"/>
                    </a:lnTo>
                    <a:lnTo>
                      <a:pt x="1016" y="750"/>
                    </a:lnTo>
                    <a:lnTo>
                      <a:pt x="1018" y="752"/>
                    </a:lnTo>
                    <a:lnTo>
                      <a:pt x="1020" y="754"/>
                    </a:lnTo>
                    <a:lnTo>
                      <a:pt x="1022" y="758"/>
                    </a:lnTo>
                    <a:lnTo>
                      <a:pt x="1026" y="760"/>
                    </a:lnTo>
                    <a:lnTo>
                      <a:pt x="1028" y="756"/>
                    </a:lnTo>
                    <a:lnTo>
                      <a:pt x="1032" y="746"/>
                    </a:lnTo>
                    <a:lnTo>
                      <a:pt x="1032" y="746"/>
                    </a:lnTo>
                    <a:lnTo>
                      <a:pt x="1032" y="734"/>
                    </a:lnTo>
                    <a:lnTo>
                      <a:pt x="1030" y="728"/>
                    </a:lnTo>
                    <a:lnTo>
                      <a:pt x="1026" y="724"/>
                    </a:lnTo>
                    <a:lnTo>
                      <a:pt x="1022" y="724"/>
                    </a:lnTo>
                    <a:lnTo>
                      <a:pt x="1018" y="722"/>
                    </a:lnTo>
                    <a:lnTo>
                      <a:pt x="1014" y="722"/>
                    </a:lnTo>
                    <a:lnTo>
                      <a:pt x="1014" y="720"/>
                    </a:lnTo>
                    <a:lnTo>
                      <a:pt x="1018" y="714"/>
                    </a:lnTo>
                    <a:lnTo>
                      <a:pt x="1018" y="714"/>
                    </a:lnTo>
                    <a:lnTo>
                      <a:pt x="1022" y="708"/>
                    </a:lnTo>
                    <a:lnTo>
                      <a:pt x="1020" y="704"/>
                    </a:lnTo>
                    <a:lnTo>
                      <a:pt x="1016" y="702"/>
                    </a:lnTo>
                    <a:lnTo>
                      <a:pt x="1012" y="700"/>
                    </a:lnTo>
                    <a:lnTo>
                      <a:pt x="1006" y="700"/>
                    </a:lnTo>
                    <a:lnTo>
                      <a:pt x="1000" y="698"/>
                    </a:lnTo>
                    <a:lnTo>
                      <a:pt x="1000" y="694"/>
                    </a:lnTo>
                    <a:lnTo>
                      <a:pt x="1002" y="688"/>
                    </a:lnTo>
                    <a:lnTo>
                      <a:pt x="1002" y="688"/>
                    </a:lnTo>
                    <a:lnTo>
                      <a:pt x="1006" y="682"/>
                    </a:lnTo>
                    <a:lnTo>
                      <a:pt x="1010" y="676"/>
                    </a:lnTo>
                    <a:lnTo>
                      <a:pt x="1008" y="672"/>
                    </a:lnTo>
                    <a:lnTo>
                      <a:pt x="1006" y="668"/>
                    </a:lnTo>
                    <a:lnTo>
                      <a:pt x="1000" y="664"/>
                    </a:lnTo>
                    <a:lnTo>
                      <a:pt x="992" y="660"/>
                    </a:lnTo>
                    <a:lnTo>
                      <a:pt x="966" y="648"/>
                    </a:lnTo>
                    <a:lnTo>
                      <a:pt x="966" y="648"/>
                    </a:lnTo>
                    <a:lnTo>
                      <a:pt x="952" y="642"/>
                    </a:lnTo>
                    <a:lnTo>
                      <a:pt x="942" y="632"/>
                    </a:lnTo>
                    <a:lnTo>
                      <a:pt x="936" y="622"/>
                    </a:lnTo>
                    <a:lnTo>
                      <a:pt x="930" y="612"/>
                    </a:lnTo>
                    <a:lnTo>
                      <a:pt x="928" y="602"/>
                    </a:lnTo>
                    <a:lnTo>
                      <a:pt x="924" y="596"/>
                    </a:lnTo>
                    <a:lnTo>
                      <a:pt x="918" y="592"/>
                    </a:lnTo>
                    <a:lnTo>
                      <a:pt x="912" y="592"/>
                    </a:lnTo>
                    <a:lnTo>
                      <a:pt x="912" y="592"/>
                    </a:lnTo>
                    <a:lnTo>
                      <a:pt x="904" y="594"/>
                    </a:lnTo>
                    <a:lnTo>
                      <a:pt x="896" y="594"/>
                    </a:lnTo>
                    <a:lnTo>
                      <a:pt x="892" y="592"/>
                    </a:lnTo>
                    <a:lnTo>
                      <a:pt x="890" y="590"/>
                    </a:lnTo>
                    <a:lnTo>
                      <a:pt x="890" y="586"/>
                    </a:lnTo>
                    <a:lnTo>
                      <a:pt x="894" y="584"/>
                    </a:lnTo>
                    <a:lnTo>
                      <a:pt x="900" y="580"/>
                    </a:lnTo>
                    <a:lnTo>
                      <a:pt x="908" y="578"/>
                    </a:lnTo>
                    <a:lnTo>
                      <a:pt x="908" y="578"/>
                    </a:lnTo>
                    <a:lnTo>
                      <a:pt x="912" y="576"/>
                    </a:lnTo>
                    <a:lnTo>
                      <a:pt x="916" y="576"/>
                    </a:lnTo>
                    <a:lnTo>
                      <a:pt x="916" y="572"/>
                    </a:lnTo>
                    <a:lnTo>
                      <a:pt x="916" y="570"/>
                    </a:lnTo>
                    <a:lnTo>
                      <a:pt x="914" y="564"/>
                    </a:lnTo>
                    <a:lnTo>
                      <a:pt x="910" y="556"/>
                    </a:lnTo>
                    <a:lnTo>
                      <a:pt x="902" y="546"/>
                    </a:lnTo>
                    <a:lnTo>
                      <a:pt x="902" y="544"/>
                    </a:lnTo>
                    <a:lnTo>
                      <a:pt x="904" y="544"/>
                    </a:lnTo>
                    <a:lnTo>
                      <a:pt x="910" y="546"/>
                    </a:lnTo>
                    <a:lnTo>
                      <a:pt x="910" y="546"/>
                    </a:lnTo>
                    <a:lnTo>
                      <a:pt x="918" y="548"/>
                    </a:lnTo>
                    <a:lnTo>
                      <a:pt x="924" y="546"/>
                    </a:lnTo>
                    <a:lnTo>
                      <a:pt x="928" y="542"/>
                    </a:lnTo>
                    <a:lnTo>
                      <a:pt x="930" y="538"/>
                    </a:lnTo>
                    <a:lnTo>
                      <a:pt x="932" y="536"/>
                    </a:lnTo>
                    <a:lnTo>
                      <a:pt x="934" y="534"/>
                    </a:lnTo>
                    <a:lnTo>
                      <a:pt x="938" y="536"/>
                    </a:lnTo>
                    <a:lnTo>
                      <a:pt x="942" y="544"/>
                    </a:lnTo>
                    <a:lnTo>
                      <a:pt x="942" y="544"/>
                    </a:lnTo>
                    <a:lnTo>
                      <a:pt x="950" y="552"/>
                    </a:lnTo>
                    <a:lnTo>
                      <a:pt x="954" y="556"/>
                    </a:lnTo>
                    <a:lnTo>
                      <a:pt x="958" y="558"/>
                    </a:lnTo>
                    <a:lnTo>
                      <a:pt x="962" y="558"/>
                    </a:lnTo>
                    <a:lnTo>
                      <a:pt x="968" y="560"/>
                    </a:lnTo>
                    <a:lnTo>
                      <a:pt x="972" y="562"/>
                    </a:lnTo>
                    <a:lnTo>
                      <a:pt x="974" y="568"/>
                    </a:lnTo>
                    <a:lnTo>
                      <a:pt x="974" y="568"/>
                    </a:lnTo>
                    <a:lnTo>
                      <a:pt x="976" y="574"/>
                    </a:lnTo>
                    <a:lnTo>
                      <a:pt x="980" y="576"/>
                    </a:lnTo>
                    <a:lnTo>
                      <a:pt x="986" y="580"/>
                    </a:lnTo>
                    <a:lnTo>
                      <a:pt x="990" y="580"/>
                    </a:lnTo>
                    <a:lnTo>
                      <a:pt x="992" y="582"/>
                    </a:lnTo>
                    <a:lnTo>
                      <a:pt x="994" y="586"/>
                    </a:lnTo>
                    <a:lnTo>
                      <a:pt x="994" y="592"/>
                    </a:lnTo>
                    <a:lnTo>
                      <a:pt x="994" y="592"/>
                    </a:lnTo>
                    <a:lnTo>
                      <a:pt x="994" y="596"/>
                    </a:lnTo>
                    <a:lnTo>
                      <a:pt x="996" y="600"/>
                    </a:lnTo>
                    <a:lnTo>
                      <a:pt x="1008" y="614"/>
                    </a:lnTo>
                    <a:lnTo>
                      <a:pt x="1022" y="626"/>
                    </a:lnTo>
                    <a:lnTo>
                      <a:pt x="1040" y="638"/>
                    </a:lnTo>
                    <a:lnTo>
                      <a:pt x="1056" y="646"/>
                    </a:lnTo>
                    <a:lnTo>
                      <a:pt x="1064" y="648"/>
                    </a:lnTo>
                    <a:lnTo>
                      <a:pt x="1070" y="648"/>
                    </a:lnTo>
                    <a:lnTo>
                      <a:pt x="1074" y="646"/>
                    </a:lnTo>
                    <a:lnTo>
                      <a:pt x="1078" y="642"/>
                    </a:lnTo>
                    <a:lnTo>
                      <a:pt x="1080" y="636"/>
                    </a:lnTo>
                    <a:lnTo>
                      <a:pt x="1078" y="628"/>
                    </a:lnTo>
                    <a:lnTo>
                      <a:pt x="1078" y="628"/>
                    </a:lnTo>
                    <a:lnTo>
                      <a:pt x="1078" y="618"/>
                    </a:lnTo>
                    <a:lnTo>
                      <a:pt x="1078" y="612"/>
                    </a:lnTo>
                    <a:lnTo>
                      <a:pt x="1080" y="606"/>
                    </a:lnTo>
                    <a:lnTo>
                      <a:pt x="1082" y="602"/>
                    </a:lnTo>
                    <a:lnTo>
                      <a:pt x="1086" y="600"/>
                    </a:lnTo>
                    <a:lnTo>
                      <a:pt x="1092" y="598"/>
                    </a:lnTo>
                    <a:lnTo>
                      <a:pt x="1102" y="596"/>
                    </a:lnTo>
                    <a:lnTo>
                      <a:pt x="1118" y="598"/>
                    </a:lnTo>
                    <a:lnTo>
                      <a:pt x="1122" y="596"/>
                    </a:lnTo>
                    <a:lnTo>
                      <a:pt x="1122" y="596"/>
                    </a:lnTo>
                    <a:lnTo>
                      <a:pt x="1122" y="592"/>
                    </a:lnTo>
                    <a:lnTo>
                      <a:pt x="1122" y="588"/>
                    </a:lnTo>
                    <a:lnTo>
                      <a:pt x="1122" y="588"/>
                    </a:lnTo>
                    <a:lnTo>
                      <a:pt x="1118" y="582"/>
                    </a:lnTo>
                    <a:lnTo>
                      <a:pt x="1118" y="576"/>
                    </a:lnTo>
                    <a:lnTo>
                      <a:pt x="1120" y="574"/>
                    </a:lnTo>
                    <a:lnTo>
                      <a:pt x="1122" y="574"/>
                    </a:lnTo>
                    <a:lnTo>
                      <a:pt x="1128" y="570"/>
                    </a:lnTo>
                    <a:lnTo>
                      <a:pt x="1128" y="568"/>
                    </a:lnTo>
                    <a:lnTo>
                      <a:pt x="1126" y="564"/>
                    </a:lnTo>
                    <a:lnTo>
                      <a:pt x="1126" y="564"/>
                    </a:lnTo>
                    <a:lnTo>
                      <a:pt x="1126" y="560"/>
                    </a:lnTo>
                    <a:lnTo>
                      <a:pt x="1126" y="558"/>
                    </a:lnTo>
                    <a:lnTo>
                      <a:pt x="1130" y="554"/>
                    </a:lnTo>
                    <a:lnTo>
                      <a:pt x="1144" y="548"/>
                    </a:lnTo>
                    <a:lnTo>
                      <a:pt x="1150" y="544"/>
                    </a:lnTo>
                    <a:lnTo>
                      <a:pt x="1154" y="536"/>
                    </a:lnTo>
                    <a:lnTo>
                      <a:pt x="1156" y="532"/>
                    </a:lnTo>
                    <a:lnTo>
                      <a:pt x="1154" y="528"/>
                    </a:lnTo>
                    <a:lnTo>
                      <a:pt x="1148" y="514"/>
                    </a:lnTo>
                    <a:lnTo>
                      <a:pt x="1148" y="514"/>
                    </a:lnTo>
                    <a:close/>
                  </a:path>
                </a:pathLst>
              </a:custGeom>
              <a:grpFill/>
              <a:ln w="6350">
                <a:noFill/>
                <a:round/>
                <a:headEnd/>
                <a:tailEnd/>
              </a:ln>
            </p:spPr>
            <p:txBody>
              <a:bodyPr/>
              <a:lstStyle/>
              <a:p>
                <a:endParaRPr lang="en-US" b="1" dirty="0"/>
              </a:p>
            </p:txBody>
          </p:sp>
          <p:sp>
            <p:nvSpPr>
              <p:cNvPr id="37" name="Freeform 6089">
                <a:extLst>
                  <a:ext uri="{FF2B5EF4-FFF2-40B4-BE49-F238E27FC236}">
                    <a16:creationId xmlns:a16="http://schemas.microsoft.com/office/drawing/2014/main" id="{A818A3C7-C6EC-4985-A983-B98348284BE0}"/>
                  </a:ext>
                </a:extLst>
              </p:cNvPr>
              <p:cNvSpPr>
                <a:spLocks/>
              </p:cNvSpPr>
              <p:nvPr/>
            </p:nvSpPr>
            <p:spPr bwMode="auto">
              <a:xfrm>
                <a:off x="2731770" y="1751013"/>
                <a:ext cx="20320" cy="15240"/>
              </a:xfrm>
              <a:custGeom>
                <a:avLst/>
                <a:gdLst/>
                <a:ahLst/>
                <a:cxnLst>
                  <a:cxn ang="0">
                    <a:pos x="6" y="0"/>
                  </a:cxn>
                  <a:cxn ang="0">
                    <a:pos x="6" y="0"/>
                  </a:cxn>
                  <a:cxn ang="0">
                    <a:pos x="2" y="4"/>
                  </a:cxn>
                  <a:cxn ang="0">
                    <a:pos x="0" y="8"/>
                  </a:cxn>
                  <a:cxn ang="0">
                    <a:pos x="2" y="12"/>
                  </a:cxn>
                  <a:cxn ang="0">
                    <a:pos x="8" y="18"/>
                  </a:cxn>
                  <a:cxn ang="0">
                    <a:pos x="14" y="22"/>
                  </a:cxn>
                  <a:cxn ang="0">
                    <a:pos x="20" y="24"/>
                  </a:cxn>
                  <a:cxn ang="0">
                    <a:pos x="26" y="24"/>
                  </a:cxn>
                  <a:cxn ang="0">
                    <a:pos x="30" y="22"/>
                  </a:cxn>
                  <a:cxn ang="0">
                    <a:pos x="30" y="22"/>
                  </a:cxn>
                  <a:cxn ang="0">
                    <a:pos x="32" y="16"/>
                  </a:cxn>
                  <a:cxn ang="0">
                    <a:pos x="32" y="12"/>
                  </a:cxn>
                  <a:cxn ang="0">
                    <a:pos x="32" y="8"/>
                  </a:cxn>
                  <a:cxn ang="0">
                    <a:pos x="28" y="4"/>
                  </a:cxn>
                  <a:cxn ang="0">
                    <a:pos x="24" y="2"/>
                  </a:cxn>
                  <a:cxn ang="0">
                    <a:pos x="20" y="0"/>
                  </a:cxn>
                  <a:cxn ang="0">
                    <a:pos x="14" y="0"/>
                  </a:cxn>
                  <a:cxn ang="0">
                    <a:pos x="6" y="0"/>
                  </a:cxn>
                  <a:cxn ang="0">
                    <a:pos x="6" y="0"/>
                  </a:cxn>
                </a:cxnLst>
                <a:rect l="0" t="0" r="r" b="b"/>
                <a:pathLst>
                  <a:path w="32" h="24">
                    <a:moveTo>
                      <a:pt x="6" y="0"/>
                    </a:moveTo>
                    <a:lnTo>
                      <a:pt x="6" y="0"/>
                    </a:lnTo>
                    <a:lnTo>
                      <a:pt x="2" y="4"/>
                    </a:lnTo>
                    <a:lnTo>
                      <a:pt x="0" y="8"/>
                    </a:lnTo>
                    <a:lnTo>
                      <a:pt x="2" y="12"/>
                    </a:lnTo>
                    <a:lnTo>
                      <a:pt x="8" y="18"/>
                    </a:lnTo>
                    <a:lnTo>
                      <a:pt x="14" y="22"/>
                    </a:lnTo>
                    <a:lnTo>
                      <a:pt x="20" y="24"/>
                    </a:lnTo>
                    <a:lnTo>
                      <a:pt x="26" y="24"/>
                    </a:lnTo>
                    <a:lnTo>
                      <a:pt x="30" y="22"/>
                    </a:lnTo>
                    <a:lnTo>
                      <a:pt x="30" y="22"/>
                    </a:lnTo>
                    <a:lnTo>
                      <a:pt x="32" y="16"/>
                    </a:lnTo>
                    <a:lnTo>
                      <a:pt x="32" y="12"/>
                    </a:lnTo>
                    <a:lnTo>
                      <a:pt x="32" y="8"/>
                    </a:lnTo>
                    <a:lnTo>
                      <a:pt x="28" y="4"/>
                    </a:lnTo>
                    <a:lnTo>
                      <a:pt x="24" y="2"/>
                    </a:lnTo>
                    <a:lnTo>
                      <a:pt x="20" y="0"/>
                    </a:lnTo>
                    <a:lnTo>
                      <a:pt x="14" y="0"/>
                    </a:lnTo>
                    <a:lnTo>
                      <a:pt x="6" y="0"/>
                    </a:lnTo>
                    <a:lnTo>
                      <a:pt x="6" y="0"/>
                    </a:lnTo>
                    <a:close/>
                  </a:path>
                </a:pathLst>
              </a:custGeom>
              <a:grpFill/>
              <a:ln w="6350">
                <a:noFill/>
                <a:round/>
                <a:headEnd/>
                <a:tailEnd/>
              </a:ln>
            </p:spPr>
            <p:txBody>
              <a:bodyPr/>
              <a:lstStyle/>
              <a:p>
                <a:endParaRPr lang="en-US" b="1" dirty="0"/>
              </a:p>
            </p:txBody>
          </p:sp>
          <p:sp>
            <p:nvSpPr>
              <p:cNvPr id="38" name="Freeform 6091">
                <a:extLst>
                  <a:ext uri="{FF2B5EF4-FFF2-40B4-BE49-F238E27FC236}">
                    <a16:creationId xmlns:a16="http://schemas.microsoft.com/office/drawing/2014/main" id="{788659C0-330B-4B88-BF4C-A31F02A44E56}"/>
                  </a:ext>
                </a:extLst>
              </p:cNvPr>
              <p:cNvSpPr>
                <a:spLocks/>
              </p:cNvSpPr>
              <p:nvPr/>
            </p:nvSpPr>
            <p:spPr bwMode="auto">
              <a:xfrm>
                <a:off x="2656840" y="1799273"/>
                <a:ext cx="13970" cy="15240"/>
              </a:xfrm>
              <a:custGeom>
                <a:avLst/>
                <a:gdLst/>
                <a:ahLst/>
                <a:cxnLst>
                  <a:cxn ang="0">
                    <a:pos x="4" y="24"/>
                  </a:cxn>
                  <a:cxn ang="0">
                    <a:pos x="4" y="24"/>
                  </a:cxn>
                  <a:cxn ang="0">
                    <a:pos x="12" y="22"/>
                  </a:cxn>
                  <a:cxn ang="0">
                    <a:pos x="20" y="16"/>
                  </a:cxn>
                  <a:cxn ang="0">
                    <a:pos x="22" y="12"/>
                  </a:cxn>
                  <a:cxn ang="0">
                    <a:pos x="22" y="10"/>
                  </a:cxn>
                  <a:cxn ang="0">
                    <a:pos x="22" y="6"/>
                  </a:cxn>
                  <a:cxn ang="0">
                    <a:pos x="18" y="2"/>
                  </a:cxn>
                  <a:cxn ang="0">
                    <a:pos x="18" y="2"/>
                  </a:cxn>
                  <a:cxn ang="0">
                    <a:pos x="14" y="0"/>
                  </a:cxn>
                  <a:cxn ang="0">
                    <a:pos x="10" y="2"/>
                  </a:cxn>
                  <a:cxn ang="0">
                    <a:pos x="6" y="4"/>
                  </a:cxn>
                  <a:cxn ang="0">
                    <a:pos x="2" y="10"/>
                  </a:cxn>
                  <a:cxn ang="0">
                    <a:pos x="0" y="14"/>
                  </a:cxn>
                  <a:cxn ang="0">
                    <a:pos x="0" y="18"/>
                  </a:cxn>
                  <a:cxn ang="0">
                    <a:pos x="2" y="22"/>
                  </a:cxn>
                  <a:cxn ang="0">
                    <a:pos x="4" y="24"/>
                  </a:cxn>
                  <a:cxn ang="0">
                    <a:pos x="4" y="24"/>
                  </a:cxn>
                </a:cxnLst>
                <a:rect l="0" t="0" r="r" b="b"/>
                <a:pathLst>
                  <a:path w="22" h="24">
                    <a:moveTo>
                      <a:pt x="4" y="24"/>
                    </a:moveTo>
                    <a:lnTo>
                      <a:pt x="4" y="24"/>
                    </a:lnTo>
                    <a:lnTo>
                      <a:pt x="12" y="22"/>
                    </a:lnTo>
                    <a:lnTo>
                      <a:pt x="20" y="16"/>
                    </a:lnTo>
                    <a:lnTo>
                      <a:pt x="22" y="12"/>
                    </a:lnTo>
                    <a:lnTo>
                      <a:pt x="22" y="10"/>
                    </a:lnTo>
                    <a:lnTo>
                      <a:pt x="22" y="6"/>
                    </a:lnTo>
                    <a:lnTo>
                      <a:pt x="18" y="2"/>
                    </a:lnTo>
                    <a:lnTo>
                      <a:pt x="18" y="2"/>
                    </a:lnTo>
                    <a:lnTo>
                      <a:pt x="14" y="0"/>
                    </a:lnTo>
                    <a:lnTo>
                      <a:pt x="10" y="2"/>
                    </a:lnTo>
                    <a:lnTo>
                      <a:pt x="6" y="4"/>
                    </a:lnTo>
                    <a:lnTo>
                      <a:pt x="2" y="10"/>
                    </a:lnTo>
                    <a:lnTo>
                      <a:pt x="0" y="14"/>
                    </a:lnTo>
                    <a:lnTo>
                      <a:pt x="0" y="18"/>
                    </a:lnTo>
                    <a:lnTo>
                      <a:pt x="2" y="22"/>
                    </a:lnTo>
                    <a:lnTo>
                      <a:pt x="4" y="24"/>
                    </a:lnTo>
                    <a:lnTo>
                      <a:pt x="4" y="24"/>
                    </a:lnTo>
                    <a:close/>
                  </a:path>
                </a:pathLst>
              </a:custGeom>
              <a:grpFill/>
              <a:ln w="6350">
                <a:noFill/>
                <a:round/>
                <a:headEnd/>
                <a:tailEnd/>
              </a:ln>
            </p:spPr>
            <p:txBody>
              <a:bodyPr/>
              <a:lstStyle/>
              <a:p>
                <a:endParaRPr lang="en-US" b="1" dirty="0"/>
              </a:p>
            </p:txBody>
          </p:sp>
          <p:sp>
            <p:nvSpPr>
              <p:cNvPr id="39" name="Freeform 6092">
                <a:extLst>
                  <a:ext uri="{FF2B5EF4-FFF2-40B4-BE49-F238E27FC236}">
                    <a16:creationId xmlns:a16="http://schemas.microsoft.com/office/drawing/2014/main" id="{29B88454-5971-473F-85B9-B3C901349951}"/>
                  </a:ext>
                </a:extLst>
              </p:cNvPr>
              <p:cNvSpPr>
                <a:spLocks/>
              </p:cNvSpPr>
              <p:nvPr/>
            </p:nvSpPr>
            <p:spPr bwMode="auto">
              <a:xfrm>
                <a:off x="2352040" y="1724343"/>
                <a:ext cx="22860" cy="34290"/>
              </a:xfrm>
              <a:custGeom>
                <a:avLst/>
                <a:gdLst/>
                <a:ahLst/>
                <a:cxnLst>
                  <a:cxn ang="0">
                    <a:pos x="20" y="54"/>
                  </a:cxn>
                  <a:cxn ang="0">
                    <a:pos x="20" y="54"/>
                  </a:cxn>
                  <a:cxn ang="0">
                    <a:pos x="26" y="50"/>
                  </a:cxn>
                  <a:cxn ang="0">
                    <a:pos x="30" y="42"/>
                  </a:cxn>
                  <a:cxn ang="0">
                    <a:pos x="34" y="32"/>
                  </a:cxn>
                  <a:cxn ang="0">
                    <a:pos x="36" y="22"/>
                  </a:cxn>
                  <a:cxn ang="0">
                    <a:pos x="36" y="12"/>
                  </a:cxn>
                  <a:cxn ang="0">
                    <a:pos x="34" y="4"/>
                  </a:cxn>
                  <a:cxn ang="0">
                    <a:pos x="32" y="2"/>
                  </a:cxn>
                  <a:cxn ang="0">
                    <a:pos x="28" y="0"/>
                  </a:cxn>
                  <a:cxn ang="0">
                    <a:pos x="24" y="0"/>
                  </a:cxn>
                  <a:cxn ang="0">
                    <a:pos x="18" y="0"/>
                  </a:cxn>
                  <a:cxn ang="0">
                    <a:pos x="18" y="0"/>
                  </a:cxn>
                  <a:cxn ang="0">
                    <a:pos x="14" y="2"/>
                  </a:cxn>
                  <a:cxn ang="0">
                    <a:pos x="8" y="6"/>
                  </a:cxn>
                  <a:cxn ang="0">
                    <a:pos x="4" y="12"/>
                  </a:cxn>
                  <a:cxn ang="0">
                    <a:pos x="0" y="22"/>
                  </a:cxn>
                  <a:cxn ang="0">
                    <a:pos x="2" y="32"/>
                  </a:cxn>
                  <a:cxn ang="0">
                    <a:pos x="4" y="40"/>
                  </a:cxn>
                  <a:cxn ang="0">
                    <a:pos x="8" y="48"/>
                  </a:cxn>
                  <a:cxn ang="0">
                    <a:pos x="14" y="52"/>
                  </a:cxn>
                  <a:cxn ang="0">
                    <a:pos x="20" y="54"/>
                  </a:cxn>
                  <a:cxn ang="0">
                    <a:pos x="20" y="54"/>
                  </a:cxn>
                </a:cxnLst>
                <a:rect l="0" t="0" r="r" b="b"/>
                <a:pathLst>
                  <a:path w="36" h="54">
                    <a:moveTo>
                      <a:pt x="20" y="54"/>
                    </a:moveTo>
                    <a:lnTo>
                      <a:pt x="20" y="54"/>
                    </a:lnTo>
                    <a:lnTo>
                      <a:pt x="26" y="50"/>
                    </a:lnTo>
                    <a:lnTo>
                      <a:pt x="30" y="42"/>
                    </a:lnTo>
                    <a:lnTo>
                      <a:pt x="34" y="32"/>
                    </a:lnTo>
                    <a:lnTo>
                      <a:pt x="36" y="22"/>
                    </a:lnTo>
                    <a:lnTo>
                      <a:pt x="36" y="12"/>
                    </a:lnTo>
                    <a:lnTo>
                      <a:pt x="34" y="4"/>
                    </a:lnTo>
                    <a:lnTo>
                      <a:pt x="32" y="2"/>
                    </a:lnTo>
                    <a:lnTo>
                      <a:pt x="28" y="0"/>
                    </a:lnTo>
                    <a:lnTo>
                      <a:pt x="24" y="0"/>
                    </a:lnTo>
                    <a:lnTo>
                      <a:pt x="18" y="0"/>
                    </a:lnTo>
                    <a:lnTo>
                      <a:pt x="18" y="0"/>
                    </a:lnTo>
                    <a:lnTo>
                      <a:pt x="14" y="2"/>
                    </a:lnTo>
                    <a:lnTo>
                      <a:pt x="8" y="6"/>
                    </a:lnTo>
                    <a:lnTo>
                      <a:pt x="4" y="12"/>
                    </a:lnTo>
                    <a:lnTo>
                      <a:pt x="0" y="22"/>
                    </a:lnTo>
                    <a:lnTo>
                      <a:pt x="2" y="32"/>
                    </a:lnTo>
                    <a:lnTo>
                      <a:pt x="4" y="40"/>
                    </a:lnTo>
                    <a:lnTo>
                      <a:pt x="8" y="48"/>
                    </a:lnTo>
                    <a:lnTo>
                      <a:pt x="14" y="52"/>
                    </a:lnTo>
                    <a:lnTo>
                      <a:pt x="20" y="54"/>
                    </a:lnTo>
                    <a:lnTo>
                      <a:pt x="20" y="54"/>
                    </a:lnTo>
                    <a:close/>
                  </a:path>
                </a:pathLst>
              </a:custGeom>
              <a:grpFill/>
              <a:ln w="6350">
                <a:noFill/>
                <a:round/>
                <a:headEnd/>
                <a:tailEnd/>
              </a:ln>
            </p:spPr>
            <p:txBody>
              <a:bodyPr/>
              <a:lstStyle/>
              <a:p>
                <a:endParaRPr lang="en-US" b="1" dirty="0"/>
              </a:p>
            </p:txBody>
          </p:sp>
          <p:sp>
            <p:nvSpPr>
              <p:cNvPr id="40" name="Freeform 6094">
                <a:extLst>
                  <a:ext uri="{FF2B5EF4-FFF2-40B4-BE49-F238E27FC236}">
                    <a16:creationId xmlns:a16="http://schemas.microsoft.com/office/drawing/2014/main" id="{B90433DD-171F-4259-9EBD-140D8944F7F0}"/>
                  </a:ext>
                </a:extLst>
              </p:cNvPr>
              <p:cNvSpPr>
                <a:spLocks/>
              </p:cNvSpPr>
              <p:nvPr/>
            </p:nvSpPr>
            <p:spPr bwMode="auto">
              <a:xfrm>
                <a:off x="2428240" y="1463993"/>
                <a:ext cx="59690" cy="48260"/>
              </a:xfrm>
              <a:custGeom>
                <a:avLst/>
                <a:gdLst/>
                <a:ahLst/>
                <a:cxnLst>
                  <a:cxn ang="0">
                    <a:pos x="8" y="26"/>
                  </a:cxn>
                  <a:cxn ang="0">
                    <a:pos x="8" y="26"/>
                  </a:cxn>
                  <a:cxn ang="0">
                    <a:pos x="4" y="36"/>
                  </a:cxn>
                  <a:cxn ang="0">
                    <a:pos x="0" y="46"/>
                  </a:cxn>
                  <a:cxn ang="0">
                    <a:pos x="0" y="56"/>
                  </a:cxn>
                  <a:cxn ang="0">
                    <a:pos x="2" y="64"/>
                  </a:cxn>
                  <a:cxn ang="0">
                    <a:pos x="8" y="70"/>
                  </a:cxn>
                  <a:cxn ang="0">
                    <a:pos x="18" y="74"/>
                  </a:cxn>
                  <a:cxn ang="0">
                    <a:pos x="34" y="76"/>
                  </a:cxn>
                  <a:cxn ang="0">
                    <a:pos x="54" y="76"/>
                  </a:cxn>
                  <a:cxn ang="0">
                    <a:pos x="54" y="76"/>
                  </a:cxn>
                  <a:cxn ang="0">
                    <a:pos x="72" y="74"/>
                  </a:cxn>
                  <a:cxn ang="0">
                    <a:pos x="84" y="70"/>
                  </a:cxn>
                  <a:cxn ang="0">
                    <a:pos x="90" y="64"/>
                  </a:cxn>
                  <a:cxn ang="0">
                    <a:pos x="94" y="58"/>
                  </a:cxn>
                  <a:cxn ang="0">
                    <a:pos x="92" y="50"/>
                  </a:cxn>
                  <a:cxn ang="0">
                    <a:pos x="92" y="40"/>
                  </a:cxn>
                  <a:cxn ang="0">
                    <a:pos x="90" y="32"/>
                  </a:cxn>
                  <a:cxn ang="0">
                    <a:pos x="92" y="22"/>
                  </a:cxn>
                  <a:cxn ang="0">
                    <a:pos x="92" y="22"/>
                  </a:cxn>
                  <a:cxn ang="0">
                    <a:pos x="92" y="18"/>
                  </a:cxn>
                  <a:cxn ang="0">
                    <a:pos x="90" y="14"/>
                  </a:cxn>
                  <a:cxn ang="0">
                    <a:pos x="88" y="10"/>
                  </a:cxn>
                  <a:cxn ang="0">
                    <a:pos x="84" y="6"/>
                  </a:cxn>
                  <a:cxn ang="0">
                    <a:pos x="74" y="2"/>
                  </a:cxn>
                  <a:cxn ang="0">
                    <a:pos x="60" y="0"/>
                  </a:cxn>
                  <a:cxn ang="0">
                    <a:pos x="46" y="2"/>
                  </a:cxn>
                  <a:cxn ang="0">
                    <a:pos x="32" y="6"/>
                  </a:cxn>
                  <a:cxn ang="0">
                    <a:pos x="18" y="14"/>
                  </a:cxn>
                  <a:cxn ang="0">
                    <a:pos x="14" y="20"/>
                  </a:cxn>
                  <a:cxn ang="0">
                    <a:pos x="8" y="26"/>
                  </a:cxn>
                  <a:cxn ang="0">
                    <a:pos x="8" y="26"/>
                  </a:cxn>
                </a:cxnLst>
                <a:rect l="0" t="0" r="r" b="b"/>
                <a:pathLst>
                  <a:path w="94" h="76">
                    <a:moveTo>
                      <a:pt x="8" y="26"/>
                    </a:moveTo>
                    <a:lnTo>
                      <a:pt x="8" y="26"/>
                    </a:lnTo>
                    <a:lnTo>
                      <a:pt x="4" y="36"/>
                    </a:lnTo>
                    <a:lnTo>
                      <a:pt x="0" y="46"/>
                    </a:lnTo>
                    <a:lnTo>
                      <a:pt x="0" y="56"/>
                    </a:lnTo>
                    <a:lnTo>
                      <a:pt x="2" y="64"/>
                    </a:lnTo>
                    <a:lnTo>
                      <a:pt x="8" y="70"/>
                    </a:lnTo>
                    <a:lnTo>
                      <a:pt x="18" y="74"/>
                    </a:lnTo>
                    <a:lnTo>
                      <a:pt x="34" y="76"/>
                    </a:lnTo>
                    <a:lnTo>
                      <a:pt x="54" y="76"/>
                    </a:lnTo>
                    <a:lnTo>
                      <a:pt x="54" y="76"/>
                    </a:lnTo>
                    <a:lnTo>
                      <a:pt x="72" y="74"/>
                    </a:lnTo>
                    <a:lnTo>
                      <a:pt x="84" y="70"/>
                    </a:lnTo>
                    <a:lnTo>
                      <a:pt x="90" y="64"/>
                    </a:lnTo>
                    <a:lnTo>
                      <a:pt x="94" y="58"/>
                    </a:lnTo>
                    <a:lnTo>
                      <a:pt x="92" y="50"/>
                    </a:lnTo>
                    <a:lnTo>
                      <a:pt x="92" y="40"/>
                    </a:lnTo>
                    <a:lnTo>
                      <a:pt x="90" y="32"/>
                    </a:lnTo>
                    <a:lnTo>
                      <a:pt x="92" y="22"/>
                    </a:lnTo>
                    <a:lnTo>
                      <a:pt x="92" y="22"/>
                    </a:lnTo>
                    <a:lnTo>
                      <a:pt x="92" y="18"/>
                    </a:lnTo>
                    <a:lnTo>
                      <a:pt x="90" y="14"/>
                    </a:lnTo>
                    <a:lnTo>
                      <a:pt x="88" y="10"/>
                    </a:lnTo>
                    <a:lnTo>
                      <a:pt x="84" y="6"/>
                    </a:lnTo>
                    <a:lnTo>
                      <a:pt x="74" y="2"/>
                    </a:lnTo>
                    <a:lnTo>
                      <a:pt x="60" y="0"/>
                    </a:lnTo>
                    <a:lnTo>
                      <a:pt x="46" y="2"/>
                    </a:lnTo>
                    <a:lnTo>
                      <a:pt x="32" y="6"/>
                    </a:lnTo>
                    <a:lnTo>
                      <a:pt x="18" y="14"/>
                    </a:lnTo>
                    <a:lnTo>
                      <a:pt x="14" y="20"/>
                    </a:lnTo>
                    <a:lnTo>
                      <a:pt x="8" y="26"/>
                    </a:lnTo>
                    <a:lnTo>
                      <a:pt x="8" y="26"/>
                    </a:lnTo>
                    <a:close/>
                  </a:path>
                </a:pathLst>
              </a:custGeom>
              <a:grpFill/>
              <a:ln w="6350">
                <a:noFill/>
                <a:round/>
                <a:headEnd/>
                <a:tailEnd/>
              </a:ln>
            </p:spPr>
            <p:txBody>
              <a:bodyPr/>
              <a:lstStyle/>
              <a:p>
                <a:endParaRPr lang="en-US" b="1" dirty="0"/>
              </a:p>
            </p:txBody>
          </p:sp>
          <p:sp>
            <p:nvSpPr>
              <p:cNvPr id="41" name="Freeform 6098">
                <a:extLst>
                  <a:ext uri="{FF2B5EF4-FFF2-40B4-BE49-F238E27FC236}">
                    <a16:creationId xmlns:a16="http://schemas.microsoft.com/office/drawing/2014/main" id="{2C5F24B1-D8CC-41F0-B460-A6AD7DA5BD40}"/>
                  </a:ext>
                </a:extLst>
              </p:cNvPr>
              <p:cNvSpPr>
                <a:spLocks/>
              </p:cNvSpPr>
              <p:nvPr/>
            </p:nvSpPr>
            <p:spPr bwMode="auto">
              <a:xfrm>
                <a:off x="1668780" y="1211263"/>
                <a:ext cx="63500" cy="43180"/>
              </a:xfrm>
              <a:custGeom>
                <a:avLst/>
                <a:gdLst/>
                <a:ahLst/>
                <a:cxnLst>
                  <a:cxn ang="0">
                    <a:pos x="46" y="2"/>
                  </a:cxn>
                  <a:cxn ang="0">
                    <a:pos x="46" y="2"/>
                  </a:cxn>
                  <a:cxn ang="0">
                    <a:pos x="32" y="4"/>
                  </a:cxn>
                  <a:cxn ang="0">
                    <a:pos x="20" y="6"/>
                  </a:cxn>
                  <a:cxn ang="0">
                    <a:pos x="10" y="10"/>
                  </a:cxn>
                  <a:cxn ang="0">
                    <a:pos x="4" y="12"/>
                  </a:cxn>
                  <a:cxn ang="0">
                    <a:pos x="0" y="16"/>
                  </a:cxn>
                  <a:cxn ang="0">
                    <a:pos x="0" y="20"/>
                  </a:cxn>
                  <a:cxn ang="0">
                    <a:pos x="2" y="22"/>
                  </a:cxn>
                  <a:cxn ang="0">
                    <a:pos x="8" y="24"/>
                  </a:cxn>
                  <a:cxn ang="0">
                    <a:pos x="8" y="24"/>
                  </a:cxn>
                  <a:cxn ang="0">
                    <a:pos x="20" y="28"/>
                  </a:cxn>
                  <a:cxn ang="0">
                    <a:pos x="28" y="32"/>
                  </a:cxn>
                  <a:cxn ang="0">
                    <a:pos x="32" y="36"/>
                  </a:cxn>
                  <a:cxn ang="0">
                    <a:pos x="34" y="40"/>
                  </a:cxn>
                  <a:cxn ang="0">
                    <a:pos x="34" y="40"/>
                  </a:cxn>
                  <a:cxn ang="0">
                    <a:pos x="38" y="46"/>
                  </a:cxn>
                  <a:cxn ang="0">
                    <a:pos x="44" y="50"/>
                  </a:cxn>
                  <a:cxn ang="0">
                    <a:pos x="54" y="56"/>
                  </a:cxn>
                  <a:cxn ang="0">
                    <a:pos x="64" y="66"/>
                  </a:cxn>
                  <a:cxn ang="0">
                    <a:pos x="64" y="66"/>
                  </a:cxn>
                  <a:cxn ang="0">
                    <a:pos x="68" y="68"/>
                  </a:cxn>
                  <a:cxn ang="0">
                    <a:pos x="70" y="68"/>
                  </a:cxn>
                  <a:cxn ang="0">
                    <a:pos x="70" y="66"/>
                  </a:cxn>
                  <a:cxn ang="0">
                    <a:pos x="70" y="66"/>
                  </a:cxn>
                  <a:cxn ang="0">
                    <a:pos x="70" y="62"/>
                  </a:cxn>
                  <a:cxn ang="0">
                    <a:pos x="74" y="60"/>
                  </a:cxn>
                  <a:cxn ang="0">
                    <a:pos x="80" y="56"/>
                  </a:cxn>
                  <a:cxn ang="0">
                    <a:pos x="86" y="48"/>
                  </a:cxn>
                  <a:cxn ang="0">
                    <a:pos x="86" y="48"/>
                  </a:cxn>
                  <a:cxn ang="0">
                    <a:pos x="100" y="26"/>
                  </a:cxn>
                  <a:cxn ang="0">
                    <a:pos x="100" y="20"/>
                  </a:cxn>
                  <a:cxn ang="0">
                    <a:pos x="100" y="16"/>
                  </a:cxn>
                  <a:cxn ang="0">
                    <a:pos x="98" y="14"/>
                  </a:cxn>
                  <a:cxn ang="0">
                    <a:pos x="94" y="10"/>
                  </a:cxn>
                  <a:cxn ang="0">
                    <a:pos x="94" y="10"/>
                  </a:cxn>
                  <a:cxn ang="0">
                    <a:pos x="86" y="6"/>
                  </a:cxn>
                  <a:cxn ang="0">
                    <a:pos x="80" y="2"/>
                  </a:cxn>
                  <a:cxn ang="0">
                    <a:pos x="70" y="0"/>
                  </a:cxn>
                  <a:cxn ang="0">
                    <a:pos x="46" y="2"/>
                  </a:cxn>
                  <a:cxn ang="0">
                    <a:pos x="46" y="2"/>
                  </a:cxn>
                </a:cxnLst>
                <a:rect l="0" t="0" r="r" b="b"/>
                <a:pathLst>
                  <a:path w="100" h="68">
                    <a:moveTo>
                      <a:pt x="46" y="2"/>
                    </a:moveTo>
                    <a:lnTo>
                      <a:pt x="46" y="2"/>
                    </a:lnTo>
                    <a:lnTo>
                      <a:pt x="32" y="4"/>
                    </a:lnTo>
                    <a:lnTo>
                      <a:pt x="20" y="6"/>
                    </a:lnTo>
                    <a:lnTo>
                      <a:pt x="10" y="10"/>
                    </a:lnTo>
                    <a:lnTo>
                      <a:pt x="4" y="12"/>
                    </a:lnTo>
                    <a:lnTo>
                      <a:pt x="0" y="16"/>
                    </a:lnTo>
                    <a:lnTo>
                      <a:pt x="0" y="20"/>
                    </a:lnTo>
                    <a:lnTo>
                      <a:pt x="2" y="22"/>
                    </a:lnTo>
                    <a:lnTo>
                      <a:pt x="8" y="24"/>
                    </a:lnTo>
                    <a:lnTo>
                      <a:pt x="8" y="24"/>
                    </a:lnTo>
                    <a:lnTo>
                      <a:pt x="20" y="28"/>
                    </a:lnTo>
                    <a:lnTo>
                      <a:pt x="28" y="32"/>
                    </a:lnTo>
                    <a:lnTo>
                      <a:pt x="32" y="36"/>
                    </a:lnTo>
                    <a:lnTo>
                      <a:pt x="34" y="40"/>
                    </a:lnTo>
                    <a:lnTo>
                      <a:pt x="34" y="40"/>
                    </a:lnTo>
                    <a:lnTo>
                      <a:pt x="38" y="46"/>
                    </a:lnTo>
                    <a:lnTo>
                      <a:pt x="44" y="50"/>
                    </a:lnTo>
                    <a:lnTo>
                      <a:pt x="54" y="56"/>
                    </a:lnTo>
                    <a:lnTo>
                      <a:pt x="64" y="66"/>
                    </a:lnTo>
                    <a:lnTo>
                      <a:pt x="64" y="66"/>
                    </a:lnTo>
                    <a:lnTo>
                      <a:pt x="68" y="68"/>
                    </a:lnTo>
                    <a:lnTo>
                      <a:pt x="70" y="68"/>
                    </a:lnTo>
                    <a:lnTo>
                      <a:pt x="70" y="66"/>
                    </a:lnTo>
                    <a:lnTo>
                      <a:pt x="70" y="66"/>
                    </a:lnTo>
                    <a:lnTo>
                      <a:pt x="70" y="62"/>
                    </a:lnTo>
                    <a:lnTo>
                      <a:pt x="74" y="60"/>
                    </a:lnTo>
                    <a:lnTo>
                      <a:pt x="80" y="56"/>
                    </a:lnTo>
                    <a:lnTo>
                      <a:pt x="86" y="48"/>
                    </a:lnTo>
                    <a:lnTo>
                      <a:pt x="86" y="48"/>
                    </a:lnTo>
                    <a:lnTo>
                      <a:pt x="100" y="26"/>
                    </a:lnTo>
                    <a:lnTo>
                      <a:pt x="100" y="20"/>
                    </a:lnTo>
                    <a:lnTo>
                      <a:pt x="100" y="16"/>
                    </a:lnTo>
                    <a:lnTo>
                      <a:pt x="98" y="14"/>
                    </a:lnTo>
                    <a:lnTo>
                      <a:pt x="94" y="10"/>
                    </a:lnTo>
                    <a:lnTo>
                      <a:pt x="94" y="10"/>
                    </a:lnTo>
                    <a:lnTo>
                      <a:pt x="86" y="6"/>
                    </a:lnTo>
                    <a:lnTo>
                      <a:pt x="80" y="2"/>
                    </a:lnTo>
                    <a:lnTo>
                      <a:pt x="70" y="0"/>
                    </a:lnTo>
                    <a:lnTo>
                      <a:pt x="46" y="2"/>
                    </a:lnTo>
                    <a:lnTo>
                      <a:pt x="46" y="2"/>
                    </a:lnTo>
                    <a:close/>
                  </a:path>
                </a:pathLst>
              </a:custGeom>
              <a:grpFill/>
              <a:ln w="6350">
                <a:noFill/>
                <a:round/>
                <a:headEnd/>
                <a:tailEnd/>
              </a:ln>
            </p:spPr>
            <p:txBody>
              <a:bodyPr/>
              <a:lstStyle/>
              <a:p>
                <a:endParaRPr lang="en-US" b="1" dirty="0"/>
              </a:p>
            </p:txBody>
          </p:sp>
          <p:sp>
            <p:nvSpPr>
              <p:cNvPr id="42" name="Freeform 6099">
                <a:extLst>
                  <a:ext uri="{FF2B5EF4-FFF2-40B4-BE49-F238E27FC236}">
                    <a16:creationId xmlns:a16="http://schemas.microsoft.com/office/drawing/2014/main" id="{25E2B5B1-C34B-473E-BC0A-8E4E739478A8}"/>
                  </a:ext>
                </a:extLst>
              </p:cNvPr>
              <p:cNvSpPr>
                <a:spLocks/>
              </p:cNvSpPr>
              <p:nvPr/>
            </p:nvSpPr>
            <p:spPr bwMode="auto">
              <a:xfrm>
                <a:off x="1733550" y="1088073"/>
                <a:ext cx="48260" cy="10160"/>
              </a:xfrm>
              <a:custGeom>
                <a:avLst/>
                <a:gdLst/>
                <a:ahLst/>
                <a:cxnLst>
                  <a:cxn ang="0">
                    <a:pos x="76" y="2"/>
                  </a:cxn>
                  <a:cxn ang="0">
                    <a:pos x="76" y="2"/>
                  </a:cxn>
                  <a:cxn ang="0">
                    <a:pos x="68" y="0"/>
                  </a:cxn>
                  <a:cxn ang="0">
                    <a:pos x="56" y="0"/>
                  </a:cxn>
                  <a:cxn ang="0">
                    <a:pos x="30" y="2"/>
                  </a:cxn>
                  <a:cxn ang="0">
                    <a:pos x="16" y="6"/>
                  </a:cxn>
                  <a:cxn ang="0">
                    <a:pos x="6" y="8"/>
                  </a:cxn>
                  <a:cxn ang="0">
                    <a:pos x="0" y="12"/>
                  </a:cxn>
                  <a:cxn ang="0">
                    <a:pos x="0" y="14"/>
                  </a:cxn>
                  <a:cxn ang="0">
                    <a:pos x="2" y="16"/>
                  </a:cxn>
                  <a:cxn ang="0">
                    <a:pos x="2" y="16"/>
                  </a:cxn>
                  <a:cxn ang="0">
                    <a:pos x="8" y="16"/>
                  </a:cxn>
                  <a:cxn ang="0">
                    <a:pos x="20" y="16"/>
                  </a:cxn>
                  <a:cxn ang="0">
                    <a:pos x="48" y="14"/>
                  </a:cxn>
                  <a:cxn ang="0">
                    <a:pos x="70" y="8"/>
                  </a:cxn>
                  <a:cxn ang="0">
                    <a:pos x="76" y="4"/>
                  </a:cxn>
                  <a:cxn ang="0">
                    <a:pos x="76" y="2"/>
                  </a:cxn>
                  <a:cxn ang="0">
                    <a:pos x="76" y="2"/>
                  </a:cxn>
                  <a:cxn ang="0">
                    <a:pos x="76" y="2"/>
                  </a:cxn>
                </a:cxnLst>
                <a:rect l="0" t="0" r="r" b="b"/>
                <a:pathLst>
                  <a:path w="76" h="16">
                    <a:moveTo>
                      <a:pt x="76" y="2"/>
                    </a:moveTo>
                    <a:lnTo>
                      <a:pt x="76" y="2"/>
                    </a:lnTo>
                    <a:lnTo>
                      <a:pt x="68" y="0"/>
                    </a:lnTo>
                    <a:lnTo>
                      <a:pt x="56" y="0"/>
                    </a:lnTo>
                    <a:lnTo>
                      <a:pt x="30" y="2"/>
                    </a:lnTo>
                    <a:lnTo>
                      <a:pt x="16" y="6"/>
                    </a:lnTo>
                    <a:lnTo>
                      <a:pt x="6" y="8"/>
                    </a:lnTo>
                    <a:lnTo>
                      <a:pt x="0" y="12"/>
                    </a:lnTo>
                    <a:lnTo>
                      <a:pt x="0" y="14"/>
                    </a:lnTo>
                    <a:lnTo>
                      <a:pt x="2" y="16"/>
                    </a:lnTo>
                    <a:lnTo>
                      <a:pt x="2" y="16"/>
                    </a:lnTo>
                    <a:lnTo>
                      <a:pt x="8" y="16"/>
                    </a:lnTo>
                    <a:lnTo>
                      <a:pt x="20" y="16"/>
                    </a:lnTo>
                    <a:lnTo>
                      <a:pt x="48" y="14"/>
                    </a:lnTo>
                    <a:lnTo>
                      <a:pt x="70" y="8"/>
                    </a:lnTo>
                    <a:lnTo>
                      <a:pt x="76" y="4"/>
                    </a:lnTo>
                    <a:lnTo>
                      <a:pt x="76" y="2"/>
                    </a:lnTo>
                    <a:lnTo>
                      <a:pt x="76" y="2"/>
                    </a:lnTo>
                    <a:lnTo>
                      <a:pt x="76" y="2"/>
                    </a:lnTo>
                    <a:close/>
                  </a:path>
                </a:pathLst>
              </a:custGeom>
              <a:grpFill/>
              <a:ln w="6350">
                <a:noFill/>
                <a:round/>
                <a:headEnd/>
                <a:tailEnd/>
              </a:ln>
            </p:spPr>
            <p:txBody>
              <a:bodyPr/>
              <a:lstStyle/>
              <a:p>
                <a:endParaRPr lang="en-US" b="1" dirty="0"/>
              </a:p>
            </p:txBody>
          </p:sp>
          <p:sp>
            <p:nvSpPr>
              <p:cNvPr id="43" name="Freeform 6100">
                <a:extLst>
                  <a:ext uri="{FF2B5EF4-FFF2-40B4-BE49-F238E27FC236}">
                    <a16:creationId xmlns:a16="http://schemas.microsoft.com/office/drawing/2014/main" id="{FACFA2B1-5612-4E74-8F7D-873AB5731D87}"/>
                  </a:ext>
                </a:extLst>
              </p:cNvPr>
              <p:cNvSpPr>
                <a:spLocks/>
              </p:cNvSpPr>
              <p:nvPr/>
            </p:nvSpPr>
            <p:spPr bwMode="auto">
              <a:xfrm>
                <a:off x="1723390" y="1129983"/>
                <a:ext cx="30480" cy="20320"/>
              </a:xfrm>
              <a:custGeom>
                <a:avLst/>
                <a:gdLst/>
                <a:ahLst/>
                <a:cxnLst>
                  <a:cxn ang="0">
                    <a:pos x="0" y="20"/>
                  </a:cxn>
                  <a:cxn ang="0">
                    <a:pos x="0" y="20"/>
                  </a:cxn>
                  <a:cxn ang="0">
                    <a:pos x="0" y="22"/>
                  </a:cxn>
                  <a:cxn ang="0">
                    <a:pos x="2" y="26"/>
                  </a:cxn>
                  <a:cxn ang="0">
                    <a:pos x="8" y="30"/>
                  </a:cxn>
                  <a:cxn ang="0">
                    <a:pos x="16" y="32"/>
                  </a:cxn>
                  <a:cxn ang="0">
                    <a:pos x="26" y="32"/>
                  </a:cxn>
                  <a:cxn ang="0">
                    <a:pos x="34" y="30"/>
                  </a:cxn>
                  <a:cxn ang="0">
                    <a:pos x="42" y="28"/>
                  </a:cxn>
                  <a:cxn ang="0">
                    <a:pos x="46" y="22"/>
                  </a:cxn>
                  <a:cxn ang="0">
                    <a:pos x="48" y="20"/>
                  </a:cxn>
                  <a:cxn ang="0">
                    <a:pos x="48" y="18"/>
                  </a:cxn>
                  <a:cxn ang="0">
                    <a:pos x="48" y="18"/>
                  </a:cxn>
                  <a:cxn ang="0">
                    <a:pos x="44" y="12"/>
                  </a:cxn>
                  <a:cxn ang="0">
                    <a:pos x="38" y="6"/>
                  </a:cxn>
                  <a:cxn ang="0">
                    <a:pos x="30" y="2"/>
                  </a:cxn>
                  <a:cxn ang="0">
                    <a:pos x="22" y="0"/>
                  </a:cxn>
                  <a:cxn ang="0">
                    <a:pos x="14" y="0"/>
                  </a:cxn>
                  <a:cxn ang="0">
                    <a:pos x="6" y="2"/>
                  </a:cxn>
                  <a:cxn ang="0">
                    <a:pos x="2" y="8"/>
                  </a:cxn>
                  <a:cxn ang="0">
                    <a:pos x="0" y="20"/>
                  </a:cxn>
                  <a:cxn ang="0">
                    <a:pos x="0" y="20"/>
                  </a:cxn>
                </a:cxnLst>
                <a:rect l="0" t="0" r="r" b="b"/>
                <a:pathLst>
                  <a:path w="48" h="32">
                    <a:moveTo>
                      <a:pt x="0" y="20"/>
                    </a:moveTo>
                    <a:lnTo>
                      <a:pt x="0" y="20"/>
                    </a:lnTo>
                    <a:lnTo>
                      <a:pt x="0" y="22"/>
                    </a:lnTo>
                    <a:lnTo>
                      <a:pt x="2" y="26"/>
                    </a:lnTo>
                    <a:lnTo>
                      <a:pt x="8" y="30"/>
                    </a:lnTo>
                    <a:lnTo>
                      <a:pt x="16" y="32"/>
                    </a:lnTo>
                    <a:lnTo>
                      <a:pt x="26" y="32"/>
                    </a:lnTo>
                    <a:lnTo>
                      <a:pt x="34" y="30"/>
                    </a:lnTo>
                    <a:lnTo>
                      <a:pt x="42" y="28"/>
                    </a:lnTo>
                    <a:lnTo>
                      <a:pt x="46" y="22"/>
                    </a:lnTo>
                    <a:lnTo>
                      <a:pt x="48" y="20"/>
                    </a:lnTo>
                    <a:lnTo>
                      <a:pt x="48" y="18"/>
                    </a:lnTo>
                    <a:lnTo>
                      <a:pt x="48" y="18"/>
                    </a:lnTo>
                    <a:lnTo>
                      <a:pt x="44" y="12"/>
                    </a:lnTo>
                    <a:lnTo>
                      <a:pt x="38" y="6"/>
                    </a:lnTo>
                    <a:lnTo>
                      <a:pt x="30" y="2"/>
                    </a:lnTo>
                    <a:lnTo>
                      <a:pt x="22" y="0"/>
                    </a:lnTo>
                    <a:lnTo>
                      <a:pt x="14" y="0"/>
                    </a:lnTo>
                    <a:lnTo>
                      <a:pt x="6" y="2"/>
                    </a:lnTo>
                    <a:lnTo>
                      <a:pt x="2" y="8"/>
                    </a:lnTo>
                    <a:lnTo>
                      <a:pt x="0" y="20"/>
                    </a:lnTo>
                    <a:lnTo>
                      <a:pt x="0" y="20"/>
                    </a:lnTo>
                    <a:close/>
                  </a:path>
                </a:pathLst>
              </a:custGeom>
              <a:grpFill/>
              <a:ln w="6350">
                <a:noFill/>
                <a:round/>
                <a:headEnd/>
                <a:tailEnd/>
              </a:ln>
            </p:spPr>
            <p:txBody>
              <a:bodyPr/>
              <a:lstStyle/>
              <a:p>
                <a:endParaRPr lang="en-US" b="1" dirty="0"/>
              </a:p>
            </p:txBody>
          </p:sp>
          <p:sp>
            <p:nvSpPr>
              <p:cNvPr id="44" name="Freeform 6101">
                <a:extLst>
                  <a:ext uri="{FF2B5EF4-FFF2-40B4-BE49-F238E27FC236}">
                    <a16:creationId xmlns:a16="http://schemas.microsoft.com/office/drawing/2014/main" id="{C7749EA7-CEE9-42C7-ABE2-1E210A03B28C}"/>
                  </a:ext>
                </a:extLst>
              </p:cNvPr>
              <p:cNvSpPr>
                <a:spLocks/>
              </p:cNvSpPr>
              <p:nvPr/>
            </p:nvSpPr>
            <p:spPr bwMode="auto">
              <a:xfrm>
                <a:off x="1728470" y="1065213"/>
                <a:ext cx="44450" cy="21590"/>
              </a:xfrm>
              <a:custGeom>
                <a:avLst/>
                <a:gdLst/>
                <a:ahLst/>
                <a:cxnLst>
                  <a:cxn ang="0">
                    <a:pos x="62" y="18"/>
                  </a:cxn>
                  <a:cxn ang="0">
                    <a:pos x="62" y="18"/>
                  </a:cxn>
                  <a:cxn ang="0">
                    <a:pos x="52" y="16"/>
                  </a:cxn>
                  <a:cxn ang="0">
                    <a:pos x="44" y="14"/>
                  </a:cxn>
                  <a:cxn ang="0">
                    <a:pos x="34" y="6"/>
                  </a:cxn>
                  <a:cxn ang="0">
                    <a:pos x="30" y="2"/>
                  </a:cxn>
                  <a:cxn ang="0">
                    <a:pos x="24" y="0"/>
                  </a:cxn>
                  <a:cxn ang="0">
                    <a:pos x="18" y="2"/>
                  </a:cxn>
                  <a:cxn ang="0">
                    <a:pos x="8" y="6"/>
                  </a:cxn>
                  <a:cxn ang="0">
                    <a:pos x="8" y="6"/>
                  </a:cxn>
                  <a:cxn ang="0">
                    <a:pos x="2" y="8"/>
                  </a:cxn>
                  <a:cxn ang="0">
                    <a:pos x="0" y="12"/>
                  </a:cxn>
                  <a:cxn ang="0">
                    <a:pos x="2" y="18"/>
                  </a:cxn>
                  <a:cxn ang="0">
                    <a:pos x="8" y="28"/>
                  </a:cxn>
                  <a:cxn ang="0">
                    <a:pos x="8" y="28"/>
                  </a:cxn>
                  <a:cxn ang="0">
                    <a:pos x="12" y="30"/>
                  </a:cxn>
                  <a:cxn ang="0">
                    <a:pos x="16" y="32"/>
                  </a:cxn>
                  <a:cxn ang="0">
                    <a:pos x="26" y="34"/>
                  </a:cxn>
                  <a:cxn ang="0">
                    <a:pos x="40" y="32"/>
                  </a:cxn>
                  <a:cxn ang="0">
                    <a:pos x="52" y="30"/>
                  </a:cxn>
                  <a:cxn ang="0">
                    <a:pos x="62" y="28"/>
                  </a:cxn>
                  <a:cxn ang="0">
                    <a:pos x="68" y="24"/>
                  </a:cxn>
                  <a:cxn ang="0">
                    <a:pos x="70" y="22"/>
                  </a:cxn>
                  <a:cxn ang="0">
                    <a:pos x="70" y="20"/>
                  </a:cxn>
                  <a:cxn ang="0">
                    <a:pos x="62" y="18"/>
                  </a:cxn>
                  <a:cxn ang="0">
                    <a:pos x="62" y="18"/>
                  </a:cxn>
                </a:cxnLst>
                <a:rect l="0" t="0" r="r" b="b"/>
                <a:pathLst>
                  <a:path w="70" h="34">
                    <a:moveTo>
                      <a:pt x="62" y="18"/>
                    </a:moveTo>
                    <a:lnTo>
                      <a:pt x="62" y="18"/>
                    </a:lnTo>
                    <a:lnTo>
                      <a:pt x="52" y="16"/>
                    </a:lnTo>
                    <a:lnTo>
                      <a:pt x="44" y="14"/>
                    </a:lnTo>
                    <a:lnTo>
                      <a:pt x="34" y="6"/>
                    </a:lnTo>
                    <a:lnTo>
                      <a:pt x="30" y="2"/>
                    </a:lnTo>
                    <a:lnTo>
                      <a:pt x="24" y="0"/>
                    </a:lnTo>
                    <a:lnTo>
                      <a:pt x="18" y="2"/>
                    </a:lnTo>
                    <a:lnTo>
                      <a:pt x="8" y="6"/>
                    </a:lnTo>
                    <a:lnTo>
                      <a:pt x="8" y="6"/>
                    </a:lnTo>
                    <a:lnTo>
                      <a:pt x="2" y="8"/>
                    </a:lnTo>
                    <a:lnTo>
                      <a:pt x="0" y="12"/>
                    </a:lnTo>
                    <a:lnTo>
                      <a:pt x="2" y="18"/>
                    </a:lnTo>
                    <a:lnTo>
                      <a:pt x="8" y="28"/>
                    </a:lnTo>
                    <a:lnTo>
                      <a:pt x="8" y="28"/>
                    </a:lnTo>
                    <a:lnTo>
                      <a:pt x="12" y="30"/>
                    </a:lnTo>
                    <a:lnTo>
                      <a:pt x="16" y="32"/>
                    </a:lnTo>
                    <a:lnTo>
                      <a:pt x="26" y="34"/>
                    </a:lnTo>
                    <a:lnTo>
                      <a:pt x="40" y="32"/>
                    </a:lnTo>
                    <a:lnTo>
                      <a:pt x="52" y="30"/>
                    </a:lnTo>
                    <a:lnTo>
                      <a:pt x="62" y="28"/>
                    </a:lnTo>
                    <a:lnTo>
                      <a:pt x="68" y="24"/>
                    </a:lnTo>
                    <a:lnTo>
                      <a:pt x="70" y="22"/>
                    </a:lnTo>
                    <a:lnTo>
                      <a:pt x="70" y="20"/>
                    </a:lnTo>
                    <a:lnTo>
                      <a:pt x="62" y="18"/>
                    </a:lnTo>
                    <a:lnTo>
                      <a:pt x="62" y="18"/>
                    </a:lnTo>
                    <a:close/>
                  </a:path>
                </a:pathLst>
              </a:custGeom>
              <a:grpFill/>
              <a:ln w="6350">
                <a:noFill/>
                <a:round/>
                <a:headEnd/>
                <a:tailEnd/>
              </a:ln>
            </p:spPr>
            <p:txBody>
              <a:bodyPr/>
              <a:lstStyle/>
              <a:p>
                <a:endParaRPr lang="en-US" b="1" dirty="0"/>
              </a:p>
            </p:txBody>
          </p:sp>
          <p:sp>
            <p:nvSpPr>
              <p:cNvPr id="45" name="Freeform 6102">
                <a:extLst>
                  <a:ext uri="{FF2B5EF4-FFF2-40B4-BE49-F238E27FC236}">
                    <a16:creationId xmlns:a16="http://schemas.microsoft.com/office/drawing/2014/main" id="{42A64EEF-617C-4F3F-AE1B-16F9CF601C8B}"/>
                  </a:ext>
                </a:extLst>
              </p:cNvPr>
              <p:cNvSpPr>
                <a:spLocks/>
              </p:cNvSpPr>
              <p:nvPr/>
            </p:nvSpPr>
            <p:spPr bwMode="auto">
              <a:xfrm>
                <a:off x="1922780" y="1048703"/>
                <a:ext cx="449580" cy="129540"/>
              </a:xfrm>
              <a:custGeom>
                <a:avLst/>
                <a:gdLst/>
                <a:ahLst/>
                <a:cxnLst>
                  <a:cxn ang="0">
                    <a:pos x="342" y="198"/>
                  </a:cxn>
                  <a:cxn ang="0">
                    <a:pos x="406" y="202"/>
                  </a:cxn>
                  <a:cxn ang="0">
                    <a:pos x="530" y="198"/>
                  </a:cxn>
                  <a:cxn ang="0">
                    <a:pos x="560" y="176"/>
                  </a:cxn>
                  <a:cxn ang="0">
                    <a:pos x="566" y="188"/>
                  </a:cxn>
                  <a:cxn ang="0">
                    <a:pos x="624" y="200"/>
                  </a:cxn>
                  <a:cxn ang="0">
                    <a:pos x="680" y="190"/>
                  </a:cxn>
                  <a:cxn ang="0">
                    <a:pos x="688" y="174"/>
                  </a:cxn>
                  <a:cxn ang="0">
                    <a:pos x="708" y="168"/>
                  </a:cxn>
                  <a:cxn ang="0">
                    <a:pos x="694" y="158"/>
                  </a:cxn>
                  <a:cxn ang="0">
                    <a:pos x="700" y="144"/>
                  </a:cxn>
                  <a:cxn ang="0">
                    <a:pos x="700" y="126"/>
                  </a:cxn>
                  <a:cxn ang="0">
                    <a:pos x="672" y="110"/>
                  </a:cxn>
                  <a:cxn ang="0">
                    <a:pos x="642" y="104"/>
                  </a:cxn>
                  <a:cxn ang="0">
                    <a:pos x="600" y="96"/>
                  </a:cxn>
                  <a:cxn ang="0">
                    <a:pos x="480" y="110"/>
                  </a:cxn>
                  <a:cxn ang="0">
                    <a:pos x="442" y="126"/>
                  </a:cxn>
                  <a:cxn ang="0">
                    <a:pos x="416" y="122"/>
                  </a:cxn>
                  <a:cxn ang="0">
                    <a:pos x="374" y="120"/>
                  </a:cxn>
                  <a:cxn ang="0">
                    <a:pos x="346" y="114"/>
                  </a:cxn>
                  <a:cxn ang="0">
                    <a:pos x="330" y="110"/>
                  </a:cxn>
                  <a:cxn ang="0">
                    <a:pos x="324" y="124"/>
                  </a:cxn>
                  <a:cxn ang="0">
                    <a:pos x="310" y="116"/>
                  </a:cxn>
                  <a:cxn ang="0">
                    <a:pos x="310" y="102"/>
                  </a:cxn>
                  <a:cxn ang="0">
                    <a:pos x="294" y="84"/>
                  </a:cxn>
                  <a:cxn ang="0">
                    <a:pos x="268" y="84"/>
                  </a:cxn>
                  <a:cxn ang="0">
                    <a:pos x="262" y="76"/>
                  </a:cxn>
                  <a:cxn ang="0">
                    <a:pos x="308" y="74"/>
                  </a:cxn>
                  <a:cxn ang="0">
                    <a:pos x="316" y="66"/>
                  </a:cxn>
                  <a:cxn ang="0">
                    <a:pos x="278" y="52"/>
                  </a:cxn>
                  <a:cxn ang="0">
                    <a:pos x="240" y="34"/>
                  </a:cxn>
                  <a:cxn ang="0">
                    <a:pos x="182" y="36"/>
                  </a:cxn>
                  <a:cxn ang="0">
                    <a:pos x="154" y="30"/>
                  </a:cxn>
                  <a:cxn ang="0">
                    <a:pos x="124" y="10"/>
                  </a:cxn>
                  <a:cxn ang="0">
                    <a:pos x="78" y="6"/>
                  </a:cxn>
                  <a:cxn ang="0">
                    <a:pos x="10" y="0"/>
                  </a:cxn>
                  <a:cxn ang="0">
                    <a:pos x="2" y="12"/>
                  </a:cxn>
                  <a:cxn ang="0">
                    <a:pos x="18" y="32"/>
                  </a:cxn>
                  <a:cxn ang="0">
                    <a:pos x="58" y="52"/>
                  </a:cxn>
                  <a:cxn ang="0">
                    <a:pos x="66" y="66"/>
                  </a:cxn>
                  <a:cxn ang="0">
                    <a:pos x="112" y="66"/>
                  </a:cxn>
                  <a:cxn ang="0">
                    <a:pos x="160" y="60"/>
                  </a:cxn>
                  <a:cxn ang="0">
                    <a:pos x="186" y="84"/>
                  </a:cxn>
                  <a:cxn ang="0">
                    <a:pos x="202" y="98"/>
                  </a:cxn>
                  <a:cxn ang="0">
                    <a:pos x="194" y="120"/>
                  </a:cxn>
                  <a:cxn ang="0">
                    <a:pos x="186" y="142"/>
                  </a:cxn>
                  <a:cxn ang="0">
                    <a:pos x="198" y="154"/>
                  </a:cxn>
                  <a:cxn ang="0">
                    <a:pos x="206" y="182"/>
                  </a:cxn>
                  <a:cxn ang="0">
                    <a:pos x="232" y="190"/>
                  </a:cxn>
                  <a:cxn ang="0">
                    <a:pos x="250" y="186"/>
                  </a:cxn>
                  <a:cxn ang="0">
                    <a:pos x="282" y="198"/>
                  </a:cxn>
                  <a:cxn ang="0">
                    <a:pos x="326" y="188"/>
                  </a:cxn>
                  <a:cxn ang="0">
                    <a:pos x="342" y="188"/>
                  </a:cxn>
                </a:cxnLst>
                <a:rect l="0" t="0" r="r" b="b"/>
                <a:pathLst>
                  <a:path w="708" h="204">
                    <a:moveTo>
                      <a:pt x="342" y="188"/>
                    </a:moveTo>
                    <a:lnTo>
                      <a:pt x="342" y="188"/>
                    </a:lnTo>
                    <a:lnTo>
                      <a:pt x="342" y="196"/>
                    </a:lnTo>
                    <a:lnTo>
                      <a:pt x="342" y="198"/>
                    </a:lnTo>
                    <a:lnTo>
                      <a:pt x="344" y="200"/>
                    </a:lnTo>
                    <a:lnTo>
                      <a:pt x="352" y="202"/>
                    </a:lnTo>
                    <a:lnTo>
                      <a:pt x="364" y="204"/>
                    </a:lnTo>
                    <a:lnTo>
                      <a:pt x="406" y="202"/>
                    </a:lnTo>
                    <a:lnTo>
                      <a:pt x="472" y="202"/>
                    </a:lnTo>
                    <a:lnTo>
                      <a:pt x="472" y="202"/>
                    </a:lnTo>
                    <a:lnTo>
                      <a:pt x="506" y="202"/>
                    </a:lnTo>
                    <a:lnTo>
                      <a:pt x="530" y="198"/>
                    </a:lnTo>
                    <a:lnTo>
                      <a:pt x="546" y="192"/>
                    </a:lnTo>
                    <a:lnTo>
                      <a:pt x="554" y="186"/>
                    </a:lnTo>
                    <a:lnTo>
                      <a:pt x="558" y="180"/>
                    </a:lnTo>
                    <a:lnTo>
                      <a:pt x="560" y="176"/>
                    </a:lnTo>
                    <a:lnTo>
                      <a:pt x="562" y="178"/>
                    </a:lnTo>
                    <a:lnTo>
                      <a:pt x="562" y="184"/>
                    </a:lnTo>
                    <a:lnTo>
                      <a:pt x="562" y="184"/>
                    </a:lnTo>
                    <a:lnTo>
                      <a:pt x="566" y="188"/>
                    </a:lnTo>
                    <a:lnTo>
                      <a:pt x="570" y="190"/>
                    </a:lnTo>
                    <a:lnTo>
                      <a:pt x="584" y="196"/>
                    </a:lnTo>
                    <a:lnTo>
                      <a:pt x="604" y="200"/>
                    </a:lnTo>
                    <a:lnTo>
                      <a:pt x="624" y="200"/>
                    </a:lnTo>
                    <a:lnTo>
                      <a:pt x="646" y="200"/>
                    </a:lnTo>
                    <a:lnTo>
                      <a:pt x="664" y="198"/>
                    </a:lnTo>
                    <a:lnTo>
                      <a:pt x="676" y="192"/>
                    </a:lnTo>
                    <a:lnTo>
                      <a:pt x="680" y="190"/>
                    </a:lnTo>
                    <a:lnTo>
                      <a:pt x="682" y="186"/>
                    </a:lnTo>
                    <a:lnTo>
                      <a:pt x="682" y="186"/>
                    </a:lnTo>
                    <a:lnTo>
                      <a:pt x="684" y="178"/>
                    </a:lnTo>
                    <a:lnTo>
                      <a:pt x="688" y="174"/>
                    </a:lnTo>
                    <a:lnTo>
                      <a:pt x="694" y="172"/>
                    </a:lnTo>
                    <a:lnTo>
                      <a:pt x="700" y="170"/>
                    </a:lnTo>
                    <a:lnTo>
                      <a:pt x="706" y="168"/>
                    </a:lnTo>
                    <a:lnTo>
                      <a:pt x="708" y="168"/>
                    </a:lnTo>
                    <a:lnTo>
                      <a:pt x="708" y="166"/>
                    </a:lnTo>
                    <a:lnTo>
                      <a:pt x="700" y="162"/>
                    </a:lnTo>
                    <a:lnTo>
                      <a:pt x="700" y="162"/>
                    </a:lnTo>
                    <a:lnTo>
                      <a:pt x="694" y="158"/>
                    </a:lnTo>
                    <a:lnTo>
                      <a:pt x="690" y="154"/>
                    </a:lnTo>
                    <a:lnTo>
                      <a:pt x="692" y="152"/>
                    </a:lnTo>
                    <a:lnTo>
                      <a:pt x="696" y="148"/>
                    </a:lnTo>
                    <a:lnTo>
                      <a:pt x="700" y="144"/>
                    </a:lnTo>
                    <a:lnTo>
                      <a:pt x="702" y="140"/>
                    </a:lnTo>
                    <a:lnTo>
                      <a:pt x="704" y="134"/>
                    </a:lnTo>
                    <a:lnTo>
                      <a:pt x="700" y="126"/>
                    </a:lnTo>
                    <a:lnTo>
                      <a:pt x="700" y="126"/>
                    </a:lnTo>
                    <a:lnTo>
                      <a:pt x="694" y="118"/>
                    </a:lnTo>
                    <a:lnTo>
                      <a:pt x="688" y="114"/>
                    </a:lnTo>
                    <a:lnTo>
                      <a:pt x="680" y="112"/>
                    </a:lnTo>
                    <a:lnTo>
                      <a:pt x="672" y="110"/>
                    </a:lnTo>
                    <a:lnTo>
                      <a:pt x="654" y="110"/>
                    </a:lnTo>
                    <a:lnTo>
                      <a:pt x="648" y="108"/>
                    </a:lnTo>
                    <a:lnTo>
                      <a:pt x="642" y="104"/>
                    </a:lnTo>
                    <a:lnTo>
                      <a:pt x="642" y="104"/>
                    </a:lnTo>
                    <a:lnTo>
                      <a:pt x="636" y="98"/>
                    </a:lnTo>
                    <a:lnTo>
                      <a:pt x="626" y="96"/>
                    </a:lnTo>
                    <a:lnTo>
                      <a:pt x="614" y="94"/>
                    </a:lnTo>
                    <a:lnTo>
                      <a:pt x="600" y="96"/>
                    </a:lnTo>
                    <a:lnTo>
                      <a:pt x="560" y="98"/>
                    </a:lnTo>
                    <a:lnTo>
                      <a:pt x="506" y="106"/>
                    </a:lnTo>
                    <a:lnTo>
                      <a:pt x="506" y="106"/>
                    </a:lnTo>
                    <a:lnTo>
                      <a:pt x="480" y="110"/>
                    </a:lnTo>
                    <a:lnTo>
                      <a:pt x="464" y="114"/>
                    </a:lnTo>
                    <a:lnTo>
                      <a:pt x="454" y="120"/>
                    </a:lnTo>
                    <a:lnTo>
                      <a:pt x="446" y="124"/>
                    </a:lnTo>
                    <a:lnTo>
                      <a:pt x="442" y="126"/>
                    </a:lnTo>
                    <a:lnTo>
                      <a:pt x="438" y="128"/>
                    </a:lnTo>
                    <a:lnTo>
                      <a:pt x="430" y="126"/>
                    </a:lnTo>
                    <a:lnTo>
                      <a:pt x="416" y="122"/>
                    </a:lnTo>
                    <a:lnTo>
                      <a:pt x="416" y="122"/>
                    </a:lnTo>
                    <a:lnTo>
                      <a:pt x="402" y="118"/>
                    </a:lnTo>
                    <a:lnTo>
                      <a:pt x="390" y="118"/>
                    </a:lnTo>
                    <a:lnTo>
                      <a:pt x="382" y="118"/>
                    </a:lnTo>
                    <a:lnTo>
                      <a:pt x="374" y="120"/>
                    </a:lnTo>
                    <a:lnTo>
                      <a:pt x="368" y="122"/>
                    </a:lnTo>
                    <a:lnTo>
                      <a:pt x="362" y="122"/>
                    </a:lnTo>
                    <a:lnTo>
                      <a:pt x="354" y="120"/>
                    </a:lnTo>
                    <a:lnTo>
                      <a:pt x="346" y="114"/>
                    </a:lnTo>
                    <a:lnTo>
                      <a:pt x="346" y="114"/>
                    </a:lnTo>
                    <a:lnTo>
                      <a:pt x="338" y="110"/>
                    </a:lnTo>
                    <a:lnTo>
                      <a:pt x="332" y="108"/>
                    </a:lnTo>
                    <a:lnTo>
                      <a:pt x="330" y="110"/>
                    </a:lnTo>
                    <a:lnTo>
                      <a:pt x="328" y="114"/>
                    </a:lnTo>
                    <a:lnTo>
                      <a:pt x="328" y="118"/>
                    </a:lnTo>
                    <a:lnTo>
                      <a:pt x="326" y="122"/>
                    </a:lnTo>
                    <a:lnTo>
                      <a:pt x="324" y="124"/>
                    </a:lnTo>
                    <a:lnTo>
                      <a:pt x="318" y="122"/>
                    </a:lnTo>
                    <a:lnTo>
                      <a:pt x="318" y="122"/>
                    </a:lnTo>
                    <a:lnTo>
                      <a:pt x="312" y="118"/>
                    </a:lnTo>
                    <a:lnTo>
                      <a:pt x="310" y="116"/>
                    </a:lnTo>
                    <a:lnTo>
                      <a:pt x="310" y="112"/>
                    </a:lnTo>
                    <a:lnTo>
                      <a:pt x="310" y="110"/>
                    </a:lnTo>
                    <a:lnTo>
                      <a:pt x="312" y="106"/>
                    </a:lnTo>
                    <a:lnTo>
                      <a:pt x="310" y="102"/>
                    </a:lnTo>
                    <a:lnTo>
                      <a:pt x="308" y="96"/>
                    </a:lnTo>
                    <a:lnTo>
                      <a:pt x="300" y="90"/>
                    </a:lnTo>
                    <a:lnTo>
                      <a:pt x="300" y="90"/>
                    </a:lnTo>
                    <a:lnTo>
                      <a:pt x="294" y="84"/>
                    </a:lnTo>
                    <a:lnTo>
                      <a:pt x="286" y="82"/>
                    </a:lnTo>
                    <a:lnTo>
                      <a:pt x="280" y="82"/>
                    </a:lnTo>
                    <a:lnTo>
                      <a:pt x="276" y="82"/>
                    </a:lnTo>
                    <a:lnTo>
                      <a:pt x="268" y="84"/>
                    </a:lnTo>
                    <a:lnTo>
                      <a:pt x="266" y="82"/>
                    </a:lnTo>
                    <a:lnTo>
                      <a:pt x="264" y="78"/>
                    </a:lnTo>
                    <a:lnTo>
                      <a:pt x="264" y="78"/>
                    </a:lnTo>
                    <a:lnTo>
                      <a:pt x="262" y="76"/>
                    </a:lnTo>
                    <a:lnTo>
                      <a:pt x="264" y="74"/>
                    </a:lnTo>
                    <a:lnTo>
                      <a:pt x="270" y="72"/>
                    </a:lnTo>
                    <a:lnTo>
                      <a:pt x="290" y="72"/>
                    </a:lnTo>
                    <a:lnTo>
                      <a:pt x="308" y="74"/>
                    </a:lnTo>
                    <a:lnTo>
                      <a:pt x="314" y="72"/>
                    </a:lnTo>
                    <a:lnTo>
                      <a:pt x="316" y="70"/>
                    </a:lnTo>
                    <a:lnTo>
                      <a:pt x="316" y="66"/>
                    </a:lnTo>
                    <a:lnTo>
                      <a:pt x="316" y="66"/>
                    </a:lnTo>
                    <a:lnTo>
                      <a:pt x="314" y="62"/>
                    </a:lnTo>
                    <a:lnTo>
                      <a:pt x="308" y="58"/>
                    </a:lnTo>
                    <a:lnTo>
                      <a:pt x="296" y="56"/>
                    </a:lnTo>
                    <a:lnTo>
                      <a:pt x="278" y="52"/>
                    </a:lnTo>
                    <a:lnTo>
                      <a:pt x="268" y="48"/>
                    </a:lnTo>
                    <a:lnTo>
                      <a:pt x="258" y="44"/>
                    </a:lnTo>
                    <a:lnTo>
                      <a:pt x="258" y="44"/>
                    </a:lnTo>
                    <a:lnTo>
                      <a:pt x="240" y="34"/>
                    </a:lnTo>
                    <a:lnTo>
                      <a:pt x="232" y="32"/>
                    </a:lnTo>
                    <a:lnTo>
                      <a:pt x="224" y="30"/>
                    </a:lnTo>
                    <a:lnTo>
                      <a:pt x="204" y="32"/>
                    </a:lnTo>
                    <a:lnTo>
                      <a:pt x="182" y="36"/>
                    </a:lnTo>
                    <a:lnTo>
                      <a:pt x="182" y="36"/>
                    </a:lnTo>
                    <a:lnTo>
                      <a:pt x="170" y="36"/>
                    </a:lnTo>
                    <a:lnTo>
                      <a:pt x="162" y="34"/>
                    </a:lnTo>
                    <a:lnTo>
                      <a:pt x="154" y="30"/>
                    </a:lnTo>
                    <a:lnTo>
                      <a:pt x="148" y="24"/>
                    </a:lnTo>
                    <a:lnTo>
                      <a:pt x="136" y="14"/>
                    </a:lnTo>
                    <a:lnTo>
                      <a:pt x="130" y="10"/>
                    </a:lnTo>
                    <a:lnTo>
                      <a:pt x="124" y="10"/>
                    </a:lnTo>
                    <a:lnTo>
                      <a:pt x="124" y="10"/>
                    </a:lnTo>
                    <a:lnTo>
                      <a:pt x="114" y="10"/>
                    </a:lnTo>
                    <a:lnTo>
                      <a:pt x="104" y="10"/>
                    </a:lnTo>
                    <a:lnTo>
                      <a:pt x="78" y="6"/>
                    </a:lnTo>
                    <a:lnTo>
                      <a:pt x="48" y="2"/>
                    </a:lnTo>
                    <a:lnTo>
                      <a:pt x="14" y="0"/>
                    </a:lnTo>
                    <a:lnTo>
                      <a:pt x="14" y="0"/>
                    </a:lnTo>
                    <a:lnTo>
                      <a:pt x="10" y="0"/>
                    </a:lnTo>
                    <a:lnTo>
                      <a:pt x="4" y="2"/>
                    </a:lnTo>
                    <a:lnTo>
                      <a:pt x="2" y="4"/>
                    </a:lnTo>
                    <a:lnTo>
                      <a:pt x="0" y="8"/>
                    </a:lnTo>
                    <a:lnTo>
                      <a:pt x="2" y="12"/>
                    </a:lnTo>
                    <a:lnTo>
                      <a:pt x="4" y="18"/>
                    </a:lnTo>
                    <a:lnTo>
                      <a:pt x="10" y="24"/>
                    </a:lnTo>
                    <a:lnTo>
                      <a:pt x="18" y="32"/>
                    </a:lnTo>
                    <a:lnTo>
                      <a:pt x="18" y="32"/>
                    </a:lnTo>
                    <a:lnTo>
                      <a:pt x="26" y="38"/>
                    </a:lnTo>
                    <a:lnTo>
                      <a:pt x="36" y="42"/>
                    </a:lnTo>
                    <a:lnTo>
                      <a:pt x="50" y="48"/>
                    </a:lnTo>
                    <a:lnTo>
                      <a:pt x="58" y="52"/>
                    </a:lnTo>
                    <a:lnTo>
                      <a:pt x="62" y="56"/>
                    </a:lnTo>
                    <a:lnTo>
                      <a:pt x="62" y="60"/>
                    </a:lnTo>
                    <a:lnTo>
                      <a:pt x="62" y="60"/>
                    </a:lnTo>
                    <a:lnTo>
                      <a:pt x="66" y="66"/>
                    </a:lnTo>
                    <a:lnTo>
                      <a:pt x="70" y="68"/>
                    </a:lnTo>
                    <a:lnTo>
                      <a:pt x="78" y="70"/>
                    </a:lnTo>
                    <a:lnTo>
                      <a:pt x="88" y="70"/>
                    </a:lnTo>
                    <a:lnTo>
                      <a:pt x="112" y="66"/>
                    </a:lnTo>
                    <a:lnTo>
                      <a:pt x="138" y="60"/>
                    </a:lnTo>
                    <a:lnTo>
                      <a:pt x="138" y="60"/>
                    </a:lnTo>
                    <a:lnTo>
                      <a:pt x="150" y="60"/>
                    </a:lnTo>
                    <a:lnTo>
                      <a:pt x="160" y="60"/>
                    </a:lnTo>
                    <a:lnTo>
                      <a:pt x="166" y="62"/>
                    </a:lnTo>
                    <a:lnTo>
                      <a:pt x="170" y="66"/>
                    </a:lnTo>
                    <a:lnTo>
                      <a:pt x="180" y="78"/>
                    </a:lnTo>
                    <a:lnTo>
                      <a:pt x="186" y="84"/>
                    </a:lnTo>
                    <a:lnTo>
                      <a:pt x="194" y="90"/>
                    </a:lnTo>
                    <a:lnTo>
                      <a:pt x="194" y="90"/>
                    </a:lnTo>
                    <a:lnTo>
                      <a:pt x="198" y="94"/>
                    </a:lnTo>
                    <a:lnTo>
                      <a:pt x="202" y="98"/>
                    </a:lnTo>
                    <a:lnTo>
                      <a:pt x="202" y="102"/>
                    </a:lnTo>
                    <a:lnTo>
                      <a:pt x="202" y="106"/>
                    </a:lnTo>
                    <a:lnTo>
                      <a:pt x="200" y="114"/>
                    </a:lnTo>
                    <a:lnTo>
                      <a:pt x="194" y="120"/>
                    </a:lnTo>
                    <a:lnTo>
                      <a:pt x="190" y="128"/>
                    </a:lnTo>
                    <a:lnTo>
                      <a:pt x="186" y="134"/>
                    </a:lnTo>
                    <a:lnTo>
                      <a:pt x="184" y="140"/>
                    </a:lnTo>
                    <a:lnTo>
                      <a:pt x="186" y="142"/>
                    </a:lnTo>
                    <a:lnTo>
                      <a:pt x="190" y="144"/>
                    </a:lnTo>
                    <a:lnTo>
                      <a:pt x="190" y="144"/>
                    </a:lnTo>
                    <a:lnTo>
                      <a:pt x="196" y="150"/>
                    </a:lnTo>
                    <a:lnTo>
                      <a:pt x="198" y="154"/>
                    </a:lnTo>
                    <a:lnTo>
                      <a:pt x="200" y="164"/>
                    </a:lnTo>
                    <a:lnTo>
                      <a:pt x="200" y="170"/>
                    </a:lnTo>
                    <a:lnTo>
                      <a:pt x="202" y="176"/>
                    </a:lnTo>
                    <a:lnTo>
                      <a:pt x="206" y="182"/>
                    </a:lnTo>
                    <a:lnTo>
                      <a:pt x="216" y="186"/>
                    </a:lnTo>
                    <a:lnTo>
                      <a:pt x="216" y="186"/>
                    </a:lnTo>
                    <a:lnTo>
                      <a:pt x="224" y="190"/>
                    </a:lnTo>
                    <a:lnTo>
                      <a:pt x="232" y="190"/>
                    </a:lnTo>
                    <a:lnTo>
                      <a:pt x="236" y="190"/>
                    </a:lnTo>
                    <a:lnTo>
                      <a:pt x="240" y="188"/>
                    </a:lnTo>
                    <a:lnTo>
                      <a:pt x="244" y="186"/>
                    </a:lnTo>
                    <a:lnTo>
                      <a:pt x="250" y="186"/>
                    </a:lnTo>
                    <a:lnTo>
                      <a:pt x="260" y="188"/>
                    </a:lnTo>
                    <a:lnTo>
                      <a:pt x="274" y="194"/>
                    </a:lnTo>
                    <a:lnTo>
                      <a:pt x="274" y="194"/>
                    </a:lnTo>
                    <a:lnTo>
                      <a:pt x="282" y="198"/>
                    </a:lnTo>
                    <a:lnTo>
                      <a:pt x="290" y="198"/>
                    </a:lnTo>
                    <a:lnTo>
                      <a:pt x="304" y="198"/>
                    </a:lnTo>
                    <a:lnTo>
                      <a:pt x="316" y="194"/>
                    </a:lnTo>
                    <a:lnTo>
                      <a:pt x="326" y="188"/>
                    </a:lnTo>
                    <a:lnTo>
                      <a:pt x="340" y="180"/>
                    </a:lnTo>
                    <a:lnTo>
                      <a:pt x="342" y="180"/>
                    </a:lnTo>
                    <a:lnTo>
                      <a:pt x="342" y="180"/>
                    </a:lnTo>
                    <a:lnTo>
                      <a:pt x="342" y="188"/>
                    </a:lnTo>
                    <a:lnTo>
                      <a:pt x="342" y="188"/>
                    </a:lnTo>
                    <a:close/>
                  </a:path>
                </a:pathLst>
              </a:custGeom>
              <a:grpFill/>
              <a:ln w="6350">
                <a:noFill/>
                <a:round/>
                <a:headEnd/>
                <a:tailEnd/>
              </a:ln>
            </p:spPr>
            <p:txBody>
              <a:bodyPr/>
              <a:lstStyle/>
              <a:p>
                <a:endParaRPr lang="en-US" b="1" dirty="0"/>
              </a:p>
            </p:txBody>
          </p:sp>
          <p:sp>
            <p:nvSpPr>
              <p:cNvPr id="46" name="Freeform 6103">
                <a:extLst>
                  <a:ext uri="{FF2B5EF4-FFF2-40B4-BE49-F238E27FC236}">
                    <a16:creationId xmlns:a16="http://schemas.microsoft.com/office/drawing/2014/main" id="{BE844484-EA33-40FF-94EC-7C2299F298E0}"/>
                  </a:ext>
                </a:extLst>
              </p:cNvPr>
              <p:cNvSpPr>
                <a:spLocks/>
              </p:cNvSpPr>
              <p:nvPr/>
            </p:nvSpPr>
            <p:spPr bwMode="auto">
              <a:xfrm>
                <a:off x="1936750" y="1119823"/>
                <a:ext cx="81280" cy="49530"/>
              </a:xfrm>
              <a:custGeom>
                <a:avLst/>
                <a:gdLst/>
                <a:ahLst/>
                <a:cxnLst>
                  <a:cxn ang="0">
                    <a:pos x="94" y="78"/>
                  </a:cxn>
                  <a:cxn ang="0">
                    <a:pos x="94" y="78"/>
                  </a:cxn>
                  <a:cxn ang="0">
                    <a:pos x="110" y="76"/>
                  </a:cxn>
                  <a:cxn ang="0">
                    <a:pos x="120" y="72"/>
                  </a:cxn>
                  <a:cxn ang="0">
                    <a:pos x="126" y="66"/>
                  </a:cxn>
                  <a:cxn ang="0">
                    <a:pos x="128" y="58"/>
                  </a:cxn>
                  <a:cxn ang="0">
                    <a:pos x="126" y="48"/>
                  </a:cxn>
                  <a:cxn ang="0">
                    <a:pos x="120" y="38"/>
                  </a:cxn>
                  <a:cxn ang="0">
                    <a:pos x="114" y="28"/>
                  </a:cxn>
                  <a:cxn ang="0">
                    <a:pos x="104" y="16"/>
                  </a:cxn>
                  <a:cxn ang="0">
                    <a:pos x="104" y="16"/>
                  </a:cxn>
                  <a:cxn ang="0">
                    <a:pos x="92" y="8"/>
                  </a:cxn>
                  <a:cxn ang="0">
                    <a:pos x="80" y="2"/>
                  </a:cxn>
                  <a:cxn ang="0">
                    <a:pos x="68" y="0"/>
                  </a:cxn>
                  <a:cxn ang="0">
                    <a:pos x="58" y="0"/>
                  </a:cxn>
                  <a:cxn ang="0">
                    <a:pos x="46" y="2"/>
                  </a:cxn>
                  <a:cxn ang="0">
                    <a:pos x="34" y="8"/>
                  </a:cxn>
                  <a:cxn ang="0">
                    <a:pos x="24" y="14"/>
                  </a:cxn>
                  <a:cxn ang="0">
                    <a:pos x="16" y="24"/>
                  </a:cxn>
                  <a:cxn ang="0">
                    <a:pos x="16" y="24"/>
                  </a:cxn>
                  <a:cxn ang="0">
                    <a:pos x="6" y="36"/>
                  </a:cxn>
                  <a:cxn ang="0">
                    <a:pos x="2" y="42"/>
                  </a:cxn>
                  <a:cxn ang="0">
                    <a:pos x="0" y="48"/>
                  </a:cxn>
                  <a:cxn ang="0">
                    <a:pos x="0" y="52"/>
                  </a:cxn>
                  <a:cxn ang="0">
                    <a:pos x="4" y="56"/>
                  </a:cxn>
                  <a:cxn ang="0">
                    <a:pos x="10" y="58"/>
                  </a:cxn>
                  <a:cxn ang="0">
                    <a:pos x="22" y="60"/>
                  </a:cxn>
                  <a:cxn ang="0">
                    <a:pos x="22" y="60"/>
                  </a:cxn>
                  <a:cxn ang="0">
                    <a:pos x="32" y="62"/>
                  </a:cxn>
                  <a:cxn ang="0">
                    <a:pos x="40" y="64"/>
                  </a:cxn>
                  <a:cxn ang="0">
                    <a:pos x="54" y="70"/>
                  </a:cxn>
                  <a:cxn ang="0">
                    <a:pos x="68" y="76"/>
                  </a:cxn>
                  <a:cxn ang="0">
                    <a:pos x="80" y="76"/>
                  </a:cxn>
                  <a:cxn ang="0">
                    <a:pos x="94" y="78"/>
                  </a:cxn>
                  <a:cxn ang="0">
                    <a:pos x="94" y="78"/>
                  </a:cxn>
                </a:cxnLst>
                <a:rect l="0" t="0" r="r" b="b"/>
                <a:pathLst>
                  <a:path w="128" h="78">
                    <a:moveTo>
                      <a:pt x="94" y="78"/>
                    </a:moveTo>
                    <a:lnTo>
                      <a:pt x="94" y="78"/>
                    </a:lnTo>
                    <a:lnTo>
                      <a:pt x="110" y="76"/>
                    </a:lnTo>
                    <a:lnTo>
                      <a:pt x="120" y="72"/>
                    </a:lnTo>
                    <a:lnTo>
                      <a:pt x="126" y="66"/>
                    </a:lnTo>
                    <a:lnTo>
                      <a:pt x="128" y="58"/>
                    </a:lnTo>
                    <a:lnTo>
                      <a:pt x="126" y="48"/>
                    </a:lnTo>
                    <a:lnTo>
                      <a:pt x="120" y="38"/>
                    </a:lnTo>
                    <a:lnTo>
                      <a:pt x="114" y="28"/>
                    </a:lnTo>
                    <a:lnTo>
                      <a:pt x="104" y="16"/>
                    </a:lnTo>
                    <a:lnTo>
                      <a:pt x="104" y="16"/>
                    </a:lnTo>
                    <a:lnTo>
                      <a:pt x="92" y="8"/>
                    </a:lnTo>
                    <a:lnTo>
                      <a:pt x="80" y="2"/>
                    </a:lnTo>
                    <a:lnTo>
                      <a:pt x="68" y="0"/>
                    </a:lnTo>
                    <a:lnTo>
                      <a:pt x="58" y="0"/>
                    </a:lnTo>
                    <a:lnTo>
                      <a:pt x="46" y="2"/>
                    </a:lnTo>
                    <a:lnTo>
                      <a:pt x="34" y="8"/>
                    </a:lnTo>
                    <a:lnTo>
                      <a:pt x="24" y="14"/>
                    </a:lnTo>
                    <a:lnTo>
                      <a:pt x="16" y="24"/>
                    </a:lnTo>
                    <a:lnTo>
                      <a:pt x="16" y="24"/>
                    </a:lnTo>
                    <a:lnTo>
                      <a:pt x="6" y="36"/>
                    </a:lnTo>
                    <a:lnTo>
                      <a:pt x="2" y="42"/>
                    </a:lnTo>
                    <a:lnTo>
                      <a:pt x="0" y="48"/>
                    </a:lnTo>
                    <a:lnTo>
                      <a:pt x="0" y="52"/>
                    </a:lnTo>
                    <a:lnTo>
                      <a:pt x="4" y="56"/>
                    </a:lnTo>
                    <a:lnTo>
                      <a:pt x="10" y="58"/>
                    </a:lnTo>
                    <a:lnTo>
                      <a:pt x="22" y="60"/>
                    </a:lnTo>
                    <a:lnTo>
                      <a:pt x="22" y="60"/>
                    </a:lnTo>
                    <a:lnTo>
                      <a:pt x="32" y="62"/>
                    </a:lnTo>
                    <a:lnTo>
                      <a:pt x="40" y="64"/>
                    </a:lnTo>
                    <a:lnTo>
                      <a:pt x="54" y="70"/>
                    </a:lnTo>
                    <a:lnTo>
                      <a:pt x="68" y="76"/>
                    </a:lnTo>
                    <a:lnTo>
                      <a:pt x="80" y="76"/>
                    </a:lnTo>
                    <a:lnTo>
                      <a:pt x="94" y="78"/>
                    </a:lnTo>
                    <a:lnTo>
                      <a:pt x="94" y="78"/>
                    </a:lnTo>
                    <a:close/>
                  </a:path>
                </a:pathLst>
              </a:custGeom>
              <a:grpFill/>
              <a:ln w="6350">
                <a:noFill/>
                <a:round/>
                <a:headEnd/>
                <a:tailEnd/>
              </a:ln>
            </p:spPr>
            <p:txBody>
              <a:bodyPr/>
              <a:lstStyle/>
              <a:p>
                <a:endParaRPr lang="en-US" b="1" dirty="0"/>
              </a:p>
            </p:txBody>
          </p:sp>
          <p:sp>
            <p:nvSpPr>
              <p:cNvPr id="47" name="Freeform 6104">
                <a:extLst>
                  <a:ext uri="{FF2B5EF4-FFF2-40B4-BE49-F238E27FC236}">
                    <a16:creationId xmlns:a16="http://schemas.microsoft.com/office/drawing/2014/main" id="{C78B509A-781D-4081-B2D8-60F20A8E563F}"/>
                  </a:ext>
                </a:extLst>
              </p:cNvPr>
              <p:cNvSpPr>
                <a:spLocks/>
              </p:cNvSpPr>
              <p:nvPr/>
            </p:nvSpPr>
            <p:spPr bwMode="auto">
              <a:xfrm>
                <a:off x="1940560" y="1010603"/>
                <a:ext cx="80010" cy="19050"/>
              </a:xfrm>
              <a:custGeom>
                <a:avLst/>
                <a:gdLst/>
                <a:ahLst/>
                <a:cxnLst>
                  <a:cxn ang="0">
                    <a:pos x="92" y="28"/>
                  </a:cxn>
                  <a:cxn ang="0">
                    <a:pos x="92" y="28"/>
                  </a:cxn>
                  <a:cxn ang="0">
                    <a:pos x="108" y="28"/>
                  </a:cxn>
                  <a:cxn ang="0">
                    <a:pos x="120" y="26"/>
                  </a:cxn>
                  <a:cxn ang="0">
                    <a:pos x="124" y="22"/>
                  </a:cxn>
                  <a:cxn ang="0">
                    <a:pos x="126" y="20"/>
                  </a:cxn>
                  <a:cxn ang="0">
                    <a:pos x="126" y="16"/>
                  </a:cxn>
                  <a:cxn ang="0">
                    <a:pos x="122" y="12"/>
                  </a:cxn>
                  <a:cxn ang="0">
                    <a:pos x="112" y="8"/>
                  </a:cxn>
                  <a:cxn ang="0">
                    <a:pos x="100" y="4"/>
                  </a:cxn>
                  <a:cxn ang="0">
                    <a:pos x="82" y="2"/>
                  </a:cxn>
                  <a:cxn ang="0">
                    <a:pos x="82" y="2"/>
                  </a:cxn>
                  <a:cxn ang="0">
                    <a:pos x="48" y="0"/>
                  </a:cxn>
                  <a:cxn ang="0">
                    <a:pos x="22" y="4"/>
                  </a:cxn>
                  <a:cxn ang="0">
                    <a:pos x="14" y="6"/>
                  </a:cxn>
                  <a:cxn ang="0">
                    <a:pos x="6" y="8"/>
                  </a:cxn>
                  <a:cxn ang="0">
                    <a:pos x="2" y="12"/>
                  </a:cxn>
                  <a:cxn ang="0">
                    <a:pos x="0" y="18"/>
                  </a:cxn>
                  <a:cxn ang="0">
                    <a:pos x="0" y="18"/>
                  </a:cxn>
                  <a:cxn ang="0">
                    <a:pos x="2" y="24"/>
                  </a:cxn>
                  <a:cxn ang="0">
                    <a:pos x="6" y="26"/>
                  </a:cxn>
                  <a:cxn ang="0">
                    <a:pos x="16" y="28"/>
                  </a:cxn>
                  <a:cxn ang="0">
                    <a:pos x="26" y="30"/>
                  </a:cxn>
                  <a:cxn ang="0">
                    <a:pos x="56" y="28"/>
                  </a:cxn>
                  <a:cxn ang="0">
                    <a:pos x="92" y="28"/>
                  </a:cxn>
                  <a:cxn ang="0">
                    <a:pos x="92" y="28"/>
                  </a:cxn>
                </a:cxnLst>
                <a:rect l="0" t="0" r="r" b="b"/>
                <a:pathLst>
                  <a:path w="126" h="30">
                    <a:moveTo>
                      <a:pt x="92" y="28"/>
                    </a:moveTo>
                    <a:lnTo>
                      <a:pt x="92" y="28"/>
                    </a:lnTo>
                    <a:lnTo>
                      <a:pt x="108" y="28"/>
                    </a:lnTo>
                    <a:lnTo>
                      <a:pt x="120" y="26"/>
                    </a:lnTo>
                    <a:lnTo>
                      <a:pt x="124" y="22"/>
                    </a:lnTo>
                    <a:lnTo>
                      <a:pt x="126" y="20"/>
                    </a:lnTo>
                    <a:lnTo>
                      <a:pt x="126" y="16"/>
                    </a:lnTo>
                    <a:lnTo>
                      <a:pt x="122" y="12"/>
                    </a:lnTo>
                    <a:lnTo>
                      <a:pt x="112" y="8"/>
                    </a:lnTo>
                    <a:lnTo>
                      <a:pt x="100" y="4"/>
                    </a:lnTo>
                    <a:lnTo>
                      <a:pt x="82" y="2"/>
                    </a:lnTo>
                    <a:lnTo>
                      <a:pt x="82" y="2"/>
                    </a:lnTo>
                    <a:lnTo>
                      <a:pt x="48" y="0"/>
                    </a:lnTo>
                    <a:lnTo>
                      <a:pt x="22" y="4"/>
                    </a:lnTo>
                    <a:lnTo>
                      <a:pt x="14" y="6"/>
                    </a:lnTo>
                    <a:lnTo>
                      <a:pt x="6" y="8"/>
                    </a:lnTo>
                    <a:lnTo>
                      <a:pt x="2" y="12"/>
                    </a:lnTo>
                    <a:lnTo>
                      <a:pt x="0" y="18"/>
                    </a:lnTo>
                    <a:lnTo>
                      <a:pt x="0" y="18"/>
                    </a:lnTo>
                    <a:lnTo>
                      <a:pt x="2" y="24"/>
                    </a:lnTo>
                    <a:lnTo>
                      <a:pt x="6" y="26"/>
                    </a:lnTo>
                    <a:lnTo>
                      <a:pt x="16" y="28"/>
                    </a:lnTo>
                    <a:lnTo>
                      <a:pt x="26" y="30"/>
                    </a:lnTo>
                    <a:lnTo>
                      <a:pt x="56" y="28"/>
                    </a:lnTo>
                    <a:lnTo>
                      <a:pt x="92" y="28"/>
                    </a:lnTo>
                    <a:lnTo>
                      <a:pt x="92" y="28"/>
                    </a:lnTo>
                    <a:close/>
                  </a:path>
                </a:pathLst>
              </a:custGeom>
              <a:grpFill/>
              <a:ln w="6350">
                <a:noFill/>
                <a:round/>
                <a:headEnd/>
                <a:tailEnd/>
              </a:ln>
            </p:spPr>
            <p:txBody>
              <a:bodyPr/>
              <a:lstStyle/>
              <a:p>
                <a:endParaRPr lang="en-US" b="1" dirty="0"/>
              </a:p>
            </p:txBody>
          </p:sp>
          <p:sp>
            <p:nvSpPr>
              <p:cNvPr id="48" name="Freeform 6105">
                <a:extLst>
                  <a:ext uri="{FF2B5EF4-FFF2-40B4-BE49-F238E27FC236}">
                    <a16:creationId xmlns:a16="http://schemas.microsoft.com/office/drawing/2014/main" id="{DA75811F-0584-441B-BC7F-C2B4A9C84BB4}"/>
                  </a:ext>
                </a:extLst>
              </p:cNvPr>
              <p:cNvSpPr>
                <a:spLocks/>
              </p:cNvSpPr>
              <p:nvPr/>
            </p:nvSpPr>
            <p:spPr bwMode="auto">
              <a:xfrm>
                <a:off x="2194560" y="944563"/>
                <a:ext cx="34290" cy="12700"/>
              </a:xfrm>
              <a:custGeom>
                <a:avLst/>
                <a:gdLst/>
                <a:ahLst/>
                <a:cxnLst>
                  <a:cxn ang="0">
                    <a:pos x="54" y="4"/>
                  </a:cxn>
                  <a:cxn ang="0">
                    <a:pos x="54" y="4"/>
                  </a:cxn>
                  <a:cxn ang="0">
                    <a:pos x="54" y="2"/>
                  </a:cxn>
                  <a:cxn ang="0">
                    <a:pos x="50" y="0"/>
                  </a:cxn>
                  <a:cxn ang="0">
                    <a:pos x="36" y="0"/>
                  </a:cxn>
                  <a:cxn ang="0">
                    <a:pos x="18" y="6"/>
                  </a:cxn>
                  <a:cxn ang="0">
                    <a:pos x="8" y="10"/>
                  </a:cxn>
                  <a:cxn ang="0">
                    <a:pos x="2" y="14"/>
                  </a:cxn>
                  <a:cxn ang="0">
                    <a:pos x="2" y="14"/>
                  </a:cxn>
                  <a:cxn ang="0">
                    <a:pos x="0" y="18"/>
                  </a:cxn>
                  <a:cxn ang="0">
                    <a:pos x="4" y="20"/>
                  </a:cxn>
                  <a:cxn ang="0">
                    <a:pos x="20" y="18"/>
                  </a:cxn>
                  <a:cxn ang="0">
                    <a:pos x="42" y="12"/>
                  </a:cxn>
                  <a:cxn ang="0">
                    <a:pos x="50" y="8"/>
                  </a:cxn>
                  <a:cxn ang="0">
                    <a:pos x="54" y="4"/>
                  </a:cxn>
                  <a:cxn ang="0">
                    <a:pos x="54" y="4"/>
                  </a:cxn>
                </a:cxnLst>
                <a:rect l="0" t="0" r="r" b="b"/>
                <a:pathLst>
                  <a:path w="54" h="20">
                    <a:moveTo>
                      <a:pt x="54" y="4"/>
                    </a:moveTo>
                    <a:lnTo>
                      <a:pt x="54" y="4"/>
                    </a:lnTo>
                    <a:lnTo>
                      <a:pt x="54" y="2"/>
                    </a:lnTo>
                    <a:lnTo>
                      <a:pt x="50" y="0"/>
                    </a:lnTo>
                    <a:lnTo>
                      <a:pt x="36" y="0"/>
                    </a:lnTo>
                    <a:lnTo>
                      <a:pt x="18" y="6"/>
                    </a:lnTo>
                    <a:lnTo>
                      <a:pt x="8" y="10"/>
                    </a:lnTo>
                    <a:lnTo>
                      <a:pt x="2" y="14"/>
                    </a:lnTo>
                    <a:lnTo>
                      <a:pt x="2" y="14"/>
                    </a:lnTo>
                    <a:lnTo>
                      <a:pt x="0" y="18"/>
                    </a:lnTo>
                    <a:lnTo>
                      <a:pt x="4" y="20"/>
                    </a:lnTo>
                    <a:lnTo>
                      <a:pt x="20" y="18"/>
                    </a:lnTo>
                    <a:lnTo>
                      <a:pt x="42" y="12"/>
                    </a:lnTo>
                    <a:lnTo>
                      <a:pt x="50" y="8"/>
                    </a:lnTo>
                    <a:lnTo>
                      <a:pt x="54" y="4"/>
                    </a:lnTo>
                    <a:lnTo>
                      <a:pt x="54" y="4"/>
                    </a:lnTo>
                    <a:close/>
                  </a:path>
                </a:pathLst>
              </a:custGeom>
              <a:grpFill/>
              <a:ln w="6350">
                <a:noFill/>
                <a:round/>
                <a:headEnd/>
                <a:tailEnd/>
              </a:ln>
            </p:spPr>
            <p:txBody>
              <a:bodyPr/>
              <a:lstStyle/>
              <a:p>
                <a:endParaRPr lang="en-US" b="1" dirty="0"/>
              </a:p>
            </p:txBody>
          </p:sp>
          <p:sp>
            <p:nvSpPr>
              <p:cNvPr id="49" name="Freeform 6106">
                <a:extLst>
                  <a:ext uri="{FF2B5EF4-FFF2-40B4-BE49-F238E27FC236}">
                    <a16:creationId xmlns:a16="http://schemas.microsoft.com/office/drawing/2014/main" id="{84C1FFDC-0DF7-4986-B1EF-F797F82D1060}"/>
                  </a:ext>
                </a:extLst>
              </p:cNvPr>
              <p:cNvSpPr>
                <a:spLocks/>
              </p:cNvSpPr>
              <p:nvPr/>
            </p:nvSpPr>
            <p:spPr bwMode="auto">
              <a:xfrm>
                <a:off x="2057400" y="727393"/>
                <a:ext cx="784860" cy="367030"/>
              </a:xfrm>
              <a:custGeom>
                <a:avLst/>
                <a:gdLst/>
                <a:ahLst/>
                <a:cxnLst>
                  <a:cxn ang="0">
                    <a:pos x="68" y="162"/>
                  </a:cxn>
                  <a:cxn ang="0">
                    <a:pos x="122" y="204"/>
                  </a:cxn>
                  <a:cxn ang="0">
                    <a:pos x="246" y="182"/>
                  </a:cxn>
                  <a:cxn ang="0">
                    <a:pos x="202" y="210"/>
                  </a:cxn>
                  <a:cxn ang="0">
                    <a:pos x="334" y="210"/>
                  </a:cxn>
                  <a:cxn ang="0">
                    <a:pos x="494" y="186"/>
                  </a:cxn>
                  <a:cxn ang="0">
                    <a:pos x="540" y="190"/>
                  </a:cxn>
                  <a:cxn ang="0">
                    <a:pos x="450" y="222"/>
                  </a:cxn>
                  <a:cxn ang="0">
                    <a:pos x="402" y="274"/>
                  </a:cxn>
                  <a:cxn ang="0">
                    <a:pos x="402" y="298"/>
                  </a:cxn>
                  <a:cxn ang="0">
                    <a:pos x="246" y="240"/>
                  </a:cxn>
                  <a:cxn ang="0">
                    <a:pos x="226" y="284"/>
                  </a:cxn>
                  <a:cxn ang="0">
                    <a:pos x="296" y="336"/>
                  </a:cxn>
                  <a:cxn ang="0">
                    <a:pos x="336" y="356"/>
                  </a:cxn>
                  <a:cxn ang="0">
                    <a:pos x="298" y="364"/>
                  </a:cxn>
                  <a:cxn ang="0">
                    <a:pos x="168" y="410"/>
                  </a:cxn>
                  <a:cxn ang="0">
                    <a:pos x="226" y="422"/>
                  </a:cxn>
                  <a:cxn ang="0">
                    <a:pos x="256" y="440"/>
                  </a:cxn>
                  <a:cxn ang="0">
                    <a:pos x="330" y="460"/>
                  </a:cxn>
                  <a:cxn ang="0">
                    <a:pos x="342" y="464"/>
                  </a:cxn>
                  <a:cxn ang="0">
                    <a:pos x="238" y="460"/>
                  </a:cxn>
                  <a:cxn ang="0">
                    <a:pos x="140" y="450"/>
                  </a:cxn>
                  <a:cxn ang="0">
                    <a:pos x="160" y="502"/>
                  </a:cxn>
                  <a:cxn ang="0">
                    <a:pos x="92" y="546"/>
                  </a:cxn>
                  <a:cxn ang="0">
                    <a:pos x="146" y="562"/>
                  </a:cxn>
                  <a:cxn ang="0">
                    <a:pos x="244" y="562"/>
                  </a:cxn>
                  <a:cxn ang="0">
                    <a:pos x="322" y="552"/>
                  </a:cxn>
                  <a:cxn ang="0">
                    <a:pos x="438" y="548"/>
                  </a:cxn>
                  <a:cxn ang="0">
                    <a:pos x="462" y="578"/>
                  </a:cxn>
                  <a:cxn ang="0">
                    <a:pos x="560" y="538"/>
                  </a:cxn>
                  <a:cxn ang="0">
                    <a:pos x="518" y="514"/>
                  </a:cxn>
                  <a:cxn ang="0">
                    <a:pos x="550" y="472"/>
                  </a:cxn>
                  <a:cxn ang="0">
                    <a:pos x="550" y="432"/>
                  </a:cxn>
                  <a:cxn ang="0">
                    <a:pos x="668" y="402"/>
                  </a:cxn>
                  <a:cxn ang="0">
                    <a:pos x="684" y="372"/>
                  </a:cxn>
                  <a:cxn ang="0">
                    <a:pos x="686" y="348"/>
                  </a:cxn>
                  <a:cxn ang="0">
                    <a:pos x="658" y="326"/>
                  </a:cxn>
                  <a:cxn ang="0">
                    <a:pos x="588" y="318"/>
                  </a:cxn>
                  <a:cxn ang="0">
                    <a:pos x="752" y="284"/>
                  </a:cxn>
                  <a:cxn ang="0">
                    <a:pos x="832" y="278"/>
                  </a:cxn>
                  <a:cxn ang="0">
                    <a:pos x="1076" y="154"/>
                  </a:cxn>
                  <a:cxn ang="0">
                    <a:pos x="1000" y="142"/>
                  </a:cxn>
                  <a:cxn ang="0">
                    <a:pos x="1232" y="76"/>
                  </a:cxn>
                  <a:cxn ang="0">
                    <a:pos x="1168" y="54"/>
                  </a:cxn>
                  <a:cxn ang="0">
                    <a:pos x="1094" y="20"/>
                  </a:cxn>
                  <a:cxn ang="0">
                    <a:pos x="962" y="40"/>
                  </a:cxn>
                  <a:cxn ang="0">
                    <a:pos x="1006" y="20"/>
                  </a:cxn>
                  <a:cxn ang="0">
                    <a:pos x="858" y="2"/>
                  </a:cxn>
                  <a:cxn ang="0">
                    <a:pos x="690" y="10"/>
                  </a:cxn>
                  <a:cxn ang="0">
                    <a:pos x="500" y="14"/>
                  </a:cxn>
                  <a:cxn ang="0">
                    <a:pos x="412" y="24"/>
                  </a:cxn>
                  <a:cxn ang="0">
                    <a:pos x="392" y="42"/>
                  </a:cxn>
                  <a:cxn ang="0">
                    <a:pos x="340" y="70"/>
                  </a:cxn>
                  <a:cxn ang="0">
                    <a:pos x="264" y="52"/>
                  </a:cxn>
                  <a:cxn ang="0">
                    <a:pos x="224" y="76"/>
                  </a:cxn>
                  <a:cxn ang="0">
                    <a:pos x="248" y="98"/>
                  </a:cxn>
                  <a:cxn ang="0">
                    <a:pos x="130" y="92"/>
                  </a:cxn>
                  <a:cxn ang="0">
                    <a:pos x="50" y="104"/>
                  </a:cxn>
                  <a:cxn ang="0">
                    <a:pos x="12" y="144"/>
                  </a:cxn>
                </a:cxnLst>
                <a:rect l="0" t="0" r="r" b="b"/>
                <a:pathLst>
                  <a:path w="1236" h="578">
                    <a:moveTo>
                      <a:pt x="44" y="148"/>
                    </a:moveTo>
                    <a:lnTo>
                      <a:pt x="44" y="148"/>
                    </a:lnTo>
                    <a:lnTo>
                      <a:pt x="50" y="150"/>
                    </a:lnTo>
                    <a:lnTo>
                      <a:pt x="58" y="152"/>
                    </a:lnTo>
                    <a:lnTo>
                      <a:pt x="74" y="150"/>
                    </a:lnTo>
                    <a:lnTo>
                      <a:pt x="80" y="150"/>
                    </a:lnTo>
                    <a:lnTo>
                      <a:pt x="80" y="152"/>
                    </a:lnTo>
                    <a:lnTo>
                      <a:pt x="74" y="156"/>
                    </a:lnTo>
                    <a:lnTo>
                      <a:pt x="74" y="156"/>
                    </a:lnTo>
                    <a:lnTo>
                      <a:pt x="68" y="162"/>
                    </a:lnTo>
                    <a:lnTo>
                      <a:pt x="62" y="168"/>
                    </a:lnTo>
                    <a:lnTo>
                      <a:pt x="62" y="172"/>
                    </a:lnTo>
                    <a:lnTo>
                      <a:pt x="62" y="178"/>
                    </a:lnTo>
                    <a:lnTo>
                      <a:pt x="66" y="182"/>
                    </a:lnTo>
                    <a:lnTo>
                      <a:pt x="72" y="186"/>
                    </a:lnTo>
                    <a:lnTo>
                      <a:pt x="82" y="190"/>
                    </a:lnTo>
                    <a:lnTo>
                      <a:pt x="94" y="194"/>
                    </a:lnTo>
                    <a:lnTo>
                      <a:pt x="94" y="194"/>
                    </a:lnTo>
                    <a:lnTo>
                      <a:pt x="108" y="200"/>
                    </a:lnTo>
                    <a:lnTo>
                      <a:pt x="122" y="204"/>
                    </a:lnTo>
                    <a:lnTo>
                      <a:pt x="144" y="212"/>
                    </a:lnTo>
                    <a:lnTo>
                      <a:pt x="156" y="216"/>
                    </a:lnTo>
                    <a:lnTo>
                      <a:pt x="166" y="214"/>
                    </a:lnTo>
                    <a:lnTo>
                      <a:pt x="178" y="212"/>
                    </a:lnTo>
                    <a:lnTo>
                      <a:pt x="192" y="204"/>
                    </a:lnTo>
                    <a:lnTo>
                      <a:pt x="192" y="204"/>
                    </a:lnTo>
                    <a:lnTo>
                      <a:pt x="206" y="194"/>
                    </a:lnTo>
                    <a:lnTo>
                      <a:pt x="222" y="188"/>
                    </a:lnTo>
                    <a:lnTo>
                      <a:pt x="234" y="184"/>
                    </a:lnTo>
                    <a:lnTo>
                      <a:pt x="246" y="182"/>
                    </a:lnTo>
                    <a:lnTo>
                      <a:pt x="254" y="182"/>
                    </a:lnTo>
                    <a:lnTo>
                      <a:pt x="258" y="182"/>
                    </a:lnTo>
                    <a:lnTo>
                      <a:pt x="256" y="184"/>
                    </a:lnTo>
                    <a:lnTo>
                      <a:pt x="250" y="186"/>
                    </a:lnTo>
                    <a:lnTo>
                      <a:pt x="250" y="186"/>
                    </a:lnTo>
                    <a:lnTo>
                      <a:pt x="224" y="194"/>
                    </a:lnTo>
                    <a:lnTo>
                      <a:pt x="212" y="200"/>
                    </a:lnTo>
                    <a:lnTo>
                      <a:pt x="204" y="206"/>
                    </a:lnTo>
                    <a:lnTo>
                      <a:pt x="202" y="208"/>
                    </a:lnTo>
                    <a:lnTo>
                      <a:pt x="202" y="210"/>
                    </a:lnTo>
                    <a:lnTo>
                      <a:pt x="204" y="214"/>
                    </a:lnTo>
                    <a:lnTo>
                      <a:pt x="208" y="216"/>
                    </a:lnTo>
                    <a:lnTo>
                      <a:pt x="224" y="220"/>
                    </a:lnTo>
                    <a:lnTo>
                      <a:pt x="254" y="224"/>
                    </a:lnTo>
                    <a:lnTo>
                      <a:pt x="254" y="224"/>
                    </a:lnTo>
                    <a:lnTo>
                      <a:pt x="284" y="224"/>
                    </a:lnTo>
                    <a:lnTo>
                      <a:pt x="304" y="224"/>
                    </a:lnTo>
                    <a:lnTo>
                      <a:pt x="318" y="220"/>
                    </a:lnTo>
                    <a:lnTo>
                      <a:pt x="326" y="216"/>
                    </a:lnTo>
                    <a:lnTo>
                      <a:pt x="334" y="210"/>
                    </a:lnTo>
                    <a:lnTo>
                      <a:pt x="338" y="210"/>
                    </a:lnTo>
                    <a:lnTo>
                      <a:pt x="346" y="214"/>
                    </a:lnTo>
                    <a:lnTo>
                      <a:pt x="346" y="214"/>
                    </a:lnTo>
                    <a:lnTo>
                      <a:pt x="358" y="218"/>
                    </a:lnTo>
                    <a:lnTo>
                      <a:pt x="374" y="218"/>
                    </a:lnTo>
                    <a:lnTo>
                      <a:pt x="394" y="216"/>
                    </a:lnTo>
                    <a:lnTo>
                      <a:pt x="418" y="212"/>
                    </a:lnTo>
                    <a:lnTo>
                      <a:pt x="442" y="206"/>
                    </a:lnTo>
                    <a:lnTo>
                      <a:pt x="468" y="196"/>
                    </a:lnTo>
                    <a:lnTo>
                      <a:pt x="494" y="186"/>
                    </a:lnTo>
                    <a:lnTo>
                      <a:pt x="520" y="174"/>
                    </a:lnTo>
                    <a:lnTo>
                      <a:pt x="520" y="174"/>
                    </a:lnTo>
                    <a:lnTo>
                      <a:pt x="546" y="160"/>
                    </a:lnTo>
                    <a:lnTo>
                      <a:pt x="544" y="162"/>
                    </a:lnTo>
                    <a:lnTo>
                      <a:pt x="540" y="168"/>
                    </a:lnTo>
                    <a:lnTo>
                      <a:pt x="536" y="176"/>
                    </a:lnTo>
                    <a:lnTo>
                      <a:pt x="534" y="180"/>
                    </a:lnTo>
                    <a:lnTo>
                      <a:pt x="534" y="184"/>
                    </a:lnTo>
                    <a:lnTo>
                      <a:pt x="536" y="186"/>
                    </a:lnTo>
                    <a:lnTo>
                      <a:pt x="540" y="190"/>
                    </a:lnTo>
                    <a:lnTo>
                      <a:pt x="548" y="192"/>
                    </a:lnTo>
                    <a:lnTo>
                      <a:pt x="558" y="192"/>
                    </a:lnTo>
                    <a:lnTo>
                      <a:pt x="558" y="192"/>
                    </a:lnTo>
                    <a:lnTo>
                      <a:pt x="576" y="194"/>
                    </a:lnTo>
                    <a:lnTo>
                      <a:pt x="584" y="196"/>
                    </a:lnTo>
                    <a:lnTo>
                      <a:pt x="584" y="196"/>
                    </a:lnTo>
                    <a:lnTo>
                      <a:pt x="580" y="198"/>
                    </a:lnTo>
                    <a:lnTo>
                      <a:pt x="570" y="200"/>
                    </a:lnTo>
                    <a:lnTo>
                      <a:pt x="524" y="208"/>
                    </a:lnTo>
                    <a:lnTo>
                      <a:pt x="450" y="222"/>
                    </a:lnTo>
                    <a:lnTo>
                      <a:pt x="450" y="222"/>
                    </a:lnTo>
                    <a:lnTo>
                      <a:pt x="388" y="236"/>
                    </a:lnTo>
                    <a:lnTo>
                      <a:pt x="370" y="238"/>
                    </a:lnTo>
                    <a:lnTo>
                      <a:pt x="360" y="242"/>
                    </a:lnTo>
                    <a:lnTo>
                      <a:pt x="358" y="242"/>
                    </a:lnTo>
                    <a:lnTo>
                      <a:pt x="358" y="244"/>
                    </a:lnTo>
                    <a:lnTo>
                      <a:pt x="362" y="248"/>
                    </a:lnTo>
                    <a:lnTo>
                      <a:pt x="386" y="264"/>
                    </a:lnTo>
                    <a:lnTo>
                      <a:pt x="386" y="264"/>
                    </a:lnTo>
                    <a:lnTo>
                      <a:pt x="402" y="274"/>
                    </a:lnTo>
                    <a:lnTo>
                      <a:pt x="418" y="282"/>
                    </a:lnTo>
                    <a:lnTo>
                      <a:pt x="442" y="292"/>
                    </a:lnTo>
                    <a:lnTo>
                      <a:pt x="450" y="296"/>
                    </a:lnTo>
                    <a:lnTo>
                      <a:pt x="452" y="298"/>
                    </a:lnTo>
                    <a:lnTo>
                      <a:pt x="448" y="302"/>
                    </a:lnTo>
                    <a:lnTo>
                      <a:pt x="436" y="304"/>
                    </a:lnTo>
                    <a:lnTo>
                      <a:pt x="436" y="304"/>
                    </a:lnTo>
                    <a:lnTo>
                      <a:pt x="422" y="304"/>
                    </a:lnTo>
                    <a:lnTo>
                      <a:pt x="410" y="302"/>
                    </a:lnTo>
                    <a:lnTo>
                      <a:pt x="402" y="298"/>
                    </a:lnTo>
                    <a:lnTo>
                      <a:pt x="394" y="292"/>
                    </a:lnTo>
                    <a:lnTo>
                      <a:pt x="378" y="276"/>
                    </a:lnTo>
                    <a:lnTo>
                      <a:pt x="368" y="268"/>
                    </a:lnTo>
                    <a:lnTo>
                      <a:pt x="356" y="260"/>
                    </a:lnTo>
                    <a:lnTo>
                      <a:pt x="356" y="260"/>
                    </a:lnTo>
                    <a:lnTo>
                      <a:pt x="338" y="254"/>
                    </a:lnTo>
                    <a:lnTo>
                      <a:pt x="316" y="248"/>
                    </a:lnTo>
                    <a:lnTo>
                      <a:pt x="292" y="244"/>
                    </a:lnTo>
                    <a:lnTo>
                      <a:pt x="268" y="242"/>
                    </a:lnTo>
                    <a:lnTo>
                      <a:pt x="246" y="240"/>
                    </a:lnTo>
                    <a:lnTo>
                      <a:pt x="228" y="242"/>
                    </a:lnTo>
                    <a:lnTo>
                      <a:pt x="220" y="244"/>
                    </a:lnTo>
                    <a:lnTo>
                      <a:pt x="216" y="246"/>
                    </a:lnTo>
                    <a:lnTo>
                      <a:pt x="212" y="250"/>
                    </a:lnTo>
                    <a:lnTo>
                      <a:pt x="210" y="254"/>
                    </a:lnTo>
                    <a:lnTo>
                      <a:pt x="210" y="254"/>
                    </a:lnTo>
                    <a:lnTo>
                      <a:pt x="210" y="270"/>
                    </a:lnTo>
                    <a:lnTo>
                      <a:pt x="212" y="274"/>
                    </a:lnTo>
                    <a:lnTo>
                      <a:pt x="214" y="278"/>
                    </a:lnTo>
                    <a:lnTo>
                      <a:pt x="226" y="284"/>
                    </a:lnTo>
                    <a:lnTo>
                      <a:pt x="250" y="292"/>
                    </a:lnTo>
                    <a:lnTo>
                      <a:pt x="250" y="292"/>
                    </a:lnTo>
                    <a:lnTo>
                      <a:pt x="262" y="298"/>
                    </a:lnTo>
                    <a:lnTo>
                      <a:pt x="276" y="304"/>
                    </a:lnTo>
                    <a:lnTo>
                      <a:pt x="294" y="318"/>
                    </a:lnTo>
                    <a:lnTo>
                      <a:pt x="300" y="326"/>
                    </a:lnTo>
                    <a:lnTo>
                      <a:pt x="302" y="330"/>
                    </a:lnTo>
                    <a:lnTo>
                      <a:pt x="302" y="334"/>
                    </a:lnTo>
                    <a:lnTo>
                      <a:pt x="296" y="336"/>
                    </a:lnTo>
                    <a:lnTo>
                      <a:pt x="296" y="336"/>
                    </a:lnTo>
                    <a:lnTo>
                      <a:pt x="290" y="338"/>
                    </a:lnTo>
                    <a:lnTo>
                      <a:pt x="286" y="340"/>
                    </a:lnTo>
                    <a:lnTo>
                      <a:pt x="284" y="344"/>
                    </a:lnTo>
                    <a:lnTo>
                      <a:pt x="286" y="346"/>
                    </a:lnTo>
                    <a:lnTo>
                      <a:pt x="290" y="348"/>
                    </a:lnTo>
                    <a:lnTo>
                      <a:pt x="296" y="352"/>
                    </a:lnTo>
                    <a:lnTo>
                      <a:pt x="308" y="354"/>
                    </a:lnTo>
                    <a:lnTo>
                      <a:pt x="320" y="356"/>
                    </a:lnTo>
                    <a:lnTo>
                      <a:pt x="320" y="356"/>
                    </a:lnTo>
                    <a:lnTo>
                      <a:pt x="336" y="356"/>
                    </a:lnTo>
                    <a:lnTo>
                      <a:pt x="348" y="360"/>
                    </a:lnTo>
                    <a:lnTo>
                      <a:pt x="356" y="362"/>
                    </a:lnTo>
                    <a:lnTo>
                      <a:pt x="362" y="366"/>
                    </a:lnTo>
                    <a:lnTo>
                      <a:pt x="364" y="368"/>
                    </a:lnTo>
                    <a:lnTo>
                      <a:pt x="360" y="368"/>
                    </a:lnTo>
                    <a:lnTo>
                      <a:pt x="352" y="368"/>
                    </a:lnTo>
                    <a:lnTo>
                      <a:pt x="340" y="368"/>
                    </a:lnTo>
                    <a:lnTo>
                      <a:pt x="340" y="368"/>
                    </a:lnTo>
                    <a:lnTo>
                      <a:pt x="320" y="366"/>
                    </a:lnTo>
                    <a:lnTo>
                      <a:pt x="298" y="364"/>
                    </a:lnTo>
                    <a:lnTo>
                      <a:pt x="250" y="366"/>
                    </a:lnTo>
                    <a:lnTo>
                      <a:pt x="228" y="368"/>
                    </a:lnTo>
                    <a:lnTo>
                      <a:pt x="208" y="372"/>
                    </a:lnTo>
                    <a:lnTo>
                      <a:pt x="192" y="376"/>
                    </a:lnTo>
                    <a:lnTo>
                      <a:pt x="182" y="382"/>
                    </a:lnTo>
                    <a:lnTo>
                      <a:pt x="182" y="382"/>
                    </a:lnTo>
                    <a:lnTo>
                      <a:pt x="176" y="388"/>
                    </a:lnTo>
                    <a:lnTo>
                      <a:pt x="172" y="394"/>
                    </a:lnTo>
                    <a:lnTo>
                      <a:pt x="170" y="402"/>
                    </a:lnTo>
                    <a:lnTo>
                      <a:pt x="168" y="410"/>
                    </a:lnTo>
                    <a:lnTo>
                      <a:pt x="170" y="416"/>
                    </a:lnTo>
                    <a:lnTo>
                      <a:pt x="176" y="420"/>
                    </a:lnTo>
                    <a:lnTo>
                      <a:pt x="184" y="422"/>
                    </a:lnTo>
                    <a:lnTo>
                      <a:pt x="196" y="420"/>
                    </a:lnTo>
                    <a:lnTo>
                      <a:pt x="196" y="420"/>
                    </a:lnTo>
                    <a:lnTo>
                      <a:pt x="208" y="418"/>
                    </a:lnTo>
                    <a:lnTo>
                      <a:pt x="216" y="418"/>
                    </a:lnTo>
                    <a:lnTo>
                      <a:pt x="220" y="418"/>
                    </a:lnTo>
                    <a:lnTo>
                      <a:pt x="224" y="420"/>
                    </a:lnTo>
                    <a:lnTo>
                      <a:pt x="226" y="422"/>
                    </a:lnTo>
                    <a:lnTo>
                      <a:pt x="230" y="424"/>
                    </a:lnTo>
                    <a:lnTo>
                      <a:pt x="236" y="424"/>
                    </a:lnTo>
                    <a:lnTo>
                      <a:pt x="246" y="424"/>
                    </a:lnTo>
                    <a:lnTo>
                      <a:pt x="246" y="424"/>
                    </a:lnTo>
                    <a:lnTo>
                      <a:pt x="256" y="422"/>
                    </a:lnTo>
                    <a:lnTo>
                      <a:pt x="260" y="422"/>
                    </a:lnTo>
                    <a:lnTo>
                      <a:pt x="260" y="424"/>
                    </a:lnTo>
                    <a:lnTo>
                      <a:pt x="260" y="428"/>
                    </a:lnTo>
                    <a:lnTo>
                      <a:pt x="258" y="434"/>
                    </a:lnTo>
                    <a:lnTo>
                      <a:pt x="256" y="440"/>
                    </a:lnTo>
                    <a:lnTo>
                      <a:pt x="258" y="450"/>
                    </a:lnTo>
                    <a:lnTo>
                      <a:pt x="266" y="460"/>
                    </a:lnTo>
                    <a:lnTo>
                      <a:pt x="266" y="460"/>
                    </a:lnTo>
                    <a:lnTo>
                      <a:pt x="270" y="464"/>
                    </a:lnTo>
                    <a:lnTo>
                      <a:pt x="276" y="468"/>
                    </a:lnTo>
                    <a:lnTo>
                      <a:pt x="282" y="470"/>
                    </a:lnTo>
                    <a:lnTo>
                      <a:pt x="288" y="472"/>
                    </a:lnTo>
                    <a:lnTo>
                      <a:pt x="302" y="470"/>
                    </a:lnTo>
                    <a:lnTo>
                      <a:pt x="316" y="466"/>
                    </a:lnTo>
                    <a:lnTo>
                      <a:pt x="330" y="460"/>
                    </a:lnTo>
                    <a:lnTo>
                      <a:pt x="342" y="450"/>
                    </a:lnTo>
                    <a:lnTo>
                      <a:pt x="354" y="442"/>
                    </a:lnTo>
                    <a:lnTo>
                      <a:pt x="366" y="432"/>
                    </a:lnTo>
                    <a:lnTo>
                      <a:pt x="366" y="432"/>
                    </a:lnTo>
                    <a:lnTo>
                      <a:pt x="372" y="426"/>
                    </a:lnTo>
                    <a:lnTo>
                      <a:pt x="372" y="428"/>
                    </a:lnTo>
                    <a:lnTo>
                      <a:pt x="372" y="430"/>
                    </a:lnTo>
                    <a:lnTo>
                      <a:pt x="366" y="440"/>
                    </a:lnTo>
                    <a:lnTo>
                      <a:pt x="356" y="452"/>
                    </a:lnTo>
                    <a:lnTo>
                      <a:pt x="342" y="464"/>
                    </a:lnTo>
                    <a:lnTo>
                      <a:pt x="326" y="476"/>
                    </a:lnTo>
                    <a:lnTo>
                      <a:pt x="316" y="482"/>
                    </a:lnTo>
                    <a:lnTo>
                      <a:pt x="306" y="484"/>
                    </a:lnTo>
                    <a:lnTo>
                      <a:pt x="296" y="486"/>
                    </a:lnTo>
                    <a:lnTo>
                      <a:pt x="286" y="486"/>
                    </a:lnTo>
                    <a:lnTo>
                      <a:pt x="286" y="486"/>
                    </a:lnTo>
                    <a:lnTo>
                      <a:pt x="270" y="482"/>
                    </a:lnTo>
                    <a:lnTo>
                      <a:pt x="256" y="476"/>
                    </a:lnTo>
                    <a:lnTo>
                      <a:pt x="246" y="468"/>
                    </a:lnTo>
                    <a:lnTo>
                      <a:pt x="238" y="460"/>
                    </a:lnTo>
                    <a:lnTo>
                      <a:pt x="228" y="452"/>
                    </a:lnTo>
                    <a:lnTo>
                      <a:pt x="218" y="446"/>
                    </a:lnTo>
                    <a:lnTo>
                      <a:pt x="206" y="440"/>
                    </a:lnTo>
                    <a:lnTo>
                      <a:pt x="190" y="438"/>
                    </a:lnTo>
                    <a:lnTo>
                      <a:pt x="190" y="438"/>
                    </a:lnTo>
                    <a:lnTo>
                      <a:pt x="160" y="440"/>
                    </a:lnTo>
                    <a:lnTo>
                      <a:pt x="150" y="440"/>
                    </a:lnTo>
                    <a:lnTo>
                      <a:pt x="144" y="444"/>
                    </a:lnTo>
                    <a:lnTo>
                      <a:pt x="140" y="446"/>
                    </a:lnTo>
                    <a:lnTo>
                      <a:pt x="140" y="450"/>
                    </a:lnTo>
                    <a:lnTo>
                      <a:pt x="144" y="456"/>
                    </a:lnTo>
                    <a:lnTo>
                      <a:pt x="150" y="462"/>
                    </a:lnTo>
                    <a:lnTo>
                      <a:pt x="150" y="462"/>
                    </a:lnTo>
                    <a:lnTo>
                      <a:pt x="166" y="476"/>
                    </a:lnTo>
                    <a:lnTo>
                      <a:pt x="182" y="490"/>
                    </a:lnTo>
                    <a:lnTo>
                      <a:pt x="184" y="494"/>
                    </a:lnTo>
                    <a:lnTo>
                      <a:pt x="184" y="496"/>
                    </a:lnTo>
                    <a:lnTo>
                      <a:pt x="182" y="498"/>
                    </a:lnTo>
                    <a:lnTo>
                      <a:pt x="174" y="500"/>
                    </a:lnTo>
                    <a:lnTo>
                      <a:pt x="160" y="502"/>
                    </a:lnTo>
                    <a:lnTo>
                      <a:pt x="160" y="502"/>
                    </a:lnTo>
                    <a:lnTo>
                      <a:pt x="142" y="502"/>
                    </a:lnTo>
                    <a:lnTo>
                      <a:pt x="124" y="506"/>
                    </a:lnTo>
                    <a:lnTo>
                      <a:pt x="110" y="512"/>
                    </a:lnTo>
                    <a:lnTo>
                      <a:pt x="98" y="518"/>
                    </a:lnTo>
                    <a:lnTo>
                      <a:pt x="90" y="526"/>
                    </a:lnTo>
                    <a:lnTo>
                      <a:pt x="88" y="534"/>
                    </a:lnTo>
                    <a:lnTo>
                      <a:pt x="88" y="538"/>
                    </a:lnTo>
                    <a:lnTo>
                      <a:pt x="88" y="542"/>
                    </a:lnTo>
                    <a:lnTo>
                      <a:pt x="92" y="546"/>
                    </a:lnTo>
                    <a:lnTo>
                      <a:pt x="96" y="550"/>
                    </a:lnTo>
                    <a:lnTo>
                      <a:pt x="96" y="550"/>
                    </a:lnTo>
                    <a:lnTo>
                      <a:pt x="100" y="552"/>
                    </a:lnTo>
                    <a:lnTo>
                      <a:pt x="104" y="552"/>
                    </a:lnTo>
                    <a:lnTo>
                      <a:pt x="114" y="552"/>
                    </a:lnTo>
                    <a:lnTo>
                      <a:pt x="124" y="552"/>
                    </a:lnTo>
                    <a:lnTo>
                      <a:pt x="130" y="554"/>
                    </a:lnTo>
                    <a:lnTo>
                      <a:pt x="138" y="558"/>
                    </a:lnTo>
                    <a:lnTo>
                      <a:pt x="138" y="558"/>
                    </a:lnTo>
                    <a:lnTo>
                      <a:pt x="146" y="562"/>
                    </a:lnTo>
                    <a:lnTo>
                      <a:pt x="154" y="566"/>
                    </a:lnTo>
                    <a:lnTo>
                      <a:pt x="162" y="566"/>
                    </a:lnTo>
                    <a:lnTo>
                      <a:pt x="170" y="564"/>
                    </a:lnTo>
                    <a:lnTo>
                      <a:pt x="186" y="560"/>
                    </a:lnTo>
                    <a:lnTo>
                      <a:pt x="200" y="552"/>
                    </a:lnTo>
                    <a:lnTo>
                      <a:pt x="200" y="552"/>
                    </a:lnTo>
                    <a:lnTo>
                      <a:pt x="206" y="552"/>
                    </a:lnTo>
                    <a:lnTo>
                      <a:pt x="212" y="552"/>
                    </a:lnTo>
                    <a:lnTo>
                      <a:pt x="226" y="556"/>
                    </a:lnTo>
                    <a:lnTo>
                      <a:pt x="244" y="562"/>
                    </a:lnTo>
                    <a:lnTo>
                      <a:pt x="256" y="566"/>
                    </a:lnTo>
                    <a:lnTo>
                      <a:pt x="272" y="566"/>
                    </a:lnTo>
                    <a:lnTo>
                      <a:pt x="272" y="566"/>
                    </a:lnTo>
                    <a:lnTo>
                      <a:pt x="286" y="566"/>
                    </a:lnTo>
                    <a:lnTo>
                      <a:pt x="294" y="564"/>
                    </a:lnTo>
                    <a:lnTo>
                      <a:pt x="298" y="560"/>
                    </a:lnTo>
                    <a:lnTo>
                      <a:pt x="302" y="556"/>
                    </a:lnTo>
                    <a:lnTo>
                      <a:pt x="306" y="554"/>
                    </a:lnTo>
                    <a:lnTo>
                      <a:pt x="312" y="552"/>
                    </a:lnTo>
                    <a:lnTo>
                      <a:pt x="322" y="552"/>
                    </a:lnTo>
                    <a:lnTo>
                      <a:pt x="336" y="558"/>
                    </a:lnTo>
                    <a:lnTo>
                      <a:pt x="336" y="558"/>
                    </a:lnTo>
                    <a:lnTo>
                      <a:pt x="346" y="560"/>
                    </a:lnTo>
                    <a:lnTo>
                      <a:pt x="356" y="560"/>
                    </a:lnTo>
                    <a:lnTo>
                      <a:pt x="376" y="560"/>
                    </a:lnTo>
                    <a:lnTo>
                      <a:pt x="394" y="556"/>
                    </a:lnTo>
                    <a:lnTo>
                      <a:pt x="412" y="552"/>
                    </a:lnTo>
                    <a:lnTo>
                      <a:pt x="426" y="548"/>
                    </a:lnTo>
                    <a:lnTo>
                      <a:pt x="436" y="548"/>
                    </a:lnTo>
                    <a:lnTo>
                      <a:pt x="438" y="548"/>
                    </a:lnTo>
                    <a:lnTo>
                      <a:pt x="440" y="550"/>
                    </a:lnTo>
                    <a:lnTo>
                      <a:pt x="442" y="554"/>
                    </a:lnTo>
                    <a:lnTo>
                      <a:pt x="440" y="560"/>
                    </a:lnTo>
                    <a:lnTo>
                      <a:pt x="440" y="560"/>
                    </a:lnTo>
                    <a:lnTo>
                      <a:pt x="438" y="564"/>
                    </a:lnTo>
                    <a:lnTo>
                      <a:pt x="438" y="570"/>
                    </a:lnTo>
                    <a:lnTo>
                      <a:pt x="440" y="572"/>
                    </a:lnTo>
                    <a:lnTo>
                      <a:pt x="442" y="576"/>
                    </a:lnTo>
                    <a:lnTo>
                      <a:pt x="450" y="578"/>
                    </a:lnTo>
                    <a:lnTo>
                      <a:pt x="462" y="578"/>
                    </a:lnTo>
                    <a:lnTo>
                      <a:pt x="474" y="574"/>
                    </a:lnTo>
                    <a:lnTo>
                      <a:pt x="486" y="570"/>
                    </a:lnTo>
                    <a:lnTo>
                      <a:pt x="510" y="558"/>
                    </a:lnTo>
                    <a:lnTo>
                      <a:pt x="510" y="558"/>
                    </a:lnTo>
                    <a:lnTo>
                      <a:pt x="518" y="552"/>
                    </a:lnTo>
                    <a:lnTo>
                      <a:pt x="528" y="552"/>
                    </a:lnTo>
                    <a:lnTo>
                      <a:pt x="544" y="550"/>
                    </a:lnTo>
                    <a:lnTo>
                      <a:pt x="550" y="550"/>
                    </a:lnTo>
                    <a:lnTo>
                      <a:pt x="556" y="546"/>
                    </a:lnTo>
                    <a:lnTo>
                      <a:pt x="560" y="538"/>
                    </a:lnTo>
                    <a:lnTo>
                      <a:pt x="562" y="526"/>
                    </a:lnTo>
                    <a:lnTo>
                      <a:pt x="562" y="526"/>
                    </a:lnTo>
                    <a:lnTo>
                      <a:pt x="562" y="520"/>
                    </a:lnTo>
                    <a:lnTo>
                      <a:pt x="560" y="518"/>
                    </a:lnTo>
                    <a:lnTo>
                      <a:pt x="558" y="514"/>
                    </a:lnTo>
                    <a:lnTo>
                      <a:pt x="556" y="514"/>
                    </a:lnTo>
                    <a:lnTo>
                      <a:pt x="546" y="512"/>
                    </a:lnTo>
                    <a:lnTo>
                      <a:pt x="536" y="512"/>
                    </a:lnTo>
                    <a:lnTo>
                      <a:pt x="526" y="514"/>
                    </a:lnTo>
                    <a:lnTo>
                      <a:pt x="518" y="514"/>
                    </a:lnTo>
                    <a:lnTo>
                      <a:pt x="512" y="512"/>
                    </a:lnTo>
                    <a:lnTo>
                      <a:pt x="510" y="510"/>
                    </a:lnTo>
                    <a:lnTo>
                      <a:pt x="508" y="506"/>
                    </a:lnTo>
                    <a:lnTo>
                      <a:pt x="508" y="506"/>
                    </a:lnTo>
                    <a:lnTo>
                      <a:pt x="510" y="500"/>
                    </a:lnTo>
                    <a:lnTo>
                      <a:pt x="512" y="494"/>
                    </a:lnTo>
                    <a:lnTo>
                      <a:pt x="514" y="490"/>
                    </a:lnTo>
                    <a:lnTo>
                      <a:pt x="520" y="488"/>
                    </a:lnTo>
                    <a:lnTo>
                      <a:pt x="532" y="482"/>
                    </a:lnTo>
                    <a:lnTo>
                      <a:pt x="550" y="472"/>
                    </a:lnTo>
                    <a:lnTo>
                      <a:pt x="550" y="472"/>
                    </a:lnTo>
                    <a:lnTo>
                      <a:pt x="554" y="468"/>
                    </a:lnTo>
                    <a:lnTo>
                      <a:pt x="556" y="464"/>
                    </a:lnTo>
                    <a:lnTo>
                      <a:pt x="556" y="460"/>
                    </a:lnTo>
                    <a:lnTo>
                      <a:pt x="556" y="456"/>
                    </a:lnTo>
                    <a:lnTo>
                      <a:pt x="552" y="448"/>
                    </a:lnTo>
                    <a:lnTo>
                      <a:pt x="548" y="442"/>
                    </a:lnTo>
                    <a:lnTo>
                      <a:pt x="546" y="436"/>
                    </a:lnTo>
                    <a:lnTo>
                      <a:pt x="548" y="434"/>
                    </a:lnTo>
                    <a:lnTo>
                      <a:pt x="550" y="432"/>
                    </a:lnTo>
                    <a:lnTo>
                      <a:pt x="560" y="430"/>
                    </a:lnTo>
                    <a:lnTo>
                      <a:pt x="582" y="434"/>
                    </a:lnTo>
                    <a:lnTo>
                      <a:pt x="582" y="434"/>
                    </a:lnTo>
                    <a:lnTo>
                      <a:pt x="602" y="436"/>
                    </a:lnTo>
                    <a:lnTo>
                      <a:pt x="620" y="434"/>
                    </a:lnTo>
                    <a:lnTo>
                      <a:pt x="636" y="430"/>
                    </a:lnTo>
                    <a:lnTo>
                      <a:pt x="650" y="424"/>
                    </a:lnTo>
                    <a:lnTo>
                      <a:pt x="660" y="418"/>
                    </a:lnTo>
                    <a:lnTo>
                      <a:pt x="666" y="410"/>
                    </a:lnTo>
                    <a:lnTo>
                      <a:pt x="668" y="402"/>
                    </a:lnTo>
                    <a:lnTo>
                      <a:pt x="668" y="400"/>
                    </a:lnTo>
                    <a:lnTo>
                      <a:pt x="666" y="396"/>
                    </a:lnTo>
                    <a:lnTo>
                      <a:pt x="666" y="396"/>
                    </a:lnTo>
                    <a:lnTo>
                      <a:pt x="664" y="394"/>
                    </a:lnTo>
                    <a:lnTo>
                      <a:pt x="664" y="392"/>
                    </a:lnTo>
                    <a:lnTo>
                      <a:pt x="666" y="388"/>
                    </a:lnTo>
                    <a:lnTo>
                      <a:pt x="680" y="382"/>
                    </a:lnTo>
                    <a:lnTo>
                      <a:pt x="684" y="378"/>
                    </a:lnTo>
                    <a:lnTo>
                      <a:pt x="684" y="376"/>
                    </a:lnTo>
                    <a:lnTo>
                      <a:pt x="684" y="372"/>
                    </a:lnTo>
                    <a:lnTo>
                      <a:pt x="678" y="366"/>
                    </a:lnTo>
                    <a:lnTo>
                      <a:pt x="662" y="356"/>
                    </a:lnTo>
                    <a:lnTo>
                      <a:pt x="662" y="356"/>
                    </a:lnTo>
                    <a:lnTo>
                      <a:pt x="648" y="350"/>
                    </a:lnTo>
                    <a:lnTo>
                      <a:pt x="644" y="348"/>
                    </a:lnTo>
                    <a:lnTo>
                      <a:pt x="644" y="346"/>
                    </a:lnTo>
                    <a:lnTo>
                      <a:pt x="650" y="346"/>
                    </a:lnTo>
                    <a:lnTo>
                      <a:pt x="662" y="348"/>
                    </a:lnTo>
                    <a:lnTo>
                      <a:pt x="674" y="348"/>
                    </a:lnTo>
                    <a:lnTo>
                      <a:pt x="686" y="348"/>
                    </a:lnTo>
                    <a:lnTo>
                      <a:pt x="690" y="348"/>
                    </a:lnTo>
                    <a:lnTo>
                      <a:pt x="694" y="346"/>
                    </a:lnTo>
                    <a:lnTo>
                      <a:pt x="696" y="344"/>
                    </a:lnTo>
                    <a:lnTo>
                      <a:pt x="694" y="340"/>
                    </a:lnTo>
                    <a:lnTo>
                      <a:pt x="694" y="340"/>
                    </a:lnTo>
                    <a:lnTo>
                      <a:pt x="690" y="332"/>
                    </a:lnTo>
                    <a:lnTo>
                      <a:pt x="684" y="328"/>
                    </a:lnTo>
                    <a:lnTo>
                      <a:pt x="680" y="324"/>
                    </a:lnTo>
                    <a:lnTo>
                      <a:pt x="674" y="324"/>
                    </a:lnTo>
                    <a:lnTo>
                      <a:pt x="658" y="326"/>
                    </a:lnTo>
                    <a:lnTo>
                      <a:pt x="638" y="328"/>
                    </a:lnTo>
                    <a:lnTo>
                      <a:pt x="638" y="328"/>
                    </a:lnTo>
                    <a:lnTo>
                      <a:pt x="614" y="328"/>
                    </a:lnTo>
                    <a:lnTo>
                      <a:pt x="592" y="328"/>
                    </a:lnTo>
                    <a:lnTo>
                      <a:pt x="584" y="328"/>
                    </a:lnTo>
                    <a:lnTo>
                      <a:pt x="578" y="326"/>
                    </a:lnTo>
                    <a:lnTo>
                      <a:pt x="576" y="324"/>
                    </a:lnTo>
                    <a:lnTo>
                      <a:pt x="580" y="320"/>
                    </a:lnTo>
                    <a:lnTo>
                      <a:pt x="580" y="320"/>
                    </a:lnTo>
                    <a:lnTo>
                      <a:pt x="588" y="318"/>
                    </a:lnTo>
                    <a:lnTo>
                      <a:pt x="602" y="314"/>
                    </a:lnTo>
                    <a:lnTo>
                      <a:pt x="644" y="312"/>
                    </a:lnTo>
                    <a:lnTo>
                      <a:pt x="692" y="310"/>
                    </a:lnTo>
                    <a:lnTo>
                      <a:pt x="730" y="306"/>
                    </a:lnTo>
                    <a:lnTo>
                      <a:pt x="730" y="306"/>
                    </a:lnTo>
                    <a:lnTo>
                      <a:pt x="742" y="304"/>
                    </a:lnTo>
                    <a:lnTo>
                      <a:pt x="750" y="300"/>
                    </a:lnTo>
                    <a:lnTo>
                      <a:pt x="752" y="296"/>
                    </a:lnTo>
                    <a:lnTo>
                      <a:pt x="752" y="290"/>
                    </a:lnTo>
                    <a:lnTo>
                      <a:pt x="752" y="284"/>
                    </a:lnTo>
                    <a:lnTo>
                      <a:pt x="754" y="284"/>
                    </a:lnTo>
                    <a:lnTo>
                      <a:pt x="762" y="286"/>
                    </a:lnTo>
                    <a:lnTo>
                      <a:pt x="762" y="286"/>
                    </a:lnTo>
                    <a:lnTo>
                      <a:pt x="770" y="290"/>
                    </a:lnTo>
                    <a:lnTo>
                      <a:pt x="780" y="292"/>
                    </a:lnTo>
                    <a:lnTo>
                      <a:pt x="790" y="294"/>
                    </a:lnTo>
                    <a:lnTo>
                      <a:pt x="800" y="292"/>
                    </a:lnTo>
                    <a:lnTo>
                      <a:pt x="812" y="290"/>
                    </a:lnTo>
                    <a:lnTo>
                      <a:pt x="822" y="286"/>
                    </a:lnTo>
                    <a:lnTo>
                      <a:pt x="832" y="278"/>
                    </a:lnTo>
                    <a:lnTo>
                      <a:pt x="842" y="270"/>
                    </a:lnTo>
                    <a:lnTo>
                      <a:pt x="842" y="270"/>
                    </a:lnTo>
                    <a:lnTo>
                      <a:pt x="852" y="260"/>
                    </a:lnTo>
                    <a:lnTo>
                      <a:pt x="866" y="248"/>
                    </a:lnTo>
                    <a:lnTo>
                      <a:pt x="882" y="238"/>
                    </a:lnTo>
                    <a:lnTo>
                      <a:pt x="902" y="228"/>
                    </a:lnTo>
                    <a:lnTo>
                      <a:pt x="954" y="204"/>
                    </a:lnTo>
                    <a:lnTo>
                      <a:pt x="1020" y="178"/>
                    </a:lnTo>
                    <a:lnTo>
                      <a:pt x="1020" y="178"/>
                    </a:lnTo>
                    <a:lnTo>
                      <a:pt x="1076" y="154"/>
                    </a:lnTo>
                    <a:lnTo>
                      <a:pt x="1092" y="146"/>
                    </a:lnTo>
                    <a:lnTo>
                      <a:pt x="1098" y="142"/>
                    </a:lnTo>
                    <a:lnTo>
                      <a:pt x="1098" y="140"/>
                    </a:lnTo>
                    <a:lnTo>
                      <a:pt x="1094" y="140"/>
                    </a:lnTo>
                    <a:lnTo>
                      <a:pt x="1084" y="140"/>
                    </a:lnTo>
                    <a:lnTo>
                      <a:pt x="1038" y="142"/>
                    </a:lnTo>
                    <a:lnTo>
                      <a:pt x="1038" y="142"/>
                    </a:lnTo>
                    <a:lnTo>
                      <a:pt x="1014" y="144"/>
                    </a:lnTo>
                    <a:lnTo>
                      <a:pt x="1002" y="144"/>
                    </a:lnTo>
                    <a:lnTo>
                      <a:pt x="1000" y="142"/>
                    </a:lnTo>
                    <a:lnTo>
                      <a:pt x="1000" y="142"/>
                    </a:lnTo>
                    <a:lnTo>
                      <a:pt x="1006" y="138"/>
                    </a:lnTo>
                    <a:lnTo>
                      <a:pt x="1034" y="130"/>
                    </a:lnTo>
                    <a:lnTo>
                      <a:pt x="1072" y="122"/>
                    </a:lnTo>
                    <a:lnTo>
                      <a:pt x="1072" y="122"/>
                    </a:lnTo>
                    <a:lnTo>
                      <a:pt x="1118" y="112"/>
                    </a:lnTo>
                    <a:lnTo>
                      <a:pt x="1172" y="100"/>
                    </a:lnTo>
                    <a:lnTo>
                      <a:pt x="1198" y="92"/>
                    </a:lnTo>
                    <a:lnTo>
                      <a:pt x="1218" y="84"/>
                    </a:lnTo>
                    <a:lnTo>
                      <a:pt x="1232" y="76"/>
                    </a:lnTo>
                    <a:lnTo>
                      <a:pt x="1236" y="72"/>
                    </a:lnTo>
                    <a:lnTo>
                      <a:pt x="1236" y="68"/>
                    </a:lnTo>
                    <a:lnTo>
                      <a:pt x="1236" y="68"/>
                    </a:lnTo>
                    <a:lnTo>
                      <a:pt x="1236" y="64"/>
                    </a:lnTo>
                    <a:lnTo>
                      <a:pt x="1234" y="62"/>
                    </a:lnTo>
                    <a:lnTo>
                      <a:pt x="1224" y="58"/>
                    </a:lnTo>
                    <a:lnTo>
                      <a:pt x="1210" y="58"/>
                    </a:lnTo>
                    <a:lnTo>
                      <a:pt x="1196" y="56"/>
                    </a:lnTo>
                    <a:lnTo>
                      <a:pt x="1182" y="56"/>
                    </a:lnTo>
                    <a:lnTo>
                      <a:pt x="1168" y="54"/>
                    </a:lnTo>
                    <a:lnTo>
                      <a:pt x="1160" y="50"/>
                    </a:lnTo>
                    <a:lnTo>
                      <a:pt x="1158" y="48"/>
                    </a:lnTo>
                    <a:lnTo>
                      <a:pt x="1156" y="44"/>
                    </a:lnTo>
                    <a:lnTo>
                      <a:pt x="1156" y="44"/>
                    </a:lnTo>
                    <a:lnTo>
                      <a:pt x="1156" y="40"/>
                    </a:lnTo>
                    <a:lnTo>
                      <a:pt x="1154" y="36"/>
                    </a:lnTo>
                    <a:lnTo>
                      <a:pt x="1146" y="30"/>
                    </a:lnTo>
                    <a:lnTo>
                      <a:pt x="1136" y="26"/>
                    </a:lnTo>
                    <a:lnTo>
                      <a:pt x="1122" y="24"/>
                    </a:lnTo>
                    <a:lnTo>
                      <a:pt x="1094" y="20"/>
                    </a:lnTo>
                    <a:lnTo>
                      <a:pt x="1078" y="20"/>
                    </a:lnTo>
                    <a:lnTo>
                      <a:pt x="1078" y="20"/>
                    </a:lnTo>
                    <a:lnTo>
                      <a:pt x="1062" y="22"/>
                    </a:lnTo>
                    <a:lnTo>
                      <a:pt x="1050" y="22"/>
                    </a:lnTo>
                    <a:lnTo>
                      <a:pt x="1038" y="22"/>
                    </a:lnTo>
                    <a:lnTo>
                      <a:pt x="1018" y="30"/>
                    </a:lnTo>
                    <a:lnTo>
                      <a:pt x="1018" y="30"/>
                    </a:lnTo>
                    <a:lnTo>
                      <a:pt x="1004" y="34"/>
                    </a:lnTo>
                    <a:lnTo>
                      <a:pt x="990" y="38"/>
                    </a:lnTo>
                    <a:lnTo>
                      <a:pt x="962" y="40"/>
                    </a:lnTo>
                    <a:lnTo>
                      <a:pt x="948" y="40"/>
                    </a:lnTo>
                    <a:lnTo>
                      <a:pt x="948" y="40"/>
                    </a:lnTo>
                    <a:lnTo>
                      <a:pt x="948" y="38"/>
                    </a:lnTo>
                    <a:lnTo>
                      <a:pt x="958" y="36"/>
                    </a:lnTo>
                    <a:lnTo>
                      <a:pt x="958" y="36"/>
                    </a:lnTo>
                    <a:lnTo>
                      <a:pt x="986" y="30"/>
                    </a:lnTo>
                    <a:lnTo>
                      <a:pt x="1004" y="24"/>
                    </a:lnTo>
                    <a:lnTo>
                      <a:pt x="1008" y="22"/>
                    </a:lnTo>
                    <a:lnTo>
                      <a:pt x="1008" y="20"/>
                    </a:lnTo>
                    <a:lnTo>
                      <a:pt x="1006" y="20"/>
                    </a:lnTo>
                    <a:lnTo>
                      <a:pt x="998" y="18"/>
                    </a:lnTo>
                    <a:lnTo>
                      <a:pt x="980" y="16"/>
                    </a:lnTo>
                    <a:lnTo>
                      <a:pt x="980" y="16"/>
                    </a:lnTo>
                    <a:lnTo>
                      <a:pt x="958" y="16"/>
                    </a:lnTo>
                    <a:lnTo>
                      <a:pt x="942" y="14"/>
                    </a:lnTo>
                    <a:lnTo>
                      <a:pt x="912" y="6"/>
                    </a:lnTo>
                    <a:lnTo>
                      <a:pt x="900" y="2"/>
                    </a:lnTo>
                    <a:lnTo>
                      <a:pt x="888" y="0"/>
                    </a:lnTo>
                    <a:lnTo>
                      <a:pt x="874" y="0"/>
                    </a:lnTo>
                    <a:lnTo>
                      <a:pt x="858" y="2"/>
                    </a:lnTo>
                    <a:lnTo>
                      <a:pt x="858" y="2"/>
                    </a:lnTo>
                    <a:lnTo>
                      <a:pt x="830" y="4"/>
                    </a:lnTo>
                    <a:lnTo>
                      <a:pt x="808" y="4"/>
                    </a:lnTo>
                    <a:lnTo>
                      <a:pt x="788" y="4"/>
                    </a:lnTo>
                    <a:lnTo>
                      <a:pt x="776" y="6"/>
                    </a:lnTo>
                    <a:lnTo>
                      <a:pt x="762" y="10"/>
                    </a:lnTo>
                    <a:lnTo>
                      <a:pt x="762" y="10"/>
                    </a:lnTo>
                    <a:lnTo>
                      <a:pt x="746" y="14"/>
                    </a:lnTo>
                    <a:lnTo>
                      <a:pt x="728" y="14"/>
                    </a:lnTo>
                    <a:lnTo>
                      <a:pt x="690" y="10"/>
                    </a:lnTo>
                    <a:lnTo>
                      <a:pt x="666" y="10"/>
                    </a:lnTo>
                    <a:lnTo>
                      <a:pt x="640" y="10"/>
                    </a:lnTo>
                    <a:lnTo>
                      <a:pt x="608" y="12"/>
                    </a:lnTo>
                    <a:lnTo>
                      <a:pt x="574" y="20"/>
                    </a:lnTo>
                    <a:lnTo>
                      <a:pt x="574" y="20"/>
                    </a:lnTo>
                    <a:lnTo>
                      <a:pt x="556" y="22"/>
                    </a:lnTo>
                    <a:lnTo>
                      <a:pt x="540" y="22"/>
                    </a:lnTo>
                    <a:lnTo>
                      <a:pt x="526" y="20"/>
                    </a:lnTo>
                    <a:lnTo>
                      <a:pt x="514" y="16"/>
                    </a:lnTo>
                    <a:lnTo>
                      <a:pt x="500" y="14"/>
                    </a:lnTo>
                    <a:lnTo>
                      <a:pt x="490" y="12"/>
                    </a:lnTo>
                    <a:lnTo>
                      <a:pt x="478" y="14"/>
                    </a:lnTo>
                    <a:lnTo>
                      <a:pt x="466" y="18"/>
                    </a:lnTo>
                    <a:lnTo>
                      <a:pt x="466" y="18"/>
                    </a:lnTo>
                    <a:lnTo>
                      <a:pt x="454" y="22"/>
                    </a:lnTo>
                    <a:lnTo>
                      <a:pt x="442" y="24"/>
                    </a:lnTo>
                    <a:lnTo>
                      <a:pt x="432" y="24"/>
                    </a:lnTo>
                    <a:lnTo>
                      <a:pt x="422" y="24"/>
                    </a:lnTo>
                    <a:lnTo>
                      <a:pt x="416" y="22"/>
                    </a:lnTo>
                    <a:lnTo>
                      <a:pt x="412" y="24"/>
                    </a:lnTo>
                    <a:lnTo>
                      <a:pt x="416" y="28"/>
                    </a:lnTo>
                    <a:lnTo>
                      <a:pt x="424" y="36"/>
                    </a:lnTo>
                    <a:lnTo>
                      <a:pt x="424" y="36"/>
                    </a:lnTo>
                    <a:lnTo>
                      <a:pt x="430" y="44"/>
                    </a:lnTo>
                    <a:lnTo>
                      <a:pt x="430" y="46"/>
                    </a:lnTo>
                    <a:lnTo>
                      <a:pt x="430" y="48"/>
                    </a:lnTo>
                    <a:lnTo>
                      <a:pt x="424" y="48"/>
                    </a:lnTo>
                    <a:lnTo>
                      <a:pt x="414" y="46"/>
                    </a:lnTo>
                    <a:lnTo>
                      <a:pt x="404" y="44"/>
                    </a:lnTo>
                    <a:lnTo>
                      <a:pt x="392" y="42"/>
                    </a:lnTo>
                    <a:lnTo>
                      <a:pt x="384" y="44"/>
                    </a:lnTo>
                    <a:lnTo>
                      <a:pt x="380" y="46"/>
                    </a:lnTo>
                    <a:lnTo>
                      <a:pt x="378" y="50"/>
                    </a:lnTo>
                    <a:lnTo>
                      <a:pt x="378" y="50"/>
                    </a:lnTo>
                    <a:lnTo>
                      <a:pt x="376" y="58"/>
                    </a:lnTo>
                    <a:lnTo>
                      <a:pt x="372" y="62"/>
                    </a:lnTo>
                    <a:lnTo>
                      <a:pt x="366" y="66"/>
                    </a:lnTo>
                    <a:lnTo>
                      <a:pt x="360" y="68"/>
                    </a:lnTo>
                    <a:lnTo>
                      <a:pt x="352" y="70"/>
                    </a:lnTo>
                    <a:lnTo>
                      <a:pt x="340" y="70"/>
                    </a:lnTo>
                    <a:lnTo>
                      <a:pt x="312" y="68"/>
                    </a:lnTo>
                    <a:lnTo>
                      <a:pt x="312" y="68"/>
                    </a:lnTo>
                    <a:lnTo>
                      <a:pt x="300" y="66"/>
                    </a:lnTo>
                    <a:lnTo>
                      <a:pt x="292" y="64"/>
                    </a:lnTo>
                    <a:lnTo>
                      <a:pt x="290" y="60"/>
                    </a:lnTo>
                    <a:lnTo>
                      <a:pt x="290" y="58"/>
                    </a:lnTo>
                    <a:lnTo>
                      <a:pt x="290" y="56"/>
                    </a:lnTo>
                    <a:lnTo>
                      <a:pt x="288" y="54"/>
                    </a:lnTo>
                    <a:lnTo>
                      <a:pt x="280" y="52"/>
                    </a:lnTo>
                    <a:lnTo>
                      <a:pt x="264" y="52"/>
                    </a:lnTo>
                    <a:lnTo>
                      <a:pt x="264" y="52"/>
                    </a:lnTo>
                    <a:lnTo>
                      <a:pt x="250" y="52"/>
                    </a:lnTo>
                    <a:lnTo>
                      <a:pt x="244" y="52"/>
                    </a:lnTo>
                    <a:lnTo>
                      <a:pt x="244" y="56"/>
                    </a:lnTo>
                    <a:lnTo>
                      <a:pt x="246" y="60"/>
                    </a:lnTo>
                    <a:lnTo>
                      <a:pt x="248" y="64"/>
                    </a:lnTo>
                    <a:lnTo>
                      <a:pt x="248" y="66"/>
                    </a:lnTo>
                    <a:lnTo>
                      <a:pt x="248" y="68"/>
                    </a:lnTo>
                    <a:lnTo>
                      <a:pt x="240" y="72"/>
                    </a:lnTo>
                    <a:lnTo>
                      <a:pt x="224" y="76"/>
                    </a:lnTo>
                    <a:lnTo>
                      <a:pt x="224" y="76"/>
                    </a:lnTo>
                    <a:lnTo>
                      <a:pt x="208" y="78"/>
                    </a:lnTo>
                    <a:lnTo>
                      <a:pt x="206" y="78"/>
                    </a:lnTo>
                    <a:lnTo>
                      <a:pt x="206" y="80"/>
                    </a:lnTo>
                    <a:lnTo>
                      <a:pt x="212" y="82"/>
                    </a:lnTo>
                    <a:lnTo>
                      <a:pt x="224" y="86"/>
                    </a:lnTo>
                    <a:lnTo>
                      <a:pt x="248" y="92"/>
                    </a:lnTo>
                    <a:lnTo>
                      <a:pt x="254" y="94"/>
                    </a:lnTo>
                    <a:lnTo>
                      <a:pt x="252" y="96"/>
                    </a:lnTo>
                    <a:lnTo>
                      <a:pt x="248" y="98"/>
                    </a:lnTo>
                    <a:lnTo>
                      <a:pt x="248" y="98"/>
                    </a:lnTo>
                    <a:lnTo>
                      <a:pt x="238" y="98"/>
                    </a:lnTo>
                    <a:lnTo>
                      <a:pt x="228" y="98"/>
                    </a:lnTo>
                    <a:lnTo>
                      <a:pt x="206" y="92"/>
                    </a:lnTo>
                    <a:lnTo>
                      <a:pt x="194" y="90"/>
                    </a:lnTo>
                    <a:lnTo>
                      <a:pt x="180" y="88"/>
                    </a:lnTo>
                    <a:lnTo>
                      <a:pt x="166" y="86"/>
                    </a:lnTo>
                    <a:lnTo>
                      <a:pt x="146" y="88"/>
                    </a:lnTo>
                    <a:lnTo>
                      <a:pt x="146" y="88"/>
                    </a:lnTo>
                    <a:lnTo>
                      <a:pt x="130" y="92"/>
                    </a:lnTo>
                    <a:lnTo>
                      <a:pt x="120" y="94"/>
                    </a:lnTo>
                    <a:lnTo>
                      <a:pt x="112" y="98"/>
                    </a:lnTo>
                    <a:lnTo>
                      <a:pt x="108" y="102"/>
                    </a:lnTo>
                    <a:lnTo>
                      <a:pt x="104" y="106"/>
                    </a:lnTo>
                    <a:lnTo>
                      <a:pt x="100" y="106"/>
                    </a:lnTo>
                    <a:lnTo>
                      <a:pt x="92" y="108"/>
                    </a:lnTo>
                    <a:lnTo>
                      <a:pt x="80" y="106"/>
                    </a:lnTo>
                    <a:lnTo>
                      <a:pt x="80" y="106"/>
                    </a:lnTo>
                    <a:lnTo>
                      <a:pt x="66" y="104"/>
                    </a:lnTo>
                    <a:lnTo>
                      <a:pt x="50" y="104"/>
                    </a:lnTo>
                    <a:lnTo>
                      <a:pt x="36" y="108"/>
                    </a:lnTo>
                    <a:lnTo>
                      <a:pt x="22" y="112"/>
                    </a:lnTo>
                    <a:lnTo>
                      <a:pt x="12" y="118"/>
                    </a:lnTo>
                    <a:lnTo>
                      <a:pt x="4" y="124"/>
                    </a:lnTo>
                    <a:lnTo>
                      <a:pt x="0" y="130"/>
                    </a:lnTo>
                    <a:lnTo>
                      <a:pt x="2" y="134"/>
                    </a:lnTo>
                    <a:lnTo>
                      <a:pt x="4" y="138"/>
                    </a:lnTo>
                    <a:lnTo>
                      <a:pt x="4" y="138"/>
                    </a:lnTo>
                    <a:lnTo>
                      <a:pt x="8" y="142"/>
                    </a:lnTo>
                    <a:lnTo>
                      <a:pt x="12" y="144"/>
                    </a:lnTo>
                    <a:lnTo>
                      <a:pt x="16" y="144"/>
                    </a:lnTo>
                    <a:lnTo>
                      <a:pt x="22" y="144"/>
                    </a:lnTo>
                    <a:lnTo>
                      <a:pt x="32" y="144"/>
                    </a:lnTo>
                    <a:lnTo>
                      <a:pt x="36" y="144"/>
                    </a:lnTo>
                    <a:lnTo>
                      <a:pt x="44" y="148"/>
                    </a:lnTo>
                    <a:lnTo>
                      <a:pt x="44" y="148"/>
                    </a:lnTo>
                    <a:close/>
                  </a:path>
                </a:pathLst>
              </a:custGeom>
              <a:grpFill/>
              <a:ln w="6350">
                <a:noFill/>
                <a:round/>
                <a:headEnd/>
                <a:tailEnd/>
              </a:ln>
            </p:spPr>
            <p:txBody>
              <a:bodyPr/>
              <a:lstStyle/>
              <a:p>
                <a:endParaRPr lang="en-US" b="1" dirty="0"/>
              </a:p>
            </p:txBody>
          </p:sp>
          <p:sp>
            <p:nvSpPr>
              <p:cNvPr id="50" name="Freeform 6107">
                <a:extLst>
                  <a:ext uri="{FF2B5EF4-FFF2-40B4-BE49-F238E27FC236}">
                    <a16:creationId xmlns:a16="http://schemas.microsoft.com/office/drawing/2014/main" id="{9C1D5E21-D5BA-44EA-AEFA-9B8B8D88799E}"/>
                  </a:ext>
                </a:extLst>
              </p:cNvPr>
              <p:cNvSpPr>
                <a:spLocks/>
              </p:cNvSpPr>
              <p:nvPr/>
            </p:nvSpPr>
            <p:spPr bwMode="auto">
              <a:xfrm>
                <a:off x="2335530" y="1211263"/>
                <a:ext cx="121920" cy="48260"/>
              </a:xfrm>
              <a:custGeom>
                <a:avLst/>
                <a:gdLst/>
                <a:ahLst/>
                <a:cxnLst>
                  <a:cxn ang="0">
                    <a:pos x="2" y="16"/>
                  </a:cxn>
                  <a:cxn ang="0">
                    <a:pos x="2" y="16"/>
                  </a:cxn>
                  <a:cxn ang="0">
                    <a:pos x="0" y="24"/>
                  </a:cxn>
                  <a:cxn ang="0">
                    <a:pos x="2" y="30"/>
                  </a:cxn>
                  <a:cxn ang="0">
                    <a:pos x="6" y="34"/>
                  </a:cxn>
                  <a:cxn ang="0">
                    <a:pos x="18" y="38"/>
                  </a:cxn>
                  <a:cxn ang="0">
                    <a:pos x="18" y="38"/>
                  </a:cxn>
                  <a:cxn ang="0">
                    <a:pos x="22" y="42"/>
                  </a:cxn>
                  <a:cxn ang="0">
                    <a:pos x="26" y="46"/>
                  </a:cxn>
                  <a:cxn ang="0">
                    <a:pos x="26" y="52"/>
                  </a:cxn>
                  <a:cxn ang="0">
                    <a:pos x="28" y="56"/>
                  </a:cxn>
                  <a:cxn ang="0">
                    <a:pos x="30" y="62"/>
                  </a:cxn>
                  <a:cxn ang="0">
                    <a:pos x="36" y="66"/>
                  </a:cxn>
                  <a:cxn ang="0">
                    <a:pos x="46" y="72"/>
                  </a:cxn>
                  <a:cxn ang="0">
                    <a:pos x="46" y="72"/>
                  </a:cxn>
                  <a:cxn ang="0">
                    <a:pos x="56" y="76"/>
                  </a:cxn>
                  <a:cxn ang="0">
                    <a:pos x="66" y="76"/>
                  </a:cxn>
                  <a:cxn ang="0">
                    <a:pos x="72" y="76"/>
                  </a:cxn>
                  <a:cxn ang="0">
                    <a:pos x="80" y="74"/>
                  </a:cxn>
                  <a:cxn ang="0">
                    <a:pos x="94" y="68"/>
                  </a:cxn>
                  <a:cxn ang="0">
                    <a:pos x="104" y="66"/>
                  </a:cxn>
                  <a:cxn ang="0">
                    <a:pos x="118" y="68"/>
                  </a:cxn>
                  <a:cxn ang="0">
                    <a:pos x="118" y="68"/>
                  </a:cxn>
                  <a:cxn ang="0">
                    <a:pos x="148" y="70"/>
                  </a:cxn>
                  <a:cxn ang="0">
                    <a:pos x="176" y="72"/>
                  </a:cxn>
                  <a:cxn ang="0">
                    <a:pos x="184" y="70"/>
                  </a:cxn>
                  <a:cxn ang="0">
                    <a:pos x="192" y="68"/>
                  </a:cxn>
                  <a:cxn ang="0">
                    <a:pos x="192" y="66"/>
                  </a:cxn>
                  <a:cxn ang="0">
                    <a:pos x="192" y="62"/>
                  </a:cxn>
                  <a:cxn ang="0">
                    <a:pos x="188" y="58"/>
                  </a:cxn>
                  <a:cxn ang="0">
                    <a:pos x="188" y="58"/>
                  </a:cxn>
                  <a:cxn ang="0">
                    <a:pos x="174" y="42"/>
                  </a:cxn>
                  <a:cxn ang="0">
                    <a:pos x="166" y="34"/>
                  </a:cxn>
                  <a:cxn ang="0">
                    <a:pos x="156" y="26"/>
                  </a:cxn>
                  <a:cxn ang="0">
                    <a:pos x="144" y="18"/>
                  </a:cxn>
                  <a:cxn ang="0">
                    <a:pos x="130" y="12"/>
                  </a:cxn>
                  <a:cxn ang="0">
                    <a:pos x="114" y="10"/>
                  </a:cxn>
                  <a:cxn ang="0">
                    <a:pos x="96" y="10"/>
                  </a:cxn>
                  <a:cxn ang="0">
                    <a:pos x="96" y="10"/>
                  </a:cxn>
                  <a:cxn ang="0">
                    <a:pos x="76" y="8"/>
                  </a:cxn>
                  <a:cxn ang="0">
                    <a:pos x="58" y="6"/>
                  </a:cxn>
                  <a:cxn ang="0">
                    <a:pos x="30" y="2"/>
                  </a:cxn>
                  <a:cxn ang="0">
                    <a:pos x="18" y="0"/>
                  </a:cxn>
                  <a:cxn ang="0">
                    <a:pos x="10" y="2"/>
                  </a:cxn>
                  <a:cxn ang="0">
                    <a:pos x="8" y="4"/>
                  </a:cxn>
                  <a:cxn ang="0">
                    <a:pos x="4" y="6"/>
                  </a:cxn>
                  <a:cxn ang="0">
                    <a:pos x="2" y="16"/>
                  </a:cxn>
                  <a:cxn ang="0">
                    <a:pos x="2" y="16"/>
                  </a:cxn>
                </a:cxnLst>
                <a:rect l="0" t="0" r="r" b="b"/>
                <a:pathLst>
                  <a:path w="192" h="76">
                    <a:moveTo>
                      <a:pt x="2" y="16"/>
                    </a:moveTo>
                    <a:lnTo>
                      <a:pt x="2" y="16"/>
                    </a:lnTo>
                    <a:lnTo>
                      <a:pt x="0" y="24"/>
                    </a:lnTo>
                    <a:lnTo>
                      <a:pt x="2" y="30"/>
                    </a:lnTo>
                    <a:lnTo>
                      <a:pt x="6" y="34"/>
                    </a:lnTo>
                    <a:lnTo>
                      <a:pt x="18" y="38"/>
                    </a:lnTo>
                    <a:lnTo>
                      <a:pt x="18" y="38"/>
                    </a:lnTo>
                    <a:lnTo>
                      <a:pt x="22" y="42"/>
                    </a:lnTo>
                    <a:lnTo>
                      <a:pt x="26" y="46"/>
                    </a:lnTo>
                    <a:lnTo>
                      <a:pt x="26" y="52"/>
                    </a:lnTo>
                    <a:lnTo>
                      <a:pt x="28" y="56"/>
                    </a:lnTo>
                    <a:lnTo>
                      <a:pt x="30" y="62"/>
                    </a:lnTo>
                    <a:lnTo>
                      <a:pt x="36" y="66"/>
                    </a:lnTo>
                    <a:lnTo>
                      <a:pt x="46" y="72"/>
                    </a:lnTo>
                    <a:lnTo>
                      <a:pt x="46" y="72"/>
                    </a:lnTo>
                    <a:lnTo>
                      <a:pt x="56" y="76"/>
                    </a:lnTo>
                    <a:lnTo>
                      <a:pt x="66" y="76"/>
                    </a:lnTo>
                    <a:lnTo>
                      <a:pt x="72" y="76"/>
                    </a:lnTo>
                    <a:lnTo>
                      <a:pt x="80" y="74"/>
                    </a:lnTo>
                    <a:lnTo>
                      <a:pt x="94" y="68"/>
                    </a:lnTo>
                    <a:lnTo>
                      <a:pt x="104" y="66"/>
                    </a:lnTo>
                    <a:lnTo>
                      <a:pt x="118" y="68"/>
                    </a:lnTo>
                    <a:lnTo>
                      <a:pt x="118" y="68"/>
                    </a:lnTo>
                    <a:lnTo>
                      <a:pt x="148" y="70"/>
                    </a:lnTo>
                    <a:lnTo>
                      <a:pt x="176" y="72"/>
                    </a:lnTo>
                    <a:lnTo>
                      <a:pt x="184" y="70"/>
                    </a:lnTo>
                    <a:lnTo>
                      <a:pt x="192" y="68"/>
                    </a:lnTo>
                    <a:lnTo>
                      <a:pt x="192" y="66"/>
                    </a:lnTo>
                    <a:lnTo>
                      <a:pt x="192" y="62"/>
                    </a:lnTo>
                    <a:lnTo>
                      <a:pt x="188" y="58"/>
                    </a:lnTo>
                    <a:lnTo>
                      <a:pt x="188" y="58"/>
                    </a:lnTo>
                    <a:lnTo>
                      <a:pt x="174" y="42"/>
                    </a:lnTo>
                    <a:lnTo>
                      <a:pt x="166" y="34"/>
                    </a:lnTo>
                    <a:lnTo>
                      <a:pt x="156" y="26"/>
                    </a:lnTo>
                    <a:lnTo>
                      <a:pt x="144" y="18"/>
                    </a:lnTo>
                    <a:lnTo>
                      <a:pt x="130" y="12"/>
                    </a:lnTo>
                    <a:lnTo>
                      <a:pt x="114" y="10"/>
                    </a:lnTo>
                    <a:lnTo>
                      <a:pt x="96" y="10"/>
                    </a:lnTo>
                    <a:lnTo>
                      <a:pt x="96" y="10"/>
                    </a:lnTo>
                    <a:lnTo>
                      <a:pt x="76" y="8"/>
                    </a:lnTo>
                    <a:lnTo>
                      <a:pt x="58" y="6"/>
                    </a:lnTo>
                    <a:lnTo>
                      <a:pt x="30" y="2"/>
                    </a:lnTo>
                    <a:lnTo>
                      <a:pt x="18" y="0"/>
                    </a:lnTo>
                    <a:lnTo>
                      <a:pt x="10" y="2"/>
                    </a:lnTo>
                    <a:lnTo>
                      <a:pt x="8" y="4"/>
                    </a:lnTo>
                    <a:lnTo>
                      <a:pt x="4" y="6"/>
                    </a:lnTo>
                    <a:lnTo>
                      <a:pt x="2" y="16"/>
                    </a:lnTo>
                    <a:lnTo>
                      <a:pt x="2" y="16"/>
                    </a:lnTo>
                    <a:close/>
                  </a:path>
                </a:pathLst>
              </a:custGeom>
              <a:grpFill/>
              <a:ln w="6350">
                <a:noFill/>
                <a:round/>
                <a:headEnd/>
                <a:tailEnd/>
              </a:ln>
            </p:spPr>
            <p:txBody>
              <a:bodyPr/>
              <a:lstStyle/>
              <a:p>
                <a:endParaRPr lang="en-US" b="1" dirty="0"/>
              </a:p>
            </p:txBody>
          </p:sp>
          <p:sp>
            <p:nvSpPr>
              <p:cNvPr id="51" name="Freeform 6108">
                <a:extLst>
                  <a:ext uri="{FF2B5EF4-FFF2-40B4-BE49-F238E27FC236}">
                    <a16:creationId xmlns:a16="http://schemas.microsoft.com/office/drawing/2014/main" id="{7D5876BB-1416-4CE5-8E4A-00FF40740154}"/>
                  </a:ext>
                </a:extLst>
              </p:cNvPr>
              <p:cNvSpPr>
                <a:spLocks/>
              </p:cNvSpPr>
              <p:nvPr/>
            </p:nvSpPr>
            <p:spPr bwMode="auto">
              <a:xfrm>
                <a:off x="1762760" y="1103313"/>
                <a:ext cx="29210" cy="11430"/>
              </a:xfrm>
              <a:custGeom>
                <a:avLst/>
                <a:gdLst/>
                <a:ahLst/>
                <a:cxnLst>
                  <a:cxn ang="0">
                    <a:pos x="2" y="18"/>
                  </a:cxn>
                  <a:cxn ang="0">
                    <a:pos x="2" y="18"/>
                  </a:cxn>
                  <a:cxn ang="0">
                    <a:pos x="8" y="18"/>
                  </a:cxn>
                  <a:cxn ang="0">
                    <a:pos x="14" y="18"/>
                  </a:cxn>
                  <a:cxn ang="0">
                    <a:pos x="30" y="12"/>
                  </a:cxn>
                  <a:cxn ang="0">
                    <a:pos x="42" y="4"/>
                  </a:cxn>
                  <a:cxn ang="0">
                    <a:pos x="46" y="2"/>
                  </a:cxn>
                  <a:cxn ang="0">
                    <a:pos x="44" y="0"/>
                  </a:cxn>
                  <a:cxn ang="0">
                    <a:pos x="44" y="0"/>
                  </a:cxn>
                  <a:cxn ang="0">
                    <a:pos x="32" y="2"/>
                  </a:cxn>
                  <a:cxn ang="0">
                    <a:pos x="16" y="6"/>
                  </a:cxn>
                  <a:cxn ang="0">
                    <a:pos x="2" y="14"/>
                  </a:cxn>
                  <a:cxn ang="0">
                    <a:pos x="0" y="16"/>
                  </a:cxn>
                  <a:cxn ang="0">
                    <a:pos x="2" y="18"/>
                  </a:cxn>
                  <a:cxn ang="0">
                    <a:pos x="2" y="18"/>
                  </a:cxn>
                </a:cxnLst>
                <a:rect l="0" t="0" r="r" b="b"/>
                <a:pathLst>
                  <a:path w="46" h="18">
                    <a:moveTo>
                      <a:pt x="2" y="18"/>
                    </a:moveTo>
                    <a:lnTo>
                      <a:pt x="2" y="18"/>
                    </a:lnTo>
                    <a:lnTo>
                      <a:pt x="8" y="18"/>
                    </a:lnTo>
                    <a:lnTo>
                      <a:pt x="14" y="18"/>
                    </a:lnTo>
                    <a:lnTo>
                      <a:pt x="30" y="12"/>
                    </a:lnTo>
                    <a:lnTo>
                      <a:pt x="42" y="4"/>
                    </a:lnTo>
                    <a:lnTo>
                      <a:pt x="46" y="2"/>
                    </a:lnTo>
                    <a:lnTo>
                      <a:pt x="44" y="0"/>
                    </a:lnTo>
                    <a:lnTo>
                      <a:pt x="44" y="0"/>
                    </a:lnTo>
                    <a:lnTo>
                      <a:pt x="32" y="2"/>
                    </a:lnTo>
                    <a:lnTo>
                      <a:pt x="16" y="6"/>
                    </a:lnTo>
                    <a:lnTo>
                      <a:pt x="2" y="14"/>
                    </a:lnTo>
                    <a:lnTo>
                      <a:pt x="0" y="16"/>
                    </a:lnTo>
                    <a:lnTo>
                      <a:pt x="2" y="18"/>
                    </a:lnTo>
                    <a:lnTo>
                      <a:pt x="2" y="18"/>
                    </a:lnTo>
                    <a:close/>
                  </a:path>
                </a:pathLst>
              </a:custGeom>
              <a:grpFill/>
              <a:ln w="6350">
                <a:noFill/>
                <a:round/>
                <a:headEnd/>
                <a:tailEnd/>
              </a:ln>
            </p:spPr>
            <p:txBody>
              <a:bodyPr/>
              <a:lstStyle/>
              <a:p>
                <a:endParaRPr lang="en-US" b="1" dirty="0"/>
              </a:p>
            </p:txBody>
          </p:sp>
          <p:sp>
            <p:nvSpPr>
              <p:cNvPr id="52" name="Freeform 6109">
                <a:extLst>
                  <a:ext uri="{FF2B5EF4-FFF2-40B4-BE49-F238E27FC236}">
                    <a16:creationId xmlns:a16="http://schemas.microsoft.com/office/drawing/2014/main" id="{365FEC51-7D41-4D35-A8FA-280714FA883A}"/>
                  </a:ext>
                </a:extLst>
              </p:cNvPr>
              <p:cNvSpPr>
                <a:spLocks/>
              </p:cNvSpPr>
              <p:nvPr/>
            </p:nvSpPr>
            <p:spPr bwMode="auto">
              <a:xfrm>
                <a:off x="1954530" y="1190943"/>
                <a:ext cx="138430" cy="102870"/>
              </a:xfrm>
              <a:custGeom>
                <a:avLst/>
                <a:gdLst/>
                <a:ahLst/>
                <a:cxnLst>
                  <a:cxn ang="0">
                    <a:pos x="166" y="92"/>
                  </a:cxn>
                  <a:cxn ang="0">
                    <a:pos x="186" y="66"/>
                  </a:cxn>
                  <a:cxn ang="0">
                    <a:pos x="216" y="36"/>
                  </a:cxn>
                  <a:cxn ang="0">
                    <a:pos x="218" y="28"/>
                  </a:cxn>
                  <a:cxn ang="0">
                    <a:pos x="216" y="22"/>
                  </a:cxn>
                  <a:cxn ang="0">
                    <a:pos x="204" y="16"/>
                  </a:cxn>
                  <a:cxn ang="0">
                    <a:pos x="190" y="12"/>
                  </a:cxn>
                  <a:cxn ang="0">
                    <a:pos x="172" y="12"/>
                  </a:cxn>
                  <a:cxn ang="0">
                    <a:pos x="156" y="16"/>
                  </a:cxn>
                  <a:cxn ang="0">
                    <a:pos x="140" y="12"/>
                  </a:cxn>
                  <a:cxn ang="0">
                    <a:pos x="122" y="4"/>
                  </a:cxn>
                  <a:cxn ang="0">
                    <a:pos x="106" y="0"/>
                  </a:cxn>
                  <a:cxn ang="0">
                    <a:pos x="84" y="0"/>
                  </a:cxn>
                  <a:cxn ang="0">
                    <a:pos x="48" y="6"/>
                  </a:cxn>
                  <a:cxn ang="0">
                    <a:pos x="20" y="16"/>
                  </a:cxn>
                  <a:cxn ang="0">
                    <a:pos x="16" y="24"/>
                  </a:cxn>
                  <a:cxn ang="0">
                    <a:pos x="22" y="30"/>
                  </a:cxn>
                  <a:cxn ang="0">
                    <a:pos x="18" y="32"/>
                  </a:cxn>
                  <a:cxn ang="0">
                    <a:pos x="6" y="32"/>
                  </a:cxn>
                  <a:cxn ang="0">
                    <a:pos x="0" y="48"/>
                  </a:cxn>
                  <a:cxn ang="0">
                    <a:pos x="0" y="74"/>
                  </a:cxn>
                  <a:cxn ang="0">
                    <a:pos x="2" y="98"/>
                  </a:cxn>
                  <a:cxn ang="0">
                    <a:pos x="10" y="114"/>
                  </a:cxn>
                  <a:cxn ang="0">
                    <a:pos x="20" y="134"/>
                  </a:cxn>
                  <a:cxn ang="0">
                    <a:pos x="20" y="142"/>
                  </a:cxn>
                  <a:cxn ang="0">
                    <a:pos x="22" y="154"/>
                  </a:cxn>
                  <a:cxn ang="0">
                    <a:pos x="30" y="156"/>
                  </a:cxn>
                  <a:cxn ang="0">
                    <a:pos x="54" y="156"/>
                  </a:cxn>
                  <a:cxn ang="0">
                    <a:pos x="62" y="160"/>
                  </a:cxn>
                  <a:cxn ang="0">
                    <a:pos x="70" y="160"/>
                  </a:cxn>
                  <a:cxn ang="0">
                    <a:pos x="76" y="146"/>
                  </a:cxn>
                  <a:cxn ang="0">
                    <a:pos x="82" y="138"/>
                  </a:cxn>
                  <a:cxn ang="0">
                    <a:pos x="90" y="132"/>
                  </a:cxn>
                  <a:cxn ang="0">
                    <a:pos x="90" y="122"/>
                  </a:cxn>
                  <a:cxn ang="0">
                    <a:pos x="86" y="114"/>
                  </a:cxn>
                  <a:cxn ang="0">
                    <a:pos x="84" y="106"/>
                  </a:cxn>
                  <a:cxn ang="0">
                    <a:pos x="88" y="104"/>
                  </a:cxn>
                  <a:cxn ang="0">
                    <a:pos x="112" y="106"/>
                  </a:cxn>
                  <a:cxn ang="0">
                    <a:pos x="142" y="106"/>
                  </a:cxn>
                  <a:cxn ang="0">
                    <a:pos x="156" y="102"/>
                  </a:cxn>
                  <a:cxn ang="0">
                    <a:pos x="166" y="92"/>
                  </a:cxn>
                </a:cxnLst>
                <a:rect l="0" t="0" r="r" b="b"/>
                <a:pathLst>
                  <a:path w="218" h="162">
                    <a:moveTo>
                      <a:pt x="166" y="92"/>
                    </a:moveTo>
                    <a:lnTo>
                      <a:pt x="166" y="92"/>
                    </a:lnTo>
                    <a:lnTo>
                      <a:pt x="176" y="80"/>
                    </a:lnTo>
                    <a:lnTo>
                      <a:pt x="186" y="66"/>
                    </a:lnTo>
                    <a:lnTo>
                      <a:pt x="208" y="46"/>
                    </a:lnTo>
                    <a:lnTo>
                      <a:pt x="216" y="36"/>
                    </a:lnTo>
                    <a:lnTo>
                      <a:pt x="218" y="32"/>
                    </a:lnTo>
                    <a:lnTo>
                      <a:pt x="218" y="28"/>
                    </a:lnTo>
                    <a:lnTo>
                      <a:pt x="218" y="24"/>
                    </a:lnTo>
                    <a:lnTo>
                      <a:pt x="216" y="22"/>
                    </a:lnTo>
                    <a:lnTo>
                      <a:pt x="210" y="18"/>
                    </a:lnTo>
                    <a:lnTo>
                      <a:pt x="204" y="16"/>
                    </a:lnTo>
                    <a:lnTo>
                      <a:pt x="204" y="16"/>
                    </a:lnTo>
                    <a:lnTo>
                      <a:pt x="190" y="12"/>
                    </a:lnTo>
                    <a:lnTo>
                      <a:pt x="180" y="12"/>
                    </a:lnTo>
                    <a:lnTo>
                      <a:pt x="172" y="12"/>
                    </a:lnTo>
                    <a:lnTo>
                      <a:pt x="166" y="14"/>
                    </a:lnTo>
                    <a:lnTo>
                      <a:pt x="156" y="16"/>
                    </a:lnTo>
                    <a:lnTo>
                      <a:pt x="148" y="16"/>
                    </a:lnTo>
                    <a:lnTo>
                      <a:pt x="140" y="12"/>
                    </a:lnTo>
                    <a:lnTo>
                      <a:pt x="140" y="12"/>
                    </a:lnTo>
                    <a:lnTo>
                      <a:pt x="122" y="4"/>
                    </a:lnTo>
                    <a:lnTo>
                      <a:pt x="114" y="2"/>
                    </a:lnTo>
                    <a:lnTo>
                      <a:pt x="106" y="0"/>
                    </a:lnTo>
                    <a:lnTo>
                      <a:pt x="96" y="0"/>
                    </a:lnTo>
                    <a:lnTo>
                      <a:pt x="84" y="0"/>
                    </a:lnTo>
                    <a:lnTo>
                      <a:pt x="48" y="6"/>
                    </a:lnTo>
                    <a:lnTo>
                      <a:pt x="48" y="6"/>
                    </a:lnTo>
                    <a:lnTo>
                      <a:pt x="30" y="10"/>
                    </a:lnTo>
                    <a:lnTo>
                      <a:pt x="20" y="16"/>
                    </a:lnTo>
                    <a:lnTo>
                      <a:pt x="16" y="20"/>
                    </a:lnTo>
                    <a:lnTo>
                      <a:pt x="16" y="24"/>
                    </a:lnTo>
                    <a:lnTo>
                      <a:pt x="22" y="30"/>
                    </a:lnTo>
                    <a:lnTo>
                      <a:pt x="22" y="30"/>
                    </a:lnTo>
                    <a:lnTo>
                      <a:pt x="18" y="32"/>
                    </a:lnTo>
                    <a:lnTo>
                      <a:pt x="18" y="32"/>
                    </a:lnTo>
                    <a:lnTo>
                      <a:pt x="8" y="30"/>
                    </a:lnTo>
                    <a:lnTo>
                      <a:pt x="6" y="32"/>
                    </a:lnTo>
                    <a:lnTo>
                      <a:pt x="4" y="36"/>
                    </a:lnTo>
                    <a:lnTo>
                      <a:pt x="0" y="48"/>
                    </a:lnTo>
                    <a:lnTo>
                      <a:pt x="0" y="74"/>
                    </a:lnTo>
                    <a:lnTo>
                      <a:pt x="0" y="74"/>
                    </a:lnTo>
                    <a:lnTo>
                      <a:pt x="0" y="88"/>
                    </a:lnTo>
                    <a:lnTo>
                      <a:pt x="2" y="98"/>
                    </a:lnTo>
                    <a:lnTo>
                      <a:pt x="6" y="108"/>
                    </a:lnTo>
                    <a:lnTo>
                      <a:pt x="10" y="114"/>
                    </a:lnTo>
                    <a:lnTo>
                      <a:pt x="18" y="126"/>
                    </a:lnTo>
                    <a:lnTo>
                      <a:pt x="20" y="134"/>
                    </a:lnTo>
                    <a:lnTo>
                      <a:pt x="20" y="142"/>
                    </a:lnTo>
                    <a:lnTo>
                      <a:pt x="20" y="142"/>
                    </a:lnTo>
                    <a:lnTo>
                      <a:pt x="20" y="150"/>
                    </a:lnTo>
                    <a:lnTo>
                      <a:pt x="22" y="154"/>
                    </a:lnTo>
                    <a:lnTo>
                      <a:pt x="26" y="156"/>
                    </a:lnTo>
                    <a:lnTo>
                      <a:pt x="30" y="156"/>
                    </a:lnTo>
                    <a:lnTo>
                      <a:pt x="46" y="156"/>
                    </a:lnTo>
                    <a:lnTo>
                      <a:pt x="54" y="156"/>
                    </a:lnTo>
                    <a:lnTo>
                      <a:pt x="62" y="160"/>
                    </a:lnTo>
                    <a:lnTo>
                      <a:pt x="62" y="160"/>
                    </a:lnTo>
                    <a:lnTo>
                      <a:pt x="68" y="162"/>
                    </a:lnTo>
                    <a:lnTo>
                      <a:pt x="70" y="160"/>
                    </a:lnTo>
                    <a:lnTo>
                      <a:pt x="76" y="146"/>
                    </a:lnTo>
                    <a:lnTo>
                      <a:pt x="76" y="146"/>
                    </a:lnTo>
                    <a:lnTo>
                      <a:pt x="78" y="140"/>
                    </a:lnTo>
                    <a:lnTo>
                      <a:pt x="82" y="138"/>
                    </a:lnTo>
                    <a:lnTo>
                      <a:pt x="88" y="134"/>
                    </a:lnTo>
                    <a:lnTo>
                      <a:pt x="90" y="132"/>
                    </a:lnTo>
                    <a:lnTo>
                      <a:pt x="90" y="128"/>
                    </a:lnTo>
                    <a:lnTo>
                      <a:pt x="90" y="122"/>
                    </a:lnTo>
                    <a:lnTo>
                      <a:pt x="86" y="114"/>
                    </a:lnTo>
                    <a:lnTo>
                      <a:pt x="86" y="114"/>
                    </a:lnTo>
                    <a:lnTo>
                      <a:pt x="84" y="110"/>
                    </a:lnTo>
                    <a:lnTo>
                      <a:pt x="84" y="106"/>
                    </a:lnTo>
                    <a:lnTo>
                      <a:pt x="86" y="104"/>
                    </a:lnTo>
                    <a:lnTo>
                      <a:pt x="88" y="104"/>
                    </a:lnTo>
                    <a:lnTo>
                      <a:pt x="98" y="104"/>
                    </a:lnTo>
                    <a:lnTo>
                      <a:pt x="112" y="106"/>
                    </a:lnTo>
                    <a:lnTo>
                      <a:pt x="128" y="108"/>
                    </a:lnTo>
                    <a:lnTo>
                      <a:pt x="142" y="106"/>
                    </a:lnTo>
                    <a:lnTo>
                      <a:pt x="150" y="106"/>
                    </a:lnTo>
                    <a:lnTo>
                      <a:pt x="156" y="102"/>
                    </a:lnTo>
                    <a:lnTo>
                      <a:pt x="162" y="98"/>
                    </a:lnTo>
                    <a:lnTo>
                      <a:pt x="166" y="92"/>
                    </a:lnTo>
                    <a:lnTo>
                      <a:pt x="166" y="92"/>
                    </a:lnTo>
                    <a:close/>
                  </a:path>
                </a:pathLst>
              </a:custGeom>
              <a:grpFill/>
              <a:ln w="6350">
                <a:noFill/>
                <a:round/>
                <a:headEnd/>
                <a:tailEnd/>
              </a:ln>
            </p:spPr>
            <p:txBody>
              <a:bodyPr/>
              <a:lstStyle/>
              <a:p>
                <a:endParaRPr lang="en-US" b="1" dirty="0"/>
              </a:p>
            </p:txBody>
          </p:sp>
          <p:sp>
            <p:nvSpPr>
              <p:cNvPr id="53" name="Freeform 6110">
                <a:extLst>
                  <a:ext uri="{FF2B5EF4-FFF2-40B4-BE49-F238E27FC236}">
                    <a16:creationId xmlns:a16="http://schemas.microsoft.com/office/drawing/2014/main" id="{F54CE57D-A155-413E-B415-073D74E70580}"/>
                  </a:ext>
                </a:extLst>
              </p:cNvPr>
              <p:cNvSpPr>
                <a:spLocks/>
              </p:cNvSpPr>
              <p:nvPr/>
            </p:nvSpPr>
            <p:spPr bwMode="auto">
              <a:xfrm>
                <a:off x="2172970" y="1573213"/>
                <a:ext cx="176530" cy="121920"/>
              </a:xfrm>
              <a:custGeom>
                <a:avLst/>
                <a:gdLst/>
                <a:ahLst/>
                <a:cxnLst>
                  <a:cxn ang="0">
                    <a:pos x="272" y="132"/>
                  </a:cxn>
                  <a:cxn ang="0">
                    <a:pos x="258" y="122"/>
                  </a:cxn>
                  <a:cxn ang="0">
                    <a:pos x="250" y="126"/>
                  </a:cxn>
                  <a:cxn ang="0">
                    <a:pos x="236" y="124"/>
                  </a:cxn>
                  <a:cxn ang="0">
                    <a:pos x="228" y="120"/>
                  </a:cxn>
                  <a:cxn ang="0">
                    <a:pos x="220" y="102"/>
                  </a:cxn>
                  <a:cxn ang="0">
                    <a:pos x="212" y="88"/>
                  </a:cxn>
                  <a:cxn ang="0">
                    <a:pos x="192" y="78"/>
                  </a:cxn>
                  <a:cxn ang="0">
                    <a:pos x="178" y="72"/>
                  </a:cxn>
                  <a:cxn ang="0">
                    <a:pos x="140" y="46"/>
                  </a:cxn>
                  <a:cxn ang="0">
                    <a:pos x="122" y="34"/>
                  </a:cxn>
                  <a:cxn ang="0">
                    <a:pos x="110" y="34"/>
                  </a:cxn>
                  <a:cxn ang="0">
                    <a:pos x="106" y="36"/>
                  </a:cxn>
                  <a:cxn ang="0">
                    <a:pos x="100" y="40"/>
                  </a:cxn>
                  <a:cxn ang="0">
                    <a:pos x="96" y="38"/>
                  </a:cxn>
                  <a:cxn ang="0">
                    <a:pos x="86" y="24"/>
                  </a:cxn>
                  <a:cxn ang="0">
                    <a:pos x="76" y="8"/>
                  </a:cxn>
                  <a:cxn ang="0">
                    <a:pos x="66" y="0"/>
                  </a:cxn>
                  <a:cxn ang="0">
                    <a:pos x="62" y="2"/>
                  </a:cxn>
                  <a:cxn ang="0">
                    <a:pos x="54" y="6"/>
                  </a:cxn>
                  <a:cxn ang="0">
                    <a:pos x="42" y="26"/>
                  </a:cxn>
                  <a:cxn ang="0">
                    <a:pos x="36" y="58"/>
                  </a:cxn>
                  <a:cxn ang="0">
                    <a:pos x="34" y="90"/>
                  </a:cxn>
                  <a:cxn ang="0">
                    <a:pos x="38" y="106"/>
                  </a:cxn>
                  <a:cxn ang="0">
                    <a:pos x="38" y="116"/>
                  </a:cxn>
                  <a:cxn ang="0">
                    <a:pos x="34" y="124"/>
                  </a:cxn>
                  <a:cxn ang="0">
                    <a:pos x="18" y="134"/>
                  </a:cxn>
                  <a:cxn ang="0">
                    <a:pos x="4" y="142"/>
                  </a:cxn>
                  <a:cxn ang="0">
                    <a:pos x="0" y="150"/>
                  </a:cxn>
                  <a:cxn ang="0">
                    <a:pos x="4" y="158"/>
                  </a:cxn>
                  <a:cxn ang="0">
                    <a:pos x="4" y="160"/>
                  </a:cxn>
                  <a:cxn ang="0">
                    <a:pos x="16" y="162"/>
                  </a:cxn>
                  <a:cxn ang="0">
                    <a:pos x="50" y="156"/>
                  </a:cxn>
                  <a:cxn ang="0">
                    <a:pos x="64" y="156"/>
                  </a:cxn>
                  <a:cxn ang="0">
                    <a:pos x="66" y="162"/>
                  </a:cxn>
                  <a:cxn ang="0">
                    <a:pos x="66" y="166"/>
                  </a:cxn>
                  <a:cxn ang="0">
                    <a:pos x="70" y="182"/>
                  </a:cxn>
                  <a:cxn ang="0">
                    <a:pos x="82" y="190"/>
                  </a:cxn>
                  <a:cxn ang="0">
                    <a:pos x="96" y="190"/>
                  </a:cxn>
                  <a:cxn ang="0">
                    <a:pos x="110" y="176"/>
                  </a:cxn>
                  <a:cxn ang="0">
                    <a:pos x="114" y="166"/>
                  </a:cxn>
                  <a:cxn ang="0">
                    <a:pos x="124" y="160"/>
                  </a:cxn>
                  <a:cxn ang="0">
                    <a:pos x="134" y="158"/>
                  </a:cxn>
                  <a:cxn ang="0">
                    <a:pos x="142" y="150"/>
                  </a:cxn>
                  <a:cxn ang="0">
                    <a:pos x="144" y="142"/>
                  </a:cxn>
                  <a:cxn ang="0">
                    <a:pos x="154" y="128"/>
                  </a:cxn>
                  <a:cxn ang="0">
                    <a:pos x="170" y="124"/>
                  </a:cxn>
                  <a:cxn ang="0">
                    <a:pos x="184" y="130"/>
                  </a:cxn>
                  <a:cxn ang="0">
                    <a:pos x="192" y="142"/>
                  </a:cxn>
                  <a:cxn ang="0">
                    <a:pos x="194" y="148"/>
                  </a:cxn>
                  <a:cxn ang="0">
                    <a:pos x="198" y="154"/>
                  </a:cxn>
                  <a:cxn ang="0">
                    <a:pos x="214" y="156"/>
                  </a:cxn>
                  <a:cxn ang="0">
                    <a:pos x="232" y="160"/>
                  </a:cxn>
                  <a:cxn ang="0">
                    <a:pos x="254" y="162"/>
                  </a:cxn>
                  <a:cxn ang="0">
                    <a:pos x="272" y="158"/>
                  </a:cxn>
                  <a:cxn ang="0">
                    <a:pos x="278" y="148"/>
                  </a:cxn>
                  <a:cxn ang="0">
                    <a:pos x="272" y="132"/>
                  </a:cxn>
                </a:cxnLst>
                <a:rect l="0" t="0" r="r" b="b"/>
                <a:pathLst>
                  <a:path w="278" h="192">
                    <a:moveTo>
                      <a:pt x="272" y="132"/>
                    </a:moveTo>
                    <a:lnTo>
                      <a:pt x="272" y="132"/>
                    </a:lnTo>
                    <a:lnTo>
                      <a:pt x="262" y="122"/>
                    </a:lnTo>
                    <a:lnTo>
                      <a:pt x="258" y="122"/>
                    </a:lnTo>
                    <a:lnTo>
                      <a:pt x="256" y="122"/>
                    </a:lnTo>
                    <a:lnTo>
                      <a:pt x="250" y="126"/>
                    </a:lnTo>
                    <a:lnTo>
                      <a:pt x="244" y="126"/>
                    </a:lnTo>
                    <a:lnTo>
                      <a:pt x="236" y="124"/>
                    </a:lnTo>
                    <a:lnTo>
                      <a:pt x="236" y="124"/>
                    </a:lnTo>
                    <a:lnTo>
                      <a:pt x="228" y="120"/>
                    </a:lnTo>
                    <a:lnTo>
                      <a:pt x="224" y="114"/>
                    </a:lnTo>
                    <a:lnTo>
                      <a:pt x="220" y="102"/>
                    </a:lnTo>
                    <a:lnTo>
                      <a:pt x="218" y="96"/>
                    </a:lnTo>
                    <a:lnTo>
                      <a:pt x="212" y="88"/>
                    </a:lnTo>
                    <a:lnTo>
                      <a:pt x="204" y="82"/>
                    </a:lnTo>
                    <a:lnTo>
                      <a:pt x="192" y="78"/>
                    </a:lnTo>
                    <a:lnTo>
                      <a:pt x="192" y="78"/>
                    </a:lnTo>
                    <a:lnTo>
                      <a:pt x="178" y="72"/>
                    </a:lnTo>
                    <a:lnTo>
                      <a:pt x="164" y="64"/>
                    </a:lnTo>
                    <a:lnTo>
                      <a:pt x="140" y="46"/>
                    </a:lnTo>
                    <a:lnTo>
                      <a:pt x="130" y="38"/>
                    </a:lnTo>
                    <a:lnTo>
                      <a:pt x="122" y="34"/>
                    </a:lnTo>
                    <a:lnTo>
                      <a:pt x="114" y="32"/>
                    </a:lnTo>
                    <a:lnTo>
                      <a:pt x="110" y="34"/>
                    </a:lnTo>
                    <a:lnTo>
                      <a:pt x="106" y="36"/>
                    </a:lnTo>
                    <a:lnTo>
                      <a:pt x="106" y="36"/>
                    </a:lnTo>
                    <a:lnTo>
                      <a:pt x="104" y="38"/>
                    </a:lnTo>
                    <a:lnTo>
                      <a:pt x="100" y="40"/>
                    </a:lnTo>
                    <a:lnTo>
                      <a:pt x="98" y="40"/>
                    </a:lnTo>
                    <a:lnTo>
                      <a:pt x="96" y="38"/>
                    </a:lnTo>
                    <a:lnTo>
                      <a:pt x="90" y="32"/>
                    </a:lnTo>
                    <a:lnTo>
                      <a:pt x="86" y="24"/>
                    </a:lnTo>
                    <a:lnTo>
                      <a:pt x="82" y="14"/>
                    </a:lnTo>
                    <a:lnTo>
                      <a:pt x="76" y="8"/>
                    </a:lnTo>
                    <a:lnTo>
                      <a:pt x="70" y="2"/>
                    </a:lnTo>
                    <a:lnTo>
                      <a:pt x="66" y="0"/>
                    </a:lnTo>
                    <a:lnTo>
                      <a:pt x="62" y="2"/>
                    </a:lnTo>
                    <a:lnTo>
                      <a:pt x="62" y="2"/>
                    </a:lnTo>
                    <a:lnTo>
                      <a:pt x="58" y="2"/>
                    </a:lnTo>
                    <a:lnTo>
                      <a:pt x="54" y="6"/>
                    </a:lnTo>
                    <a:lnTo>
                      <a:pt x="48" y="14"/>
                    </a:lnTo>
                    <a:lnTo>
                      <a:pt x="42" y="26"/>
                    </a:lnTo>
                    <a:lnTo>
                      <a:pt x="38" y="42"/>
                    </a:lnTo>
                    <a:lnTo>
                      <a:pt x="36" y="58"/>
                    </a:lnTo>
                    <a:lnTo>
                      <a:pt x="34" y="74"/>
                    </a:lnTo>
                    <a:lnTo>
                      <a:pt x="34" y="90"/>
                    </a:lnTo>
                    <a:lnTo>
                      <a:pt x="38" y="106"/>
                    </a:lnTo>
                    <a:lnTo>
                      <a:pt x="38" y="106"/>
                    </a:lnTo>
                    <a:lnTo>
                      <a:pt x="38" y="112"/>
                    </a:lnTo>
                    <a:lnTo>
                      <a:pt x="38" y="116"/>
                    </a:lnTo>
                    <a:lnTo>
                      <a:pt x="36" y="122"/>
                    </a:lnTo>
                    <a:lnTo>
                      <a:pt x="34" y="124"/>
                    </a:lnTo>
                    <a:lnTo>
                      <a:pt x="26" y="130"/>
                    </a:lnTo>
                    <a:lnTo>
                      <a:pt x="18" y="134"/>
                    </a:lnTo>
                    <a:lnTo>
                      <a:pt x="10" y="138"/>
                    </a:lnTo>
                    <a:lnTo>
                      <a:pt x="4" y="142"/>
                    </a:lnTo>
                    <a:lnTo>
                      <a:pt x="2" y="146"/>
                    </a:lnTo>
                    <a:lnTo>
                      <a:pt x="0" y="150"/>
                    </a:lnTo>
                    <a:lnTo>
                      <a:pt x="2" y="154"/>
                    </a:lnTo>
                    <a:lnTo>
                      <a:pt x="4" y="158"/>
                    </a:lnTo>
                    <a:lnTo>
                      <a:pt x="4" y="158"/>
                    </a:lnTo>
                    <a:lnTo>
                      <a:pt x="4" y="160"/>
                    </a:lnTo>
                    <a:lnTo>
                      <a:pt x="8" y="162"/>
                    </a:lnTo>
                    <a:lnTo>
                      <a:pt x="16" y="162"/>
                    </a:lnTo>
                    <a:lnTo>
                      <a:pt x="38" y="158"/>
                    </a:lnTo>
                    <a:lnTo>
                      <a:pt x="50" y="156"/>
                    </a:lnTo>
                    <a:lnTo>
                      <a:pt x="60" y="156"/>
                    </a:lnTo>
                    <a:lnTo>
                      <a:pt x="64" y="156"/>
                    </a:lnTo>
                    <a:lnTo>
                      <a:pt x="66" y="158"/>
                    </a:lnTo>
                    <a:lnTo>
                      <a:pt x="66" y="162"/>
                    </a:lnTo>
                    <a:lnTo>
                      <a:pt x="66" y="166"/>
                    </a:lnTo>
                    <a:lnTo>
                      <a:pt x="66" y="166"/>
                    </a:lnTo>
                    <a:lnTo>
                      <a:pt x="66" y="174"/>
                    </a:lnTo>
                    <a:lnTo>
                      <a:pt x="70" y="182"/>
                    </a:lnTo>
                    <a:lnTo>
                      <a:pt x="74" y="188"/>
                    </a:lnTo>
                    <a:lnTo>
                      <a:pt x="82" y="190"/>
                    </a:lnTo>
                    <a:lnTo>
                      <a:pt x="88" y="192"/>
                    </a:lnTo>
                    <a:lnTo>
                      <a:pt x="96" y="190"/>
                    </a:lnTo>
                    <a:lnTo>
                      <a:pt x="104" y="184"/>
                    </a:lnTo>
                    <a:lnTo>
                      <a:pt x="110" y="176"/>
                    </a:lnTo>
                    <a:lnTo>
                      <a:pt x="110" y="176"/>
                    </a:lnTo>
                    <a:lnTo>
                      <a:pt x="114" y="166"/>
                    </a:lnTo>
                    <a:lnTo>
                      <a:pt x="120" y="162"/>
                    </a:lnTo>
                    <a:lnTo>
                      <a:pt x="124" y="160"/>
                    </a:lnTo>
                    <a:lnTo>
                      <a:pt x="130" y="158"/>
                    </a:lnTo>
                    <a:lnTo>
                      <a:pt x="134" y="158"/>
                    </a:lnTo>
                    <a:lnTo>
                      <a:pt x="138" y="156"/>
                    </a:lnTo>
                    <a:lnTo>
                      <a:pt x="142" y="150"/>
                    </a:lnTo>
                    <a:lnTo>
                      <a:pt x="144" y="142"/>
                    </a:lnTo>
                    <a:lnTo>
                      <a:pt x="144" y="142"/>
                    </a:lnTo>
                    <a:lnTo>
                      <a:pt x="148" y="134"/>
                    </a:lnTo>
                    <a:lnTo>
                      <a:pt x="154" y="128"/>
                    </a:lnTo>
                    <a:lnTo>
                      <a:pt x="162" y="124"/>
                    </a:lnTo>
                    <a:lnTo>
                      <a:pt x="170" y="124"/>
                    </a:lnTo>
                    <a:lnTo>
                      <a:pt x="178" y="126"/>
                    </a:lnTo>
                    <a:lnTo>
                      <a:pt x="184" y="130"/>
                    </a:lnTo>
                    <a:lnTo>
                      <a:pt x="190" y="136"/>
                    </a:lnTo>
                    <a:lnTo>
                      <a:pt x="192" y="142"/>
                    </a:lnTo>
                    <a:lnTo>
                      <a:pt x="192" y="142"/>
                    </a:lnTo>
                    <a:lnTo>
                      <a:pt x="194" y="148"/>
                    </a:lnTo>
                    <a:lnTo>
                      <a:pt x="196" y="152"/>
                    </a:lnTo>
                    <a:lnTo>
                      <a:pt x="198" y="154"/>
                    </a:lnTo>
                    <a:lnTo>
                      <a:pt x="202" y="156"/>
                    </a:lnTo>
                    <a:lnTo>
                      <a:pt x="214" y="156"/>
                    </a:lnTo>
                    <a:lnTo>
                      <a:pt x="232" y="160"/>
                    </a:lnTo>
                    <a:lnTo>
                      <a:pt x="232" y="160"/>
                    </a:lnTo>
                    <a:lnTo>
                      <a:pt x="244" y="162"/>
                    </a:lnTo>
                    <a:lnTo>
                      <a:pt x="254" y="162"/>
                    </a:lnTo>
                    <a:lnTo>
                      <a:pt x="264" y="160"/>
                    </a:lnTo>
                    <a:lnTo>
                      <a:pt x="272" y="158"/>
                    </a:lnTo>
                    <a:lnTo>
                      <a:pt x="276" y="154"/>
                    </a:lnTo>
                    <a:lnTo>
                      <a:pt x="278" y="148"/>
                    </a:lnTo>
                    <a:lnTo>
                      <a:pt x="278" y="140"/>
                    </a:lnTo>
                    <a:lnTo>
                      <a:pt x="272" y="132"/>
                    </a:lnTo>
                    <a:lnTo>
                      <a:pt x="272" y="132"/>
                    </a:lnTo>
                    <a:close/>
                  </a:path>
                </a:pathLst>
              </a:custGeom>
              <a:grpFill/>
              <a:ln w="6350">
                <a:noFill/>
                <a:round/>
                <a:headEnd/>
                <a:tailEnd/>
              </a:ln>
            </p:spPr>
            <p:txBody>
              <a:bodyPr/>
              <a:lstStyle/>
              <a:p>
                <a:endParaRPr lang="en-US" b="1" dirty="0"/>
              </a:p>
            </p:txBody>
          </p:sp>
          <p:sp>
            <p:nvSpPr>
              <p:cNvPr id="54" name="Freeform 6111">
                <a:extLst>
                  <a:ext uri="{FF2B5EF4-FFF2-40B4-BE49-F238E27FC236}">
                    <a16:creationId xmlns:a16="http://schemas.microsoft.com/office/drawing/2014/main" id="{4E486653-D84B-497C-A26E-1F4C201CE2BC}"/>
                  </a:ext>
                </a:extLst>
              </p:cNvPr>
              <p:cNvSpPr>
                <a:spLocks/>
              </p:cNvSpPr>
              <p:nvPr/>
            </p:nvSpPr>
            <p:spPr bwMode="auto">
              <a:xfrm>
                <a:off x="2178050" y="1465263"/>
                <a:ext cx="15240" cy="24130"/>
              </a:xfrm>
              <a:custGeom>
                <a:avLst/>
                <a:gdLst/>
                <a:ahLst/>
                <a:cxnLst>
                  <a:cxn ang="0">
                    <a:pos x="4" y="28"/>
                  </a:cxn>
                  <a:cxn ang="0">
                    <a:pos x="4" y="28"/>
                  </a:cxn>
                  <a:cxn ang="0">
                    <a:pos x="12" y="36"/>
                  </a:cxn>
                  <a:cxn ang="0">
                    <a:pos x="16" y="38"/>
                  </a:cxn>
                  <a:cxn ang="0">
                    <a:pos x="18" y="38"/>
                  </a:cxn>
                  <a:cxn ang="0">
                    <a:pos x="22" y="36"/>
                  </a:cxn>
                  <a:cxn ang="0">
                    <a:pos x="24" y="30"/>
                  </a:cxn>
                  <a:cxn ang="0">
                    <a:pos x="24" y="12"/>
                  </a:cxn>
                  <a:cxn ang="0">
                    <a:pos x="20" y="0"/>
                  </a:cxn>
                  <a:cxn ang="0">
                    <a:pos x="20" y="0"/>
                  </a:cxn>
                  <a:cxn ang="0">
                    <a:pos x="18" y="0"/>
                  </a:cxn>
                  <a:cxn ang="0">
                    <a:pos x="14" y="0"/>
                  </a:cxn>
                  <a:cxn ang="0">
                    <a:pos x="10" y="2"/>
                  </a:cxn>
                  <a:cxn ang="0">
                    <a:pos x="6" y="6"/>
                  </a:cxn>
                  <a:cxn ang="0">
                    <a:pos x="2" y="10"/>
                  </a:cxn>
                  <a:cxn ang="0">
                    <a:pos x="0" y="16"/>
                  </a:cxn>
                  <a:cxn ang="0">
                    <a:pos x="0" y="22"/>
                  </a:cxn>
                  <a:cxn ang="0">
                    <a:pos x="4" y="28"/>
                  </a:cxn>
                  <a:cxn ang="0">
                    <a:pos x="4" y="28"/>
                  </a:cxn>
                </a:cxnLst>
                <a:rect l="0" t="0" r="r" b="b"/>
                <a:pathLst>
                  <a:path w="24" h="38">
                    <a:moveTo>
                      <a:pt x="4" y="28"/>
                    </a:moveTo>
                    <a:lnTo>
                      <a:pt x="4" y="28"/>
                    </a:lnTo>
                    <a:lnTo>
                      <a:pt x="12" y="36"/>
                    </a:lnTo>
                    <a:lnTo>
                      <a:pt x="16" y="38"/>
                    </a:lnTo>
                    <a:lnTo>
                      <a:pt x="18" y="38"/>
                    </a:lnTo>
                    <a:lnTo>
                      <a:pt x="22" y="36"/>
                    </a:lnTo>
                    <a:lnTo>
                      <a:pt x="24" y="30"/>
                    </a:lnTo>
                    <a:lnTo>
                      <a:pt x="24" y="12"/>
                    </a:lnTo>
                    <a:lnTo>
                      <a:pt x="20" y="0"/>
                    </a:lnTo>
                    <a:lnTo>
                      <a:pt x="20" y="0"/>
                    </a:lnTo>
                    <a:lnTo>
                      <a:pt x="18" y="0"/>
                    </a:lnTo>
                    <a:lnTo>
                      <a:pt x="14" y="0"/>
                    </a:lnTo>
                    <a:lnTo>
                      <a:pt x="10" y="2"/>
                    </a:lnTo>
                    <a:lnTo>
                      <a:pt x="6" y="6"/>
                    </a:lnTo>
                    <a:lnTo>
                      <a:pt x="2" y="10"/>
                    </a:lnTo>
                    <a:lnTo>
                      <a:pt x="0" y="16"/>
                    </a:lnTo>
                    <a:lnTo>
                      <a:pt x="0" y="22"/>
                    </a:lnTo>
                    <a:lnTo>
                      <a:pt x="4" y="28"/>
                    </a:lnTo>
                    <a:lnTo>
                      <a:pt x="4" y="28"/>
                    </a:lnTo>
                    <a:close/>
                  </a:path>
                </a:pathLst>
              </a:custGeom>
              <a:grpFill/>
              <a:ln w="6350">
                <a:noFill/>
                <a:round/>
                <a:headEnd/>
                <a:tailEnd/>
              </a:ln>
            </p:spPr>
            <p:txBody>
              <a:bodyPr/>
              <a:lstStyle/>
              <a:p>
                <a:endParaRPr lang="en-US" b="1" dirty="0"/>
              </a:p>
            </p:txBody>
          </p:sp>
          <p:sp>
            <p:nvSpPr>
              <p:cNvPr id="55" name="Freeform 6112">
                <a:extLst>
                  <a:ext uri="{FF2B5EF4-FFF2-40B4-BE49-F238E27FC236}">
                    <a16:creationId xmlns:a16="http://schemas.microsoft.com/office/drawing/2014/main" id="{56F7CACE-3AE9-447E-A567-7846EED589A8}"/>
                  </a:ext>
                </a:extLst>
              </p:cNvPr>
              <p:cNvSpPr>
                <a:spLocks/>
              </p:cNvSpPr>
              <p:nvPr/>
            </p:nvSpPr>
            <p:spPr bwMode="auto">
              <a:xfrm>
                <a:off x="2258060" y="1697673"/>
                <a:ext cx="52070" cy="36830"/>
              </a:xfrm>
              <a:custGeom>
                <a:avLst/>
                <a:gdLst/>
                <a:ahLst/>
                <a:cxnLst>
                  <a:cxn ang="0">
                    <a:pos x="78" y="4"/>
                  </a:cxn>
                  <a:cxn ang="0">
                    <a:pos x="78" y="4"/>
                  </a:cxn>
                  <a:cxn ang="0">
                    <a:pos x="72" y="2"/>
                  </a:cxn>
                  <a:cxn ang="0">
                    <a:pos x="68" y="0"/>
                  </a:cxn>
                  <a:cxn ang="0">
                    <a:pos x="54" y="2"/>
                  </a:cxn>
                  <a:cxn ang="0">
                    <a:pos x="38" y="6"/>
                  </a:cxn>
                  <a:cxn ang="0">
                    <a:pos x="24" y="14"/>
                  </a:cxn>
                  <a:cxn ang="0">
                    <a:pos x="12" y="22"/>
                  </a:cxn>
                  <a:cxn ang="0">
                    <a:pos x="4" y="32"/>
                  </a:cxn>
                  <a:cxn ang="0">
                    <a:pos x="0" y="38"/>
                  </a:cxn>
                  <a:cxn ang="0">
                    <a:pos x="0" y="42"/>
                  </a:cxn>
                  <a:cxn ang="0">
                    <a:pos x="2" y="48"/>
                  </a:cxn>
                  <a:cxn ang="0">
                    <a:pos x="6" y="52"/>
                  </a:cxn>
                  <a:cxn ang="0">
                    <a:pos x="6" y="52"/>
                  </a:cxn>
                  <a:cxn ang="0">
                    <a:pos x="10" y="56"/>
                  </a:cxn>
                  <a:cxn ang="0">
                    <a:pos x="16" y="58"/>
                  </a:cxn>
                  <a:cxn ang="0">
                    <a:pos x="22" y="58"/>
                  </a:cxn>
                  <a:cxn ang="0">
                    <a:pos x="28" y="56"/>
                  </a:cxn>
                  <a:cxn ang="0">
                    <a:pos x="42" y="50"/>
                  </a:cxn>
                  <a:cxn ang="0">
                    <a:pos x="58" y="42"/>
                  </a:cxn>
                  <a:cxn ang="0">
                    <a:pos x="70" y="32"/>
                  </a:cxn>
                  <a:cxn ang="0">
                    <a:pos x="78" y="20"/>
                  </a:cxn>
                  <a:cxn ang="0">
                    <a:pos x="80" y="16"/>
                  </a:cxn>
                  <a:cxn ang="0">
                    <a:pos x="82" y="10"/>
                  </a:cxn>
                  <a:cxn ang="0">
                    <a:pos x="80" y="6"/>
                  </a:cxn>
                  <a:cxn ang="0">
                    <a:pos x="78" y="4"/>
                  </a:cxn>
                  <a:cxn ang="0">
                    <a:pos x="78" y="4"/>
                  </a:cxn>
                </a:cxnLst>
                <a:rect l="0" t="0" r="r" b="b"/>
                <a:pathLst>
                  <a:path w="82" h="58">
                    <a:moveTo>
                      <a:pt x="78" y="4"/>
                    </a:moveTo>
                    <a:lnTo>
                      <a:pt x="78" y="4"/>
                    </a:lnTo>
                    <a:lnTo>
                      <a:pt x="72" y="2"/>
                    </a:lnTo>
                    <a:lnTo>
                      <a:pt x="68" y="0"/>
                    </a:lnTo>
                    <a:lnTo>
                      <a:pt x="54" y="2"/>
                    </a:lnTo>
                    <a:lnTo>
                      <a:pt x="38" y="6"/>
                    </a:lnTo>
                    <a:lnTo>
                      <a:pt x="24" y="14"/>
                    </a:lnTo>
                    <a:lnTo>
                      <a:pt x="12" y="22"/>
                    </a:lnTo>
                    <a:lnTo>
                      <a:pt x="4" y="32"/>
                    </a:lnTo>
                    <a:lnTo>
                      <a:pt x="0" y="38"/>
                    </a:lnTo>
                    <a:lnTo>
                      <a:pt x="0" y="42"/>
                    </a:lnTo>
                    <a:lnTo>
                      <a:pt x="2" y="48"/>
                    </a:lnTo>
                    <a:lnTo>
                      <a:pt x="6" y="52"/>
                    </a:lnTo>
                    <a:lnTo>
                      <a:pt x="6" y="52"/>
                    </a:lnTo>
                    <a:lnTo>
                      <a:pt x="10" y="56"/>
                    </a:lnTo>
                    <a:lnTo>
                      <a:pt x="16" y="58"/>
                    </a:lnTo>
                    <a:lnTo>
                      <a:pt x="22" y="58"/>
                    </a:lnTo>
                    <a:lnTo>
                      <a:pt x="28" y="56"/>
                    </a:lnTo>
                    <a:lnTo>
                      <a:pt x="42" y="50"/>
                    </a:lnTo>
                    <a:lnTo>
                      <a:pt x="58" y="42"/>
                    </a:lnTo>
                    <a:lnTo>
                      <a:pt x="70" y="32"/>
                    </a:lnTo>
                    <a:lnTo>
                      <a:pt x="78" y="20"/>
                    </a:lnTo>
                    <a:lnTo>
                      <a:pt x="80" y="16"/>
                    </a:lnTo>
                    <a:lnTo>
                      <a:pt x="82" y="10"/>
                    </a:lnTo>
                    <a:lnTo>
                      <a:pt x="80" y="6"/>
                    </a:lnTo>
                    <a:lnTo>
                      <a:pt x="78" y="4"/>
                    </a:lnTo>
                    <a:lnTo>
                      <a:pt x="78" y="4"/>
                    </a:lnTo>
                    <a:close/>
                  </a:path>
                </a:pathLst>
              </a:custGeom>
              <a:grpFill/>
              <a:ln w="6350">
                <a:noFill/>
                <a:round/>
                <a:headEnd/>
                <a:tailEnd/>
              </a:ln>
            </p:spPr>
            <p:txBody>
              <a:bodyPr/>
              <a:lstStyle/>
              <a:p>
                <a:endParaRPr lang="en-US" b="1" dirty="0"/>
              </a:p>
            </p:txBody>
          </p:sp>
          <p:sp>
            <p:nvSpPr>
              <p:cNvPr id="56" name="Freeform 6113">
                <a:extLst>
                  <a:ext uri="{FF2B5EF4-FFF2-40B4-BE49-F238E27FC236}">
                    <a16:creationId xmlns:a16="http://schemas.microsoft.com/office/drawing/2014/main" id="{FEB6DB0F-C706-47A8-9A5E-1ADE8691384C}"/>
                  </a:ext>
                </a:extLst>
              </p:cNvPr>
              <p:cNvSpPr>
                <a:spLocks/>
              </p:cNvSpPr>
              <p:nvPr/>
            </p:nvSpPr>
            <p:spPr bwMode="auto">
              <a:xfrm>
                <a:off x="1357630" y="1230313"/>
                <a:ext cx="467360" cy="227330"/>
              </a:xfrm>
              <a:custGeom>
                <a:avLst/>
                <a:gdLst/>
                <a:ahLst/>
                <a:cxnLst>
                  <a:cxn ang="0">
                    <a:pos x="700" y="272"/>
                  </a:cxn>
                  <a:cxn ang="0">
                    <a:pos x="720" y="274"/>
                  </a:cxn>
                  <a:cxn ang="0">
                    <a:pos x="736" y="254"/>
                  </a:cxn>
                  <a:cxn ang="0">
                    <a:pos x="708" y="238"/>
                  </a:cxn>
                  <a:cxn ang="0">
                    <a:pos x="684" y="224"/>
                  </a:cxn>
                  <a:cxn ang="0">
                    <a:pos x="646" y="206"/>
                  </a:cxn>
                  <a:cxn ang="0">
                    <a:pos x="608" y="190"/>
                  </a:cxn>
                  <a:cxn ang="0">
                    <a:pos x="586" y="166"/>
                  </a:cxn>
                  <a:cxn ang="0">
                    <a:pos x="592" y="128"/>
                  </a:cxn>
                  <a:cxn ang="0">
                    <a:pos x="560" y="58"/>
                  </a:cxn>
                  <a:cxn ang="0">
                    <a:pos x="506" y="10"/>
                  </a:cxn>
                  <a:cxn ang="0">
                    <a:pos x="482" y="10"/>
                  </a:cxn>
                  <a:cxn ang="0">
                    <a:pos x="438" y="8"/>
                  </a:cxn>
                  <a:cxn ang="0">
                    <a:pos x="450" y="68"/>
                  </a:cxn>
                  <a:cxn ang="0">
                    <a:pos x="478" y="114"/>
                  </a:cxn>
                  <a:cxn ang="0">
                    <a:pos x="456" y="132"/>
                  </a:cxn>
                  <a:cxn ang="0">
                    <a:pos x="420" y="68"/>
                  </a:cxn>
                  <a:cxn ang="0">
                    <a:pos x="382" y="40"/>
                  </a:cxn>
                  <a:cxn ang="0">
                    <a:pos x="354" y="26"/>
                  </a:cxn>
                  <a:cxn ang="0">
                    <a:pos x="352" y="40"/>
                  </a:cxn>
                  <a:cxn ang="0">
                    <a:pos x="372" y="58"/>
                  </a:cxn>
                  <a:cxn ang="0">
                    <a:pos x="336" y="62"/>
                  </a:cxn>
                  <a:cxn ang="0">
                    <a:pos x="318" y="74"/>
                  </a:cxn>
                  <a:cxn ang="0">
                    <a:pos x="296" y="40"/>
                  </a:cxn>
                  <a:cxn ang="0">
                    <a:pos x="224" y="38"/>
                  </a:cxn>
                  <a:cxn ang="0">
                    <a:pos x="190" y="60"/>
                  </a:cxn>
                  <a:cxn ang="0">
                    <a:pos x="206" y="32"/>
                  </a:cxn>
                  <a:cxn ang="0">
                    <a:pos x="196" y="2"/>
                  </a:cxn>
                  <a:cxn ang="0">
                    <a:pos x="100" y="26"/>
                  </a:cxn>
                  <a:cxn ang="0">
                    <a:pos x="22" y="72"/>
                  </a:cxn>
                  <a:cxn ang="0">
                    <a:pos x="40" y="86"/>
                  </a:cxn>
                  <a:cxn ang="0">
                    <a:pos x="2" y="116"/>
                  </a:cxn>
                  <a:cxn ang="0">
                    <a:pos x="14" y="130"/>
                  </a:cxn>
                  <a:cxn ang="0">
                    <a:pos x="34" y="146"/>
                  </a:cxn>
                  <a:cxn ang="0">
                    <a:pos x="116" y="140"/>
                  </a:cxn>
                  <a:cxn ang="0">
                    <a:pos x="76" y="160"/>
                  </a:cxn>
                  <a:cxn ang="0">
                    <a:pos x="44" y="192"/>
                  </a:cxn>
                  <a:cxn ang="0">
                    <a:pos x="110" y="204"/>
                  </a:cxn>
                  <a:cxn ang="0">
                    <a:pos x="210" y="202"/>
                  </a:cxn>
                  <a:cxn ang="0">
                    <a:pos x="276" y="214"/>
                  </a:cxn>
                  <a:cxn ang="0">
                    <a:pos x="294" y="230"/>
                  </a:cxn>
                  <a:cxn ang="0">
                    <a:pos x="168" y="230"/>
                  </a:cxn>
                  <a:cxn ang="0">
                    <a:pos x="70" y="254"/>
                  </a:cxn>
                  <a:cxn ang="0">
                    <a:pos x="122" y="300"/>
                  </a:cxn>
                  <a:cxn ang="0">
                    <a:pos x="222" y="308"/>
                  </a:cxn>
                  <a:cxn ang="0">
                    <a:pos x="232" y="350"/>
                  </a:cxn>
                  <a:cxn ang="0">
                    <a:pos x="314" y="358"/>
                  </a:cxn>
                  <a:cxn ang="0">
                    <a:pos x="420" y="332"/>
                  </a:cxn>
                  <a:cxn ang="0">
                    <a:pos x="478" y="318"/>
                  </a:cxn>
                  <a:cxn ang="0">
                    <a:pos x="490" y="296"/>
                  </a:cxn>
                  <a:cxn ang="0">
                    <a:pos x="516" y="294"/>
                  </a:cxn>
                  <a:cxn ang="0">
                    <a:pos x="540" y="312"/>
                  </a:cxn>
                  <a:cxn ang="0">
                    <a:pos x="560" y="324"/>
                  </a:cxn>
                  <a:cxn ang="0">
                    <a:pos x="592" y="328"/>
                  </a:cxn>
                  <a:cxn ang="0">
                    <a:pos x="640" y="334"/>
                  </a:cxn>
                  <a:cxn ang="0">
                    <a:pos x="680" y="324"/>
                  </a:cxn>
                  <a:cxn ang="0">
                    <a:pos x="700" y="306"/>
                  </a:cxn>
                  <a:cxn ang="0">
                    <a:pos x="692" y="288"/>
                  </a:cxn>
                  <a:cxn ang="0">
                    <a:pos x="648" y="300"/>
                  </a:cxn>
                  <a:cxn ang="0">
                    <a:pos x="632" y="278"/>
                  </a:cxn>
                  <a:cxn ang="0">
                    <a:pos x="660" y="282"/>
                  </a:cxn>
                  <a:cxn ang="0">
                    <a:pos x="668" y="272"/>
                  </a:cxn>
                </a:cxnLst>
                <a:rect l="0" t="0" r="r" b="b"/>
                <a:pathLst>
                  <a:path w="736" h="358">
                    <a:moveTo>
                      <a:pt x="674" y="264"/>
                    </a:moveTo>
                    <a:lnTo>
                      <a:pt x="674" y="264"/>
                    </a:lnTo>
                    <a:lnTo>
                      <a:pt x="682" y="262"/>
                    </a:lnTo>
                    <a:lnTo>
                      <a:pt x="686" y="262"/>
                    </a:lnTo>
                    <a:lnTo>
                      <a:pt x="690" y="264"/>
                    </a:lnTo>
                    <a:lnTo>
                      <a:pt x="694" y="268"/>
                    </a:lnTo>
                    <a:lnTo>
                      <a:pt x="700" y="272"/>
                    </a:lnTo>
                    <a:lnTo>
                      <a:pt x="702" y="274"/>
                    </a:lnTo>
                    <a:lnTo>
                      <a:pt x="704" y="272"/>
                    </a:lnTo>
                    <a:lnTo>
                      <a:pt x="704" y="272"/>
                    </a:lnTo>
                    <a:lnTo>
                      <a:pt x="710" y="268"/>
                    </a:lnTo>
                    <a:lnTo>
                      <a:pt x="714" y="268"/>
                    </a:lnTo>
                    <a:lnTo>
                      <a:pt x="718" y="272"/>
                    </a:lnTo>
                    <a:lnTo>
                      <a:pt x="720" y="274"/>
                    </a:lnTo>
                    <a:lnTo>
                      <a:pt x="726" y="274"/>
                    </a:lnTo>
                    <a:lnTo>
                      <a:pt x="726" y="274"/>
                    </a:lnTo>
                    <a:lnTo>
                      <a:pt x="730" y="274"/>
                    </a:lnTo>
                    <a:lnTo>
                      <a:pt x="734" y="272"/>
                    </a:lnTo>
                    <a:lnTo>
                      <a:pt x="736" y="268"/>
                    </a:lnTo>
                    <a:lnTo>
                      <a:pt x="736" y="264"/>
                    </a:lnTo>
                    <a:lnTo>
                      <a:pt x="736" y="254"/>
                    </a:lnTo>
                    <a:lnTo>
                      <a:pt x="734" y="244"/>
                    </a:lnTo>
                    <a:lnTo>
                      <a:pt x="734" y="244"/>
                    </a:lnTo>
                    <a:lnTo>
                      <a:pt x="732" y="240"/>
                    </a:lnTo>
                    <a:lnTo>
                      <a:pt x="728" y="238"/>
                    </a:lnTo>
                    <a:lnTo>
                      <a:pt x="720" y="238"/>
                    </a:lnTo>
                    <a:lnTo>
                      <a:pt x="712" y="238"/>
                    </a:lnTo>
                    <a:lnTo>
                      <a:pt x="708" y="238"/>
                    </a:lnTo>
                    <a:lnTo>
                      <a:pt x="708" y="234"/>
                    </a:lnTo>
                    <a:lnTo>
                      <a:pt x="708" y="234"/>
                    </a:lnTo>
                    <a:lnTo>
                      <a:pt x="706" y="230"/>
                    </a:lnTo>
                    <a:lnTo>
                      <a:pt x="704" y="230"/>
                    </a:lnTo>
                    <a:lnTo>
                      <a:pt x="698" y="228"/>
                    </a:lnTo>
                    <a:lnTo>
                      <a:pt x="692" y="228"/>
                    </a:lnTo>
                    <a:lnTo>
                      <a:pt x="684" y="224"/>
                    </a:lnTo>
                    <a:lnTo>
                      <a:pt x="674" y="218"/>
                    </a:lnTo>
                    <a:lnTo>
                      <a:pt x="660" y="210"/>
                    </a:lnTo>
                    <a:lnTo>
                      <a:pt x="660" y="210"/>
                    </a:lnTo>
                    <a:lnTo>
                      <a:pt x="652" y="204"/>
                    </a:lnTo>
                    <a:lnTo>
                      <a:pt x="648" y="200"/>
                    </a:lnTo>
                    <a:lnTo>
                      <a:pt x="644" y="202"/>
                    </a:lnTo>
                    <a:lnTo>
                      <a:pt x="646" y="206"/>
                    </a:lnTo>
                    <a:lnTo>
                      <a:pt x="646" y="206"/>
                    </a:lnTo>
                    <a:lnTo>
                      <a:pt x="646" y="208"/>
                    </a:lnTo>
                    <a:lnTo>
                      <a:pt x="642" y="210"/>
                    </a:lnTo>
                    <a:lnTo>
                      <a:pt x="632" y="208"/>
                    </a:lnTo>
                    <a:lnTo>
                      <a:pt x="618" y="200"/>
                    </a:lnTo>
                    <a:lnTo>
                      <a:pt x="612" y="196"/>
                    </a:lnTo>
                    <a:lnTo>
                      <a:pt x="608" y="190"/>
                    </a:lnTo>
                    <a:lnTo>
                      <a:pt x="608" y="190"/>
                    </a:lnTo>
                    <a:lnTo>
                      <a:pt x="602" y="184"/>
                    </a:lnTo>
                    <a:lnTo>
                      <a:pt x="598" y="180"/>
                    </a:lnTo>
                    <a:lnTo>
                      <a:pt x="590" y="174"/>
                    </a:lnTo>
                    <a:lnTo>
                      <a:pt x="586" y="172"/>
                    </a:lnTo>
                    <a:lnTo>
                      <a:pt x="584" y="168"/>
                    </a:lnTo>
                    <a:lnTo>
                      <a:pt x="586" y="166"/>
                    </a:lnTo>
                    <a:lnTo>
                      <a:pt x="588" y="162"/>
                    </a:lnTo>
                    <a:lnTo>
                      <a:pt x="588" y="162"/>
                    </a:lnTo>
                    <a:lnTo>
                      <a:pt x="594" y="152"/>
                    </a:lnTo>
                    <a:lnTo>
                      <a:pt x="596" y="146"/>
                    </a:lnTo>
                    <a:lnTo>
                      <a:pt x="596" y="140"/>
                    </a:lnTo>
                    <a:lnTo>
                      <a:pt x="594" y="134"/>
                    </a:lnTo>
                    <a:lnTo>
                      <a:pt x="592" y="128"/>
                    </a:lnTo>
                    <a:lnTo>
                      <a:pt x="588" y="124"/>
                    </a:lnTo>
                    <a:lnTo>
                      <a:pt x="582" y="118"/>
                    </a:lnTo>
                    <a:lnTo>
                      <a:pt x="582" y="118"/>
                    </a:lnTo>
                    <a:lnTo>
                      <a:pt x="576" y="112"/>
                    </a:lnTo>
                    <a:lnTo>
                      <a:pt x="572" y="102"/>
                    </a:lnTo>
                    <a:lnTo>
                      <a:pt x="566" y="82"/>
                    </a:lnTo>
                    <a:lnTo>
                      <a:pt x="560" y="58"/>
                    </a:lnTo>
                    <a:lnTo>
                      <a:pt x="554" y="48"/>
                    </a:lnTo>
                    <a:lnTo>
                      <a:pt x="548" y="38"/>
                    </a:lnTo>
                    <a:lnTo>
                      <a:pt x="548" y="38"/>
                    </a:lnTo>
                    <a:lnTo>
                      <a:pt x="540" y="28"/>
                    </a:lnTo>
                    <a:lnTo>
                      <a:pt x="532" y="24"/>
                    </a:lnTo>
                    <a:lnTo>
                      <a:pt x="522" y="20"/>
                    </a:lnTo>
                    <a:lnTo>
                      <a:pt x="506" y="10"/>
                    </a:lnTo>
                    <a:lnTo>
                      <a:pt x="506" y="10"/>
                    </a:lnTo>
                    <a:lnTo>
                      <a:pt x="498" y="6"/>
                    </a:lnTo>
                    <a:lnTo>
                      <a:pt x="492" y="4"/>
                    </a:lnTo>
                    <a:lnTo>
                      <a:pt x="490" y="4"/>
                    </a:lnTo>
                    <a:lnTo>
                      <a:pt x="488" y="6"/>
                    </a:lnTo>
                    <a:lnTo>
                      <a:pt x="486" y="8"/>
                    </a:lnTo>
                    <a:lnTo>
                      <a:pt x="482" y="10"/>
                    </a:lnTo>
                    <a:lnTo>
                      <a:pt x="476" y="10"/>
                    </a:lnTo>
                    <a:lnTo>
                      <a:pt x="464" y="6"/>
                    </a:lnTo>
                    <a:lnTo>
                      <a:pt x="464" y="6"/>
                    </a:lnTo>
                    <a:lnTo>
                      <a:pt x="450" y="2"/>
                    </a:lnTo>
                    <a:lnTo>
                      <a:pt x="446" y="2"/>
                    </a:lnTo>
                    <a:lnTo>
                      <a:pt x="440" y="4"/>
                    </a:lnTo>
                    <a:lnTo>
                      <a:pt x="438" y="8"/>
                    </a:lnTo>
                    <a:lnTo>
                      <a:pt x="436" y="12"/>
                    </a:lnTo>
                    <a:lnTo>
                      <a:pt x="436" y="20"/>
                    </a:lnTo>
                    <a:lnTo>
                      <a:pt x="440" y="28"/>
                    </a:lnTo>
                    <a:lnTo>
                      <a:pt x="440" y="28"/>
                    </a:lnTo>
                    <a:lnTo>
                      <a:pt x="444" y="38"/>
                    </a:lnTo>
                    <a:lnTo>
                      <a:pt x="446" y="48"/>
                    </a:lnTo>
                    <a:lnTo>
                      <a:pt x="450" y="68"/>
                    </a:lnTo>
                    <a:lnTo>
                      <a:pt x="454" y="78"/>
                    </a:lnTo>
                    <a:lnTo>
                      <a:pt x="458" y="88"/>
                    </a:lnTo>
                    <a:lnTo>
                      <a:pt x="464" y="98"/>
                    </a:lnTo>
                    <a:lnTo>
                      <a:pt x="472" y="106"/>
                    </a:lnTo>
                    <a:lnTo>
                      <a:pt x="472" y="106"/>
                    </a:lnTo>
                    <a:lnTo>
                      <a:pt x="476" y="110"/>
                    </a:lnTo>
                    <a:lnTo>
                      <a:pt x="478" y="114"/>
                    </a:lnTo>
                    <a:lnTo>
                      <a:pt x="478" y="116"/>
                    </a:lnTo>
                    <a:lnTo>
                      <a:pt x="474" y="118"/>
                    </a:lnTo>
                    <a:lnTo>
                      <a:pt x="468" y="122"/>
                    </a:lnTo>
                    <a:lnTo>
                      <a:pt x="462" y="128"/>
                    </a:lnTo>
                    <a:lnTo>
                      <a:pt x="462" y="128"/>
                    </a:lnTo>
                    <a:lnTo>
                      <a:pt x="458" y="130"/>
                    </a:lnTo>
                    <a:lnTo>
                      <a:pt x="456" y="132"/>
                    </a:lnTo>
                    <a:lnTo>
                      <a:pt x="452" y="130"/>
                    </a:lnTo>
                    <a:lnTo>
                      <a:pt x="446" y="122"/>
                    </a:lnTo>
                    <a:lnTo>
                      <a:pt x="434" y="104"/>
                    </a:lnTo>
                    <a:lnTo>
                      <a:pt x="434" y="104"/>
                    </a:lnTo>
                    <a:lnTo>
                      <a:pt x="430" y="94"/>
                    </a:lnTo>
                    <a:lnTo>
                      <a:pt x="426" y="84"/>
                    </a:lnTo>
                    <a:lnTo>
                      <a:pt x="420" y="68"/>
                    </a:lnTo>
                    <a:lnTo>
                      <a:pt x="418" y="62"/>
                    </a:lnTo>
                    <a:lnTo>
                      <a:pt x="412" y="56"/>
                    </a:lnTo>
                    <a:lnTo>
                      <a:pt x="406" y="50"/>
                    </a:lnTo>
                    <a:lnTo>
                      <a:pt x="396" y="46"/>
                    </a:lnTo>
                    <a:lnTo>
                      <a:pt x="396" y="46"/>
                    </a:lnTo>
                    <a:lnTo>
                      <a:pt x="384" y="42"/>
                    </a:lnTo>
                    <a:lnTo>
                      <a:pt x="382" y="40"/>
                    </a:lnTo>
                    <a:lnTo>
                      <a:pt x="384" y="38"/>
                    </a:lnTo>
                    <a:lnTo>
                      <a:pt x="384" y="36"/>
                    </a:lnTo>
                    <a:lnTo>
                      <a:pt x="384" y="34"/>
                    </a:lnTo>
                    <a:lnTo>
                      <a:pt x="380" y="32"/>
                    </a:lnTo>
                    <a:lnTo>
                      <a:pt x="372" y="30"/>
                    </a:lnTo>
                    <a:lnTo>
                      <a:pt x="372" y="30"/>
                    </a:lnTo>
                    <a:lnTo>
                      <a:pt x="354" y="26"/>
                    </a:lnTo>
                    <a:lnTo>
                      <a:pt x="340" y="26"/>
                    </a:lnTo>
                    <a:lnTo>
                      <a:pt x="338" y="28"/>
                    </a:lnTo>
                    <a:lnTo>
                      <a:pt x="338" y="30"/>
                    </a:lnTo>
                    <a:lnTo>
                      <a:pt x="340" y="32"/>
                    </a:lnTo>
                    <a:lnTo>
                      <a:pt x="346" y="36"/>
                    </a:lnTo>
                    <a:lnTo>
                      <a:pt x="346" y="36"/>
                    </a:lnTo>
                    <a:lnTo>
                      <a:pt x="352" y="40"/>
                    </a:lnTo>
                    <a:lnTo>
                      <a:pt x="356" y="44"/>
                    </a:lnTo>
                    <a:lnTo>
                      <a:pt x="358" y="46"/>
                    </a:lnTo>
                    <a:lnTo>
                      <a:pt x="356" y="48"/>
                    </a:lnTo>
                    <a:lnTo>
                      <a:pt x="356" y="52"/>
                    </a:lnTo>
                    <a:lnTo>
                      <a:pt x="362" y="54"/>
                    </a:lnTo>
                    <a:lnTo>
                      <a:pt x="362" y="54"/>
                    </a:lnTo>
                    <a:lnTo>
                      <a:pt x="372" y="58"/>
                    </a:lnTo>
                    <a:lnTo>
                      <a:pt x="376" y="62"/>
                    </a:lnTo>
                    <a:lnTo>
                      <a:pt x="376" y="64"/>
                    </a:lnTo>
                    <a:lnTo>
                      <a:pt x="372" y="64"/>
                    </a:lnTo>
                    <a:lnTo>
                      <a:pt x="354" y="60"/>
                    </a:lnTo>
                    <a:lnTo>
                      <a:pt x="354" y="60"/>
                    </a:lnTo>
                    <a:lnTo>
                      <a:pt x="344" y="60"/>
                    </a:lnTo>
                    <a:lnTo>
                      <a:pt x="336" y="62"/>
                    </a:lnTo>
                    <a:lnTo>
                      <a:pt x="332" y="66"/>
                    </a:lnTo>
                    <a:lnTo>
                      <a:pt x="330" y="70"/>
                    </a:lnTo>
                    <a:lnTo>
                      <a:pt x="328" y="76"/>
                    </a:lnTo>
                    <a:lnTo>
                      <a:pt x="326" y="78"/>
                    </a:lnTo>
                    <a:lnTo>
                      <a:pt x="322" y="78"/>
                    </a:lnTo>
                    <a:lnTo>
                      <a:pt x="318" y="74"/>
                    </a:lnTo>
                    <a:lnTo>
                      <a:pt x="318" y="74"/>
                    </a:lnTo>
                    <a:lnTo>
                      <a:pt x="314" y="68"/>
                    </a:lnTo>
                    <a:lnTo>
                      <a:pt x="314" y="64"/>
                    </a:lnTo>
                    <a:lnTo>
                      <a:pt x="318" y="56"/>
                    </a:lnTo>
                    <a:lnTo>
                      <a:pt x="318" y="52"/>
                    </a:lnTo>
                    <a:lnTo>
                      <a:pt x="316" y="48"/>
                    </a:lnTo>
                    <a:lnTo>
                      <a:pt x="310" y="44"/>
                    </a:lnTo>
                    <a:lnTo>
                      <a:pt x="296" y="40"/>
                    </a:lnTo>
                    <a:lnTo>
                      <a:pt x="296" y="40"/>
                    </a:lnTo>
                    <a:lnTo>
                      <a:pt x="268" y="34"/>
                    </a:lnTo>
                    <a:lnTo>
                      <a:pt x="250" y="30"/>
                    </a:lnTo>
                    <a:lnTo>
                      <a:pt x="238" y="32"/>
                    </a:lnTo>
                    <a:lnTo>
                      <a:pt x="230" y="36"/>
                    </a:lnTo>
                    <a:lnTo>
                      <a:pt x="230" y="36"/>
                    </a:lnTo>
                    <a:lnTo>
                      <a:pt x="224" y="38"/>
                    </a:lnTo>
                    <a:lnTo>
                      <a:pt x="224" y="42"/>
                    </a:lnTo>
                    <a:lnTo>
                      <a:pt x="226" y="46"/>
                    </a:lnTo>
                    <a:lnTo>
                      <a:pt x="224" y="48"/>
                    </a:lnTo>
                    <a:lnTo>
                      <a:pt x="220" y="50"/>
                    </a:lnTo>
                    <a:lnTo>
                      <a:pt x="198" y="58"/>
                    </a:lnTo>
                    <a:lnTo>
                      <a:pt x="198" y="58"/>
                    </a:lnTo>
                    <a:lnTo>
                      <a:pt x="190" y="60"/>
                    </a:lnTo>
                    <a:lnTo>
                      <a:pt x="186" y="60"/>
                    </a:lnTo>
                    <a:lnTo>
                      <a:pt x="192" y="54"/>
                    </a:lnTo>
                    <a:lnTo>
                      <a:pt x="204" y="44"/>
                    </a:lnTo>
                    <a:lnTo>
                      <a:pt x="206" y="40"/>
                    </a:lnTo>
                    <a:lnTo>
                      <a:pt x="206" y="36"/>
                    </a:lnTo>
                    <a:lnTo>
                      <a:pt x="206" y="36"/>
                    </a:lnTo>
                    <a:lnTo>
                      <a:pt x="206" y="32"/>
                    </a:lnTo>
                    <a:lnTo>
                      <a:pt x="206" y="28"/>
                    </a:lnTo>
                    <a:lnTo>
                      <a:pt x="208" y="20"/>
                    </a:lnTo>
                    <a:lnTo>
                      <a:pt x="208" y="16"/>
                    </a:lnTo>
                    <a:lnTo>
                      <a:pt x="208" y="12"/>
                    </a:lnTo>
                    <a:lnTo>
                      <a:pt x="204" y="8"/>
                    </a:lnTo>
                    <a:lnTo>
                      <a:pt x="196" y="2"/>
                    </a:lnTo>
                    <a:lnTo>
                      <a:pt x="196" y="2"/>
                    </a:lnTo>
                    <a:lnTo>
                      <a:pt x="186" y="0"/>
                    </a:lnTo>
                    <a:lnTo>
                      <a:pt x="176" y="0"/>
                    </a:lnTo>
                    <a:lnTo>
                      <a:pt x="162" y="4"/>
                    </a:lnTo>
                    <a:lnTo>
                      <a:pt x="150" y="8"/>
                    </a:lnTo>
                    <a:lnTo>
                      <a:pt x="122" y="18"/>
                    </a:lnTo>
                    <a:lnTo>
                      <a:pt x="100" y="26"/>
                    </a:lnTo>
                    <a:lnTo>
                      <a:pt x="100" y="26"/>
                    </a:lnTo>
                    <a:lnTo>
                      <a:pt x="82" y="32"/>
                    </a:lnTo>
                    <a:lnTo>
                      <a:pt x="66" y="40"/>
                    </a:lnTo>
                    <a:lnTo>
                      <a:pt x="32" y="60"/>
                    </a:lnTo>
                    <a:lnTo>
                      <a:pt x="32" y="60"/>
                    </a:lnTo>
                    <a:lnTo>
                      <a:pt x="24" y="66"/>
                    </a:lnTo>
                    <a:lnTo>
                      <a:pt x="22" y="70"/>
                    </a:lnTo>
                    <a:lnTo>
                      <a:pt x="22" y="72"/>
                    </a:lnTo>
                    <a:lnTo>
                      <a:pt x="26" y="74"/>
                    </a:lnTo>
                    <a:lnTo>
                      <a:pt x="36" y="78"/>
                    </a:lnTo>
                    <a:lnTo>
                      <a:pt x="40" y="80"/>
                    </a:lnTo>
                    <a:lnTo>
                      <a:pt x="42" y="82"/>
                    </a:lnTo>
                    <a:lnTo>
                      <a:pt x="42" y="82"/>
                    </a:lnTo>
                    <a:lnTo>
                      <a:pt x="42" y="86"/>
                    </a:lnTo>
                    <a:lnTo>
                      <a:pt x="40" y="86"/>
                    </a:lnTo>
                    <a:lnTo>
                      <a:pt x="32" y="90"/>
                    </a:lnTo>
                    <a:lnTo>
                      <a:pt x="20" y="94"/>
                    </a:lnTo>
                    <a:lnTo>
                      <a:pt x="16" y="98"/>
                    </a:lnTo>
                    <a:lnTo>
                      <a:pt x="10" y="104"/>
                    </a:lnTo>
                    <a:lnTo>
                      <a:pt x="10" y="104"/>
                    </a:lnTo>
                    <a:lnTo>
                      <a:pt x="4" y="110"/>
                    </a:lnTo>
                    <a:lnTo>
                      <a:pt x="2" y="116"/>
                    </a:lnTo>
                    <a:lnTo>
                      <a:pt x="0" y="122"/>
                    </a:lnTo>
                    <a:lnTo>
                      <a:pt x="0" y="126"/>
                    </a:lnTo>
                    <a:lnTo>
                      <a:pt x="2" y="130"/>
                    </a:lnTo>
                    <a:lnTo>
                      <a:pt x="6" y="132"/>
                    </a:lnTo>
                    <a:lnTo>
                      <a:pt x="10" y="132"/>
                    </a:lnTo>
                    <a:lnTo>
                      <a:pt x="14" y="130"/>
                    </a:lnTo>
                    <a:lnTo>
                      <a:pt x="14" y="130"/>
                    </a:lnTo>
                    <a:lnTo>
                      <a:pt x="20" y="128"/>
                    </a:lnTo>
                    <a:lnTo>
                      <a:pt x="24" y="126"/>
                    </a:lnTo>
                    <a:lnTo>
                      <a:pt x="26" y="128"/>
                    </a:lnTo>
                    <a:lnTo>
                      <a:pt x="28" y="130"/>
                    </a:lnTo>
                    <a:lnTo>
                      <a:pt x="30" y="138"/>
                    </a:lnTo>
                    <a:lnTo>
                      <a:pt x="34" y="146"/>
                    </a:lnTo>
                    <a:lnTo>
                      <a:pt x="34" y="146"/>
                    </a:lnTo>
                    <a:lnTo>
                      <a:pt x="38" y="150"/>
                    </a:lnTo>
                    <a:lnTo>
                      <a:pt x="44" y="150"/>
                    </a:lnTo>
                    <a:lnTo>
                      <a:pt x="64" y="150"/>
                    </a:lnTo>
                    <a:lnTo>
                      <a:pt x="88" y="144"/>
                    </a:lnTo>
                    <a:lnTo>
                      <a:pt x="104" y="140"/>
                    </a:lnTo>
                    <a:lnTo>
                      <a:pt x="104" y="140"/>
                    </a:lnTo>
                    <a:lnTo>
                      <a:pt x="116" y="140"/>
                    </a:lnTo>
                    <a:lnTo>
                      <a:pt x="120" y="142"/>
                    </a:lnTo>
                    <a:lnTo>
                      <a:pt x="122" y="144"/>
                    </a:lnTo>
                    <a:lnTo>
                      <a:pt x="120" y="146"/>
                    </a:lnTo>
                    <a:lnTo>
                      <a:pt x="114" y="150"/>
                    </a:lnTo>
                    <a:lnTo>
                      <a:pt x="98" y="156"/>
                    </a:lnTo>
                    <a:lnTo>
                      <a:pt x="76" y="160"/>
                    </a:lnTo>
                    <a:lnTo>
                      <a:pt x="76" y="160"/>
                    </a:lnTo>
                    <a:lnTo>
                      <a:pt x="46" y="168"/>
                    </a:lnTo>
                    <a:lnTo>
                      <a:pt x="38" y="170"/>
                    </a:lnTo>
                    <a:lnTo>
                      <a:pt x="34" y="174"/>
                    </a:lnTo>
                    <a:lnTo>
                      <a:pt x="32" y="178"/>
                    </a:lnTo>
                    <a:lnTo>
                      <a:pt x="34" y="182"/>
                    </a:lnTo>
                    <a:lnTo>
                      <a:pt x="38" y="188"/>
                    </a:lnTo>
                    <a:lnTo>
                      <a:pt x="44" y="192"/>
                    </a:lnTo>
                    <a:lnTo>
                      <a:pt x="44" y="192"/>
                    </a:lnTo>
                    <a:lnTo>
                      <a:pt x="56" y="202"/>
                    </a:lnTo>
                    <a:lnTo>
                      <a:pt x="66" y="206"/>
                    </a:lnTo>
                    <a:lnTo>
                      <a:pt x="76" y="206"/>
                    </a:lnTo>
                    <a:lnTo>
                      <a:pt x="94" y="204"/>
                    </a:lnTo>
                    <a:lnTo>
                      <a:pt x="94" y="204"/>
                    </a:lnTo>
                    <a:lnTo>
                      <a:pt x="110" y="204"/>
                    </a:lnTo>
                    <a:lnTo>
                      <a:pt x="120" y="206"/>
                    </a:lnTo>
                    <a:lnTo>
                      <a:pt x="132" y="208"/>
                    </a:lnTo>
                    <a:lnTo>
                      <a:pt x="152" y="208"/>
                    </a:lnTo>
                    <a:lnTo>
                      <a:pt x="152" y="208"/>
                    </a:lnTo>
                    <a:lnTo>
                      <a:pt x="176" y="206"/>
                    </a:lnTo>
                    <a:lnTo>
                      <a:pt x="194" y="202"/>
                    </a:lnTo>
                    <a:lnTo>
                      <a:pt x="210" y="202"/>
                    </a:lnTo>
                    <a:lnTo>
                      <a:pt x="220" y="202"/>
                    </a:lnTo>
                    <a:lnTo>
                      <a:pt x="232" y="204"/>
                    </a:lnTo>
                    <a:lnTo>
                      <a:pt x="232" y="204"/>
                    </a:lnTo>
                    <a:lnTo>
                      <a:pt x="250" y="208"/>
                    </a:lnTo>
                    <a:lnTo>
                      <a:pt x="262" y="210"/>
                    </a:lnTo>
                    <a:lnTo>
                      <a:pt x="268" y="210"/>
                    </a:lnTo>
                    <a:lnTo>
                      <a:pt x="276" y="214"/>
                    </a:lnTo>
                    <a:lnTo>
                      <a:pt x="276" y="214"/>
                    </a:lnTo>
                    <a:lnTo>
                      <a:pt x="290" y="220"/>
                    </a:lnTo>
                    <a:lnTo>
                      <a:pt x="302" y="226"/>
                    </a:lnTo>
                    <a:lnTo>
                      <a:pt x="306" y="228"/>
                    </a:lnTo>
                    <a:lnTo>
                      <a:pt x="306" y="230"/>
                    </a:lnTo>
                    <a:lnTo>
                      <a:pt x="294" y="230"/>
                    </a:lnTo>
                    <a:lnTo>
                      <a:pt x="294" y="230"/>
                    </a:lnTo>
                    <a:lnTo>
                      <a:pt x="280" y="230"/>
                    </a:lnTo>
                    <a:lnTo>
                      <a:pt x="276" y="232"/>
                    </a:lnTo>
                    <a:lnTo>
                      <a:pt x="268" y="232"/>
                    </a:lnTo>
                    <a:lnTo>
                      <a:pt x="246" y="230"/>
                    </a:lnTo>
                    <a:lnTo>
                      <a:pt x="246" y="230"/>
                    </a:lnTo>
                    <a:lnTo>
                      <a:pt x="210" y="228"/>
                    </a:lnTo>
                    <a:lnTo>
                      <a:pt x="168" y="230"/>
                    </a:lnTo>
                    <a:lnTo>
                      <a:pt x="126" y="234"/>
                    </a:lnTo>
                    <a:lnTo>
                      <a:pt x="90" y="240"/>
                    </a:lnTo>
                    <a:lnTo>
                      <a:pt x="90" y="240"/>
                    </a:lnTo>
                    <a:lnTo>
                      <a:pt x="76" y="244"/>
                    </a:lnTo>
                    <a:lnTo>
                      <a:pt x="70" y="250"/>
                    </a:lnTo>
                    <a:lnTo>
                      <a:pt x="70" y="252"/>
                    </a:lnTo>
                    <a:lnTo>
                      <a:pt x="70" y="254"/>
                    </a:lnTo>
                    <a:lnTo>
                      <a:pt x="72" y="262"/>
                    </a:lnTo>
                    <a:lnTo>
                      <a:pt x="78" y="268"/>
                    </a:lnTo>
                    <a:lnTo>
                      <a:pt x="86" y="274"/>
                    </a:lnTo>
                    <a:lnTo>
                      <a:pt x="100" y="290"/>
                    </a:lnTo>
                    <a:lnTo>
                      <a:pt x="100" y="290"/>
                    </a:lnTo>
                    <a:lnTo>
                      <a:pt x="110" y="296"/>
                    </a:lnTo>
                    <a:lnTo>
                      <a:pt x="122" y="300"/>
                    </a:lnTo>
                    <a:lnTo>
                      <a:pt x="138" y="302"/>
                    </a:lnTo>
                    <a:lnTo>
                      <a:pt x="156" y="304"/>
                    </a:lnTo>
                    <a:lnTo>
                      <a:pt x="190" y="304"/>
                    </a:lnTo>
                    <a:lnTo>
                      <a:pt x="214" y="304"/>
                    </a:lnTo>
                    <a:lnTo>
                      <a:pt x="214" y="304"/>
                    </a:lnTo>
                    <a:lnTo>
                      <a:pt x="220" y="306"/>
                    </a:lnTo>
                    <a:lnTo>
                      <a:pt x="222" y="308"/>
                    </a:lnTo>
                    <a:lnTo>
                      <a:pt x="224" y="314"/>
                    </a:lnTo>
                    <a:lnTo>
                      <a:pt x="224" y="320"/>
                    </a:lnTo>
                    <a:lnTo>
                      <a:pt x="222" y="332"/>
                    </a:lnTo>
                    <a:lnTo>
                      <a:pt x="222" y="338"/>
                    </a:lnTo>
                    <a:lnTo>
                      <a:pt x="224" y="342"/>
                    </a:lnTo>
                    <a:lnTo>
                      <a:pt x="224" y="342"/>
                    </a:lnTo>
                    <a:lnTo>
                      <a:pt x="232" y="350"/>
                    </a:lnTo>
                    <a:lnTo>
                      <a:pt x="238" y="356"/>
                    </a:lnTo>
                    <a:lnTo>
                      <a:pt x="246" y="358"/>
                    </a:lnTo>
                    <a:lnTo>
                      <a:pt x="260" y="358"/>
                    </a:lnTo>
                    <a:lnTo>
                      <a:pt x="260" y="358"/>
                    </a:lnTo>
                    <a:lnTo>
                      <a:pt x="282" y="358"/>
                    </a:lnTo>
                    <a:lnTo>
                      <a:pt x="300" y="358"/>
                    </a:lnTo>
                    <a:lnTo>
                      <a:pt x="314" y="358"/>
                    </a:lnTo>
                    <a:lnTo>
                      <a:pt x="324" y="356"/>
                    </a:lnTo>
                    <a:lnTo>
                      <a:pt x="324" y="356"/>
                    </a:lnTo>
                    <a:lnTo>
                      <a:pt x="342" y="352"/>
                    </a:lnTo>
                    <a:lnTo>
                      <a:pt x="370" y="348"/>
                    </a:lnTo>
                    <a:lnTo>
                      <a:pt x="398" y="342"/>
                    </a:lnTo>
                    <a:lnTo>
                      <a:pt x="412" y="338"/>
                    </a:lnTo>
                    <a:lnTo>
                      <a:pt x="420" y="332"/>
                    </a:lnTo>
                    <a:lnTo>
                      <a:pt x="420" y="332"/>
                    </a:lnTo>
                    <a:lnTo>
                      <a:pt x="428" y="328"/>
                    </a:lnTo>
                    <a:lnTo>
                      <a:pt x="436" y="326"/>
                    </a:lnTo>
                    <a:lnTo>
                      <a:pt x="450" y="326"/>
                    </a:lnTo>
                    <a:lnTo>
                      <a:pt x="462" y="324"/>
                    </a:lnTo>
                    <a:lnTo>
                      <a:pt x="470" y="322"/>
                    </a:lnTo>
                    <a:lnTo>
                      <a:pt x="478" y="318"/>
                    </a:lnTo>
                    <a:lnTo>
                      <a:pt x="478" y="318"/>
                    </a:lnTo>
                    <a:lnTo>
                      <a:pt x="486" y="312"/>
                    </a:lnTo>
                    <a:lnTo>
                      <a:pt x="488" y="308"/>
                    </a:lnTo>
                    <a:lnTo>
                      <a:pt x="490" y="304"/>
                    </a:lnTo>
                    <a:lnTo>
                      <a:pt x="490" y="302"/>
                    </a:lnTo>
                    <a:lnTo>
                      <a:pt x="490" y="300"/>
                    </a:lnTo>
                    <a:lnTo>
                      <a:pt x="490" y="296"/>
                    </a:lnTo>
                    <a:lnTo>
                      <a:pt x="494" y="294"/>
                    </a:lnTo>
                    <a:lnTo>
                      <a:pt x="500" y="290"/>
                    </a:lnTo>
                    <a:lnTo>
                      <a:pt x="500" y="290"/>
                    </a:lnTo>
                    <a:lnTo>
                      <a:pt x="506" y="288"/>
                    </a:lnTo>
                    <a:lnTo>
                      <a:pt x="512" y="290"/>
                    </a:lnTo>
                    <a:lnTo>
                      <a:pt x="514" y="292"/>
                    </a:lnTo>
                    <a:lnTo>
                      <a:pt x="516" y="294"/>
                    </a:lnTo>
                    <a:lnTo>
                      <a:pt x="514" y="304"/>
                    </a:lnTo>
                    <a:lnTo>
                      <a:pt x="514" y="304"/>
                    </a:lnTo>
                    <a:lnTo>
                      <a:pt x="514" y="312"/>
                    </a:lnTo>
                    <a:lnTo>
                      <a:pt x="514" y="312"/>
                    </a:lnTo>
                    <a:lnTo>
                      <a:pt x="518" y="312"/>
                    </a:lnTo>
                    <a:lnTo>
                      <a:pt x="530" y="310"/>
                    </a:lnTo>
                    <a:lnTo>
                      <a:pt x="540" y="312"/>
                    </a:lnTo>
                    <a:lnTo>
                      <a:pt x="554" y="314"/>
                    </a:lnTo>
                    <a:lnTo>
                      <a:pt x="554" y="314"/>
                    </a:lnTo>
                    <a:lnTo>
                      <a:pt x="564" y="318"/>
                    </a:lnTo>
                    <a:lnTo>
                      <a:pt x="568" y="320"/>
                    </a:lnTo>
                    <a:lnTo>
                      <a:pt x="568" y="322"/>
                    </a:lnTo>
                    <a:lnTo>
                      <a:pt x="566" y="322"/>
                    </a:lnTo>
                    <a:lnTo>
                      <a:pt x="560" y="324"/>
                    </a:lnTo>
                    <a:lnTo>
                      <a:pt x="562" y="326"/>
                    </a:lnTo>
                    <a:lnTo>
                      <a:pt x="568" y="330"/>
                    </a:lnTo>
                    <a:lnTo>
                      <a:pt x="568" y="330"/>
                    </a:lnTo>
                    <a:lnTo>
                      <a:pt x="576" y="332"/>
                    </a:lnTo>
                    <a:lnTo>
                      <a:pt x="582" y="332"/>
                    </a:lnTo>
                    <a:lnTo>
                      <a:pt x="588" y="330"/>
                    </a:lnTo>
                    <a:lnTo>
                      <a:pt x="592" y="328"/>
                    </a:lnTo>
                    <a:lnTo>
                      <a:pt x="596" y="328"/>
                    </a:lnTo>
                    <a:lnTo>
                      <a:pt x="602" y="328"/>
                    </a:lnTo>
                    <a:lnTo>
                      <a:pt x="612" y="332"/>
                    </a:lnTo>
                    <a:lnTo>
                      <a:pt x="612" y="332"/>
                    </a:lnTo>
                    <a:lnTo>
                      <a:pt x="628" y="336"/>
                    </a:lnTo>
                    <a:lnTo>
                      <a:pt x="636" y="336"/>
                    </a:lnTo>
                    <a:lnTo>
                      <a:pt x="640" y="334"/>
                    </a:lnTo>
                    <a:lnTo>
                      <a:pt x="648" y="336"/>
                    </a:lnTo>
                    <a:lnTo>
                      <a:pt x="648" y="336"/>
                    </a:lnTo>
                    <a:lnTo>
                      <a:pt x="654" y="336"/>
                    </a:lnTo>
                    <a:lnTo>
                      <a:pt x="658" y="336"/>
                    </a:lnTo>
                    <a:lnTo>
                      <a:pt x="668" y="332"/>
                    </a:lnTo>
                    <a:lnTo>
                      <a:pt x="676" y="326"/>
                    </a:lnTo>
                    <a:lnTo>
                      <a:pt x="680" y="324"/>
                    </a:lnTo>
                    <a:lnTo>
                      <a:pt x="686" y="324"/>
                    </a:lnTo>
                    <a:lnTo>
                      <a:pt x="686" y="324"/>
                    </a:lnTo>
                    <a:lnTo>
                      <a:pt x="694" y="322"/>
                    </a:lnTo>
                    <a:lnTo>
                      <a:pt x="700" y="316"/>
                    </a:lnTo>
                    <a:lnTo>
                      <a:pt x="702" y="314"/>
                    </a:lnTo>
                    <a:lnTo>
                      <a:pt x="702" y="310"/>
                    </a:lnTo>
                    <a:lnTo>
                      <a:pt x="700" y="306"/>
                    </a:lnTo>
                    <a:lnTo>
                      <a:pt x="696" y="304"/>
                    </a:lnTo>
                    <a:lnTo>
                      <a:pt x="696" y="304"/>
                    </a:lnTo>
                    <a:lnTo>
                      <a:pt x="692" y="300"/>
                    </a:lnTo>
                    <a:lnTo>
                      <a:pt x="690" y="298"/>
                    </a:lnTo>
                    <a:lnTo>
                      <a:pt x="692" y="294"/>
                    </a:lnTo>
                    <a:lnTo>
                      <a:pt x="694" y="290"/>
                    </a:lnTo>
                    <a:lnTo>
                      <a:pt x="692" y="288"/>
                    </a:lnTo>
                    <a:lnTo>
                      <a:pt x="688" y="286"/>
                    </a:lnTo>
                    <a:lnTo>
                      <a:pt x="688" y="286"/>
                    </a:lnTo>
                    <a:lnTo>
                      <a:pt x="682" y="286"/>
                    </a:lnTo>
                    <a:lnTo>
                      <a:pt x="674" y="288"/>
                    </a:lnTo>
                    <a:lnTo>
                      <a:pt x="660" y="296"/>
                    </a:lnTo>
                    <a:lnTo>
                      <a:pt x="648" y="300"/>
                    </a:lnTo>
                    <a:lnTo>
                      <a:pt x="648" y="300"/>
                    </a:lnTo>
                    <a:lnTo>
                      <a:pt x="650" y="296"/>
                    </a:lnTo>
                    <a:lnTo>
                      <a:pt x="650" y="296"/>
                    </a:lnTo>
                    <a:lnTo>
                      <a:pt x="652" y="290"/>
                    </a:lnTo>
                    <a:lnTo>
                      <a:pt x="650" y="286"/>
                    </a:lnTo>
                    <a:lnTo>
                      <a:pt x="646" y="284"/>
                    </a:lnTo>
                    <a:lnTo>
                      <a:pt x="642" y="280"/>
                    </a:lnTo>
                    <a:lnTo>
                      <a:pt x="632" y="278"/>
                    </a:lnTo>
                    <a:lnTo>
                      <a:pt x="630" y="276"/>
                    </a:lnTo>
                    <a:lnTo>
                      <a:pt x="632" y="274"/>
                    </a:lnTo>
                    <a:lnTo>
                      <a:pt x="632" y="274"/>
                    </a:lnTo>
                    <a:lnTo>
                      <a:pt x="634" y="272"/>
                    </a:lnTo>
                    <a:lnTo>
                      <a:pt x="638" y="272"/>
                    </a:lnTo>
                    <a:lnTo>
                      <a:pt x="650" y="278"/>
                    </a:lnTo>
                    <a:lnTo>
                      <a:pt x="660" y="282"/>
                    </a:lnTo>
                    <a:lnTo>
                      <a:pt x="666" y="282"/>
                    </a:lnTo>
                    <a:lnTo>
                      <a:pt x="670" y="280"/>
                    </a:lnTo>
                    <a:lnTo>
                      <a:pt x="670" y="280"/>
                    </a:lnTo>
                    <a:lnTo>
                      <a:pt x="672" y="278"/>
                    </a:lnTo>
                    <a:lnTo>
                      <a:pt x="672" y="276"/>
                    </a:lnTo>
                    <a:lnTo>
                      <a:pt x="670" y="272"/>
                    </a:lnTo>
                    <a:lnTo>
                      <a:pt x="668" y="272"/>
                    </a:lnTo>
                    <a:lnTo>
                      <a:pt x="668" y="270"/>
                    </a:lnTo>
                    <a:lnTo>
                      <a:pt x="670" y="266"/>
                    </a:lnTo>
                    <a:lnTo>
                      <a:pt x="674" y="264"/>
                    </a:lnTo>
                    <a:lnTo>
                      <a:pt x="674" y="264"/>
                    </a:lnTo>
                    <a:close/>
                  </a:path>
                </a:pathLst>
              </a:custGeom>
              <a:grpFill/>
              <a:ln w="6350">
                <a:noFill/>
                <a:round/>
                <a:headEnd/>
                <a:tailEnd/>
              </a:ln>
            </p:spPr>
            <p:txBody>
              <a:bodyPr/>
              <a:lstStyle/>
              <a:p>
                <a:endParaRPr lang="en-US" b="1" dirty="0"/>
              </a:p>
            </p:txBody>
          </p:sp>
          <p:sp>
            <p:nvSpPr>
              <p:cNvPr id="57" name="Freeform 6115">
                <a:extLst>
                  <a:ext uri="{FF2B5EF4-FFF2-40B4-BE49-F238E27FC236}">
                    <a16:creationId xmlns:a16="http://schemas.microsoft.com/office/drawing/2014/main" id="{C0E12EC4-8EE9-4AA6-8559-D460ECC05219}"/>
                  </a:ext>
                </a:extLst>
              </p:cNvPr>
              <p:cNvSpPr>
                <a:spLocks/>
              </p:cNvSpPr>
              <p:nvPr/>
            </p:nvSpPr>
            <p:spPr bwMode="auto">
              <a:xfrm>
                <a:off x="1776730" y="1203643"/>
                <a:ext cx="165100" cy="125730"/>
              </a:xfrm>
              <a:custGeom>
                <a:avLst/>
                <a:gdLst/>
                <a:ahLst/>
                <a:cxnLst>
                  <a:cxn ang="0">
                    <a:pos x="256" y="98"/>
                  </a:cxn>
                  <a:cxn ang="0">
                    <a:pos x="250" y="90"/>
                  </a:cxn>
                  <a:cxn ang="0">
                    <a:pos x="242" y="92"/>
                  </a:cxn>
                  <a:cxn ang="0">
                    <a:pos x="234" y="94"/>
                  </a:cxn>
                  <a:cxn ang="0">
                    <a:pos x="222" y="84"/>
                  </a:cxn>
                  <a:cxn ang="0">
                    <a:pos x="216" y="74"/>
                  </a:cxn>
                  <a:cxn ang="0">
                    <a:pos x="192" y="60"/>
                  </a:cxn>
                  <a:cxn ang="0">
                    <a:pos x="188" y="56"/>
                  </a:cxn>
                  <a:cxn ang="0">
                    <a:pos x="196" y="52"/>
                  </a:cxn>
                  <a:cxn ang="0">
                    <a:pos x="208" y="48"/>
                  </a:cxn>
                  <a:cxn ang="0">
                    <a:pos x="226" y="42"/>
                  </a:cxn>
                  <a:cxn ang="0">
                    <a:pos x="222" y="38"/>
                  </a:cxn>
                  <a:cxn ang="0">
                    <a:pos x="216" y="32"/>
                  </a:cxn>
                  <a:cxn ang="0">
                    <a:pos x="222" y="24"/>
                  </a:cxn>
                  <a:cxn ang="0">
                    <a:pos x="230" y="20"/>
                  </a:cxn>
                  <a:cxn ang="0">
                    <a:pos x="230" y="10"/>
                  </a:cxn>
                  <a:cxn ang="0">
                    <a:pos x="218" y="4"/>
                  </a:cxn>
                  <a:cxn ang="0">
                    <a:pos x="194" y="4"/>
                  </a:cxn>
                  <a:cxn ang="0">
                    <a:pos x="180" y="8"/>
                  </a:cxn>
                  <a:cxn ang="0">
                    <a:pos x="152" y="12"/>
                  </a:cxn>
                  <a:cxn ang="0">
                    <a:pos x="130" y="6"/>
                  </a:cxn>
                  <a:cxn ang="0">
                    <a:pos x="110" y="0"/>
                  </a:cxn>
                  <a:cxn ang="0">
                    <a:pos x="86" y="4"/>
                  </a:cxn>
                  <a:cxn ang="0">
                    <a:pos x="64" y="14"/>
                  </a:cxn>
                  <a:cxn ang="0">
                    <a:pos x="50" y="24"/>
                  </a:cxn>
                  <a:cxn ang="0">
                    <a:pos x="48" y="34"/>
                  </a:cxn>
                  <a:cxn ang="0">
                    <a:pos x="62" y="44"/>
                  </a:cxn>
                  <a:cxn ang="0">
                    <a:pos x="70" y="48"/>
                  </a:cxn>
                  <a:cxn ang="0">
                    <a:pos x="88" y="58"/>
                  </a:cxn>
                  <a:cxn ang="0">
                    <a:pos x="96" y="68"/>
                  </a:cxn>
                  <a:cxn ang="0">
                    <a:pos x="92" y="78"/>
                  </a:cxn>
                  <a:cxn ang="0">
                    <a:pos x="78" y="88"/>
                  </a:cxn>
                  <a:cxn ang="0">
                    <a:pos x="74" y="88"/>
                  </a:cxn>
                  <a:cxn ang="0">
                    <a:pos x="58" y="86"/>
                  </a:cxn>
                  <a:cxn ang="0">
                    <a:pos x="38" y="74"/>
                  </a:cxn>
                  <a:cxn ang="0">
                    <a:pos x="20" y="64"/>
                  </a:cxn>
                  <a:cxn ang="0">
                    <a:pos x="10" y="64"/>
                  </a:cxn>
                  <a:cxn ang="0">
                    <a:pos x="2" y="72"/>
                  </a:cxn>
                  <a:cxn ang="0">
                    <a:pos x="0" y="78"/>
                  </a:cxn>
                  <a:cxn ang="0">
                    <a:pos x="6" y="94"/>
                  </a:cxn>
                  <a:cxn ang="0">
                    <a:pos x="26" y="110"/>
                  </a:cxn>
                  <a:cxn ang="0">
                    <a:pos x="56" y="124"/>
                  </a:cxn>
                  <a:cxn ang="0">
                    <a:pos x="74" y="132"/>
                  </a:cxn>
                  <a:cxn ang="0">
                    <a:pos x="104" y="148"/>
                  </a:cxn>
                  <a:cxn ang="0">
                    <a:pos x="124" y="168"/>
                  </a:cxn>
                  <a:cxn ang="0">
                    <a:pos x="150" y="194"/>
                  </a:cxn>
                  <a:cxn ang="0">
                    <a:pos x="162" y="198"/>
                  </a:cxn>
                  <a:cxn ang="0">
                    <a:pos x="176" y="194"/>
                  </a:cxn>
                  <a:cxn ang="0">
                    <a:pos x="180" y="184"/>
                  </a:cxn>
                  <a:cxn ang="0">
                    <a:pos x="182" y="174"/>
                  </a:cxn>
                  <a:cxn ang="0">
                    <a:pos x="192" y="170"/>
                  </a:cxn>
                  <a:cxn ang="0">
                    <a:pos x="200" y="172"/>
                  </a:cxn>
                  <a:cxn ang="0">
                    <a:pos x="220" y="170"/>
                  </a:cxn>
                  <a:cxn ang="0">
                    <a:pos x="238" y="162"/>
                  </a:cxn>
                  <a:cxn ang="0">
                    <a:pos x="250" y="148"/>
                  </a:cxn>
                  <a:cxn ang="0">
                    <a:pos x="252" y="138"/>
                  </a:cxn>
                  <a:cxn ang="0">
                    <a:pos x="252" y="124"/>
                  </a:cxn>
                  <a:cxn ang="0">
                    <a:pos x="258" y="114"/>
                  </a:cxn>
                  <a:cxn ang="0">
                    <a:pos x="258" y="106"/>
                  </a:cxn>
                  <a:cxn ang="0">
                    <a:pos x="256" y="98"/>
                  </a:cxn>
                </a:cxnLst>
                <a:rect l="0" t="0" r="r" b="b"/>
                <a:pathLst>
                  <a:path w="260" h="198">
                    <a:moveTo>
                      <a:pt x="256" y="98"/>
                    </a:moveTo>
                    <a:lnTo>
                      <a:pt x="256" y="98"/>
                    </a:lnTo>
                    <a:lnTo>
                      <a:pt x="254" y="92"/>
                    </a:lnTo>
                    <a:lnTo>
                      <a:pt x="250" y="90"/>
                    </a:lnTo>
                    <a:lnTo>
                      <a:pt x="246" y="90"/>
                    </a:lnTo>
                    <a:lnTo>
                      <a:pt x="242" y="92"/>
                    </a:lnTo>
                    <a:lnTo>
                      <a:pt x="238" y="94"/>
                    </a:lnTo>
                    <a:lnTo>
                      <a:pt x="234" y="94"/>
                    </a:lnTo>
                    <a:lnTo>
                      <a:pt x="228" y="90"/>
                    </a:lnTo>
                    <a:lnTo>
                      <a:pt x="222" y="84"/>
                    </a:lnTo>
                    <a:lnTo>
                      <a:pt x="222" y="84"/>
                    </a:lnTo>
                    <a:lnTo>
                      <a:pt x="216" y="74"/>
                    </a:lnTo>
                    <a:lnTo>
                      <a:pt x="208" y="68"/>
                    </a:lnTo>
                    <a:lnTo>
                      <a:pt x="192" y="60"/>
                    </a:lnTo>
                    <a:lnTo>
                      <a:pt x="190" y="58"/>
                    </a:lnTo>
                    <a:lnTo>
                      <a:pt x="188" y="56"/>
                    </a:lnTo>
                    <a:lnTo>
                      <a:pt x="190" y="54"/>
                    </a:lnTo>
                    <a:lnTo>
                      <a:pt x="196" y="52"/>
                    </a:lnTo>
                    <a:lnTo>
                      <a:pt x="208" y="48"/>
                    </a:lnTo>
                    <a:lnTo>
                      <a:pt x="208" y="48"/>
                    </a:lnTo>
                    <a:lnTo>
                      <a:pt x="220" y="46"/>
                    </a:lnTo>
                    <a:lnTo>
                      <a:pt x="226" y="42"/>
                    </a:lnTo>
                    <a:lnTo>
                      <a:pt x="226" y="40"/>
                    </a:lnTo>
                    <a:lnTo>
                      <a:pt x="222" y="38"/>
                    </a:lnTo>
                    <a:lnTo>
                      <a:pt x="218" y="34"/>
                    </a:lnTo>
                    <a:lnTo>
                      <a:pt x="216" y="32"/>
                    </a:lnTo>
                    <a:lnTo>
                      <a:pt x="216" y="28"/>
                    </a:lnTo>
                    <a:lnTo>
                      <a:pt x="222" y="24"/>
                    </a:lnTo>
                    <a:lnTo>
                      <a:pt x="222" y="24"/>
                    </a:lnTo>
                    <a:lnTo>
                      <a:pt x="230" y="20"/>
                    </a:lnTo>
                    <a:lnTo>
                      <a:pt x="232" y="16"/>
                    </a:lnTo>
                    <a:lnTo>
                      <a:pt x="230" y="10"/>
                    </a:lnTo>
                    <a:lnTo>
                      <a:pt x="226" y="6"/>
                    </a:lnTo>
                    <a:lnTo>
                      <a:pt x="218" y="4"/>
                    </a:lnTo>
                    <a:lnTo>
                      <a:pt x="208" y="4"/>
                    </a:lnTo>
                    <a:lnTo>
                      <a:pt x="194" y="4"/>
                    </a:lnTo>
                    <a:lnTo>
                      <a:pt x="180" y="8"/>
                    </a:lnTo>
                    <a:lnTo>
                      <a:pt x="180" y="8"/>
                    </a:lnTo>
                    <a:lnTo>
                      <a:pt x="164" y="12"/>
                    </a:lnTo>
                    <a:lnTo>
                      <a:pt x="152" y="12"/>
                    </a:lnTo>
                    <a:lnTo>
                      <a:pt x="140" y="10"/>
                    </a:lnTo>
                    <a:lnTo>
                      <a:pt x="130" y="6"/>
                    </a:lnTo>
                    <a:lnTo>
                      <a:pt x="120" y="4"/>
                    </a:lnTo>
                    <a:lnTo>
                      <a:pt x="110" y="0"/>
                    </a:lnTo>
                    <a:lnTo>
                      <a:pt x="98" y="0"/>
                    </a:lnTo>
                    <a:lnTo>
                      <a:pt x="86" y="4"/>
                    </a:lnTo>
                    <a:lnTo>
                      <a:pt x="86" y="4"/>
                    </a:lnTo>
                    <a:lnTo>
                      <a:pt x="64" y="14"/>
                    </a:lnTo>
                    <a:lnTo>
                      <a:pt x="56" y="20"/>
                    </a:lnTo>
                    <a:lnTo>
                      <a:pt x="50" y="24"/>
                    </a:lnTo>
                    <a:lnTo>
                      <a:pt x="46" y="28"/>
                    </a:lnTo>
                    <a:lnTo>
                      <a:pt x="48" y="34"/>
                    </a:lnTo>
                    <a:lnTo>
                      <a:pt x="52" y="38"/>
                    </a:lnTo>
                    <a:lnTo>
                      <a:pt x="62" y="44"/>
                    </a:lnTo>
                    <a:lnTo>
                      <a:pt x="70" y="48"/>
                    </a:lnTo>
                    <a:lnTo>
                      <a:pt x="70" y="48"/>
                    </a:lnTo>
                    <a:lnTo>
                      <a:pt x="82" y="52"/>
                    </a:lnTo>
                    <a:lnTo>
                      <a:pt x="88" y="58"/>
                    </a:lnTo>
                    <a:lnTo>
                      <a:pt x="94" y="62"/>
                    </a:lnTo>
                    <a:lnTo>
                      <a:pt x="96" y="68"/>
                    </a:lnTo>
                    <a:lnTo>
                      <a:pt x="94" y="74"/>
                    </a:lnTo>
                    <a:lnTo>
                      <a:pt x="92" y="78"/>
                    </a:lnTo>
                    <a:lnTo>
                      <a:pt x="86" y="84"/>
                    </a:lnTo>
                    <a:lnTo>
                      <a:pt x="78" y="88"/>
                    </a:lnTo>
                    <a:lnTo>
                      <a:pt x="78" y="88"/>
                    </a:lnTo>
                    <a:lnTo>
                      <a:pt x="74" y="88"/>
                    </a:lnTo>
                    <a:lnTo>
                      <a:pt x="68" y="90"/>
                    </a:lnTo>
                    <a:lnTo>
                      <a:pt x="58" y="86"/>
                    </a:lnTo>
                    <a:lnTo>
                      <a:pt x="48" y="80"/>
                    </a:lnTo>
                    <a:lnTo>
                      <a:pt x="38" y="74"/>
                    </a:lnTo>
                    <a:lnTo>
                      <a:pt x="28" y="68"/>
                    </a:lnTo>
                    <a:lnTo>
                      <a:pt x="20" y="64"/>
                    </a:lnTo>
                    <a:lnTo>
                      <a:pt x="16" y="64"/>
                    </a:lnTo>
                    <a:lnTo>
                      <a:pt x="10" y="64"/>
                    </a:lnTo>
                    <a:lnTo>
                      <a:pt x="6" y="66"/>
                    </a:lnTo>
                    <a:lnTo>
                      <a:pt x="2" y="72"/>
                    </a:lnTo>
                    <a:lnTo>
                      <a:pt x="2" y="72"/>
                    </a:lnTo>
                    <a:lnTo>
                      <a:pt x="0" y="78"/>
                    </a:lnTo>
                    <a:lnTo>
                      <a:pt x="0" y="86"/>
                    </a:lnTo>
                    <a:lnTo>
                      <a:pt x="6" y="94"/>
                    </a:lnTo>
                    <a:lnTo>
                      <a:pt x="14" y="102"/>
                    </a:lnTo>
                    <a:lnTo>
                      <a:pt x="26" y="110"/>
                    </a:lnTo>
                    <a:lnTo>
                      <a:pt x="40" y="118"/>
                    </a:lnTo>
                    <a:lnTo>
                      <a:pt x="56" y="124"/>
                    </a:lnTo>
                    <a:lnTo>
                      <a:pt x="74" y="132"/>
                    </a:lnTo>
                    <a:lnTo>
                      <a:pt x="74" y="132"/>
                    </a:lnTo>
                    <a:lnTo>
                      <a:pt x="90" y="138"/>
                    </a:lnTo>
                    <a:lnTo>
                      <a:pt x="104" y="148"/>
                    </a:lnTo>
                    <a:lnTo>
                      <a:pt x="116" y="158"/>
                    </a:lnTo>
                    <a:lnTo>
                      <a:pt x="124" y="168"/>
                    </a:lnTo>
                    <a:lnTo>
                      <a:pt x="142" y="188"/>
                    </a:lnTo>
                    <a:lnTo>
                      <a:pt x="150" y="194"/>
                    </a:lnTo>
                    <a:lnTo>
                      <a:pt x="162" y="198"/>
                    </a:lnTo>
                    <a:lnTo>
                      <a:pt x="162" y="198"/>
                    </a:lnTo>
                    <a:lnTo>
                      <a:pt x="170" y="198"/>
                    </a:lnTo>
                    <a:lnTo>
                      <a:pt x="176" y="194"/>
                    </a:lnTo>
                    <a:lnTo>
                      <a:pt x="178" y="190"/>
                    </a:lnTo>
                    <a:lnTo>
                      <a:pt x="180" y="184"/>
                    </a:lnTo>
                    <a:lnTo>
                      <a:pt x="182" y="178"/>
                    </a:lnTo>
                    <a:lnTo>
                      <a:pt x="182" y="174"/>
                    </a:lnTo>
                    <a:lnTo>
                      <a:pt x="186" y="170"/>
                    </a:lnTo>
                    <a:lnTo>
                      <a:pt x="192" y="170"/>
                    </a:lnTo>
                    <a:lnTo>
                      <a:pt x="192" y="170"/>
                    </a:lnTo>
                    <a:lnTo>
                      <a:pt x="200" y="172"/>
                    </a:lnTo>
                    <a:lnTo>
                      <a:pt x="210" y="172"/>
                    </a:lnTo>
                    <a:lnTo>
                      <a:pt x="220" y="170"/>
                    </a:lnTo>
                    <a:lnTo>
                      <a:pt x="230" y="166"/>
                    </a:lnTo>
                    <a:lnTo>
                      <a:pt x="238" y="162"/>
                    </a:lnTo>
                    <a:lnTo>
                      <a:pt x="246" y="156"/>
                    </a:lnTo>
                    <a:lnTo>
                      <a:pt x="250" y="148"/>
                    </a:lnTo>
                    <a:lnTo>
                      <a:pt x="252" y="138"/>
                    </a:lnTo>
                    <a:lnTo>
                      <a:pt x="252" y="138"/>
                    </a:lnTo>
                    <a:lnTo>
                      <a:pt x="252" y="130"/>
                    </a:lnTo>
                    <a:lnTo>
                      <a:pt x="252" y="124"/>
                    </a:lnTo>
                    <a:lnTo>
                      <a:pt x="256" y="118"/>
                    </a:lnTo>
                    <a:lnTo>
                      <a:pt x="258" y="114"/>
                    </a:lnTo>
                    <a:lnTo>
                      <a:pt x="260" y="112"/>
                    </a:lnTo>
                    <a:lnTo>
                      <a:pt x="258" y="106"/>
                    </a:lnTo>
                    <a:lnTo>
                      <a:pt x="256" y="98"/>
                    </a:lnTo>
                    <a:lnTo>
                      <a:pt x="256" y="98"/>
                    </a:lnTo>
                    <a:close/>
                  </a:path>
                </a:pathLst>
              </a:custGeom>
              <a:grpFill/>
              <a:ln w="6350">
                <a:noFill/>
                <a:round/>
                <a:headEnd/>
                <a:tailEnd/>
              </a:ln>
            </p:spPr>
            <p:txBody>
              <a:bodyPr/>
              <a:lstStyle/>
              <a:p>
                <a:endParaRPr lang="en-US" b="1" dirty="0"/>
              </a:p>
            </p:txBody>
          </p:sp>
          <p:sp>
            <p:nvSpPr>
              <p:cNvPr id="58" name="Freeform 6116">
                <a:extLst>
                  <a:ext uri="{FF2B5EF4-FFF2-40B4-BE49-F238E27FC236}">
                    <a16:creationId xmlns:a16="http://schemas.microsoft.com/office/drawing/2014/main" id="{5CE19E1D-08CF-4993-8891-8BA868E68E19}"/>
                  </a:ext>
                </a:extLst>
              </p:cNvPr>
              <p:cNvSpPr>
                <a:spLocks/>
              </p:cNvSpPr>
              <p:nvPr/>
            </p:nvSpPr>
            <p:spPr bwMode="auto">
              <a:xfrm>
                <a:off x="1750060" y="1098233"/>
                <a:ext cx="34290" cy="8890"/>
              </a:xfrm>
              <a:custGeom>
                <a:avLst/>
                <a:gdLst/>
                <a:ahLst/>
                <a:cxnLst>
                  <a:cxn ang="0">
                    <a:pos x="2" y="14"/>
                  </a:cxn>
                  <a:cxn ang="0">
                    <a:pos x="2" y="14"/>
                  </a:cxn>
                  <a:cxn ang="0">
                    <a:pos x="8" y="14"/>
                  </a:cxn>
                  <a:cxn ang="0">
                    <a:pos x="16" y="14"/>
                  </a:cxn>
                  <a:cxn ang="0">
                    <a:pos x="36" y="10"/>
                  </a:cxn>
                  <a:cxn ang="0">
                    <a:pos x="50" y="4"/>
                  </a:cxn>
                  <a:cxn ang="0">
                    <a:pos x="54" y="2"/>
                  </a:cxn>
                  <a:cxn ang="0">
                    <a:pos x="54" y="2"/>
                  </a:cxn>
                  <a:cxn ang="0">
                    <a:pos x="54" y="0"/>
                  </a:cxn>
                  <a:cxn ang="0">
                    <a:pos x="54" y="0"/>
                  </a:cxn>
                  <a:cxn ang="0">
                    <a:pos x="48" y="0"/>
                  </a:cxn>
                  <a:cxn ang="0">
                    <a:pos x="38" y="0"/>
                  </a:cxn>
                  <a:cxn ang="0">
                    <a:pos x="18" y="4"/>
                  </a:cxn>
                  <a:cxn ang="0">
                    <a:pos x="2" y="10"/>
                  </a:cxn>
                  <a:cxn ang="0">
                    <a:pos x="0" y="12"/>
                  </a:cxn>
                  <a:cxn ang="0">
                    <a:pos x="2" y="14"/>
                  </a:cxn>
                  <a:cxn ang="0">
                    <a:pos x="2" y="14"/>
                  </a:cxn>
                </a:cxnLst>
                <a:rect l="0" t="0" r="r" b="b"/>
                <a:pathLst>
                  <a:path w="54" h="14">
                    <a:moveTo>
                      <a:pt x="2" y="14"/>
                    </a:moveTo>
                    <a:lnTo>
                      <a:pt x="2" y="14"/>
                    </a:lnTo>
                    <a:lnTo>
                      <a:pt x="8" y="14"/>
                    </a:lnTo>
                    <a:lnTo>
                      <a:pt x="16" y="14"/>
                    </a:lnTo>
                    <a:lnTo>
                      <a:pt x="36" y="10"/>
                    </a:lnTo>
                    <a:lnTo>
                      <a:pt x="50" y="4"/>
                    </a:lnTo>
                    <a:lnTo>
                      <a:pt x="54" y="2"/>
                    </a:lnTo>
                    <a:lnTo>
                      <a:pt x="54" y="2"/>
                    </a:lnTo>
                    <a:lnTo>
                      <a:pt x="54" y="0"/>
                    </a:lnTo>
                    <a:lnTo>
                      <a:pt x="54" y="0"/>
                    </a:lnTo>
                    <a:lnTo>
                      <a:pt x="48" y="0"/>
                    </a:lnTo>
                    <a:lnTo>
                      <a:pt x="38" y="0"/>
                    </a:lnTo>
                    <a:lnTo>
                      <a:pt x="18" y="4"/>
                    </a:lnTo>
                    <a:lnTo>
                      <a:pt x="2" y="10"/>
                    </a:lnTo>
                    <a:lnTo>
                      <a:pt x="0" y="12"/>
                    </a:lnTo>
                    <a:lnTo>
                      <a:pt x="2" y="14"/>
                    </a:lnTo>
                    <a:lnTo>
                      <a:pt x="2" y="14"/>
                    </a:lnTo>
                    <a:close/>
                  </a:path>
                </a:pathLst>
              </a:custGeom>
              <a:grpFill/>
              <a:ln w="6350">
                <a:noFill/>
                <a:round/>
                <a:headEnd/>
                <a:tailEnd/>
              </a:ln>
            </p:spPr>
            <p:txBody>
              <a:bodyPr/>
              <a:lstStyle/>
              <a:p>
                <a:endParaRPr lang="en-US" b="1" dirty="0"/>
              </a:p>
            </p:txBody>
          </p:sp>
          <p:sp>
            <p:nvSpPr>
              <p:cNvPr id="59" name="Freeform 6117">
                <a:extLst>
                  <a:ext uri="{FF2B5EF4-FFF2-40B4-BE49-F238E27FC236}">
                    <a16:creationId xmlns:a16="http://schemas.microsoft.com/office/drawing/2014/main" id="{FE861EAC-4CC9-4B47-BA30-1291C925570A}"/>
                  </a:ext>
                </a:extLst>
              </p:cNvPr>
              <p:cNvSpPr>
                <a:spLocks/>
              </p:cNvSpPr>
              <p:nvPr/>
            </p:nvSpPr>
            <p:spPr bwMode="auto">
              <a:xfrm>
                <a:off x="1854200" y="1394143"/>
                <a:ext cx="114300" cy="66040"/>
              </a:xfrm>
              <a:custGeom>
                <a:avLst/>
                <a:gdLst/>
                <a:ahLst/>
                <a:cxnLst>
                  <a:cxn ang="0">
                    <a:pos x="42" y="32"/>
                  </a:cxn>
                  <a:cxn ang="0">
                    <a:pos x="42" y="32"/>
                  </a:cxn>
                  <a:cxn ang="0">
                    <a:pos x="32" y="42"/>
                  </a:cxn>
                  <a:cxn ang="0">
                    <a:pos x="24" y="50"/>
                  </a:cxn>
                  <a:cxn ang="0">
                    <a:pos x="14" y="52"/>
                  </a:cxn>
                  <a:cxn ang="0">
                    <a:pos x="8" y="54"/>
                  </a:cxn>
                  <a:cxn ang="0">
                    <a:pos x="2" y="56"/>
                  </a:cxn>
                  <a:cxn ang="0">
                    <a:pos x="0" y="58"/>
                  </a:cxn>
                  <a:cxn ang="0">
                    <a:pos x="2" y="62"/>
                  </a:cxn>
                  <a:cxn ang="0">
                    <a:pos x="10" y="68"/>
                  </a:cxn>
                  <a:cxn ang="0">
                    <a:pos x="10" y="68"/>
                  </a:cxn>
                  <a:cxn ang="0">
                    <a:pos x="20" y="74"/>
                  </a:cxn>
                  <a:cxn ang="0">
                    <a:pos x="34" y="78"/>
                  </a:cxn>
                  <a:cxn ang="0">
                    <a:pos x="72" y="86"/>
                  </a:cxn>
                  <a:cxn ang="0">
                    <a:pos x="72" y="86"/>
                  </a:cxn>
                  <a:cxn ang="0">
                    <a:pos x="84" y="88"/>
                  </a:cxn>
                  <a:cxn ang="0">
                    <a:pos x="94" y="92"/>
                  </a:cxn>
                  <a:cxn ang="0">
                    <a:pos x="112" y="100"/>
                  </a:cxn>
                  <a:cxn ang="0">
                    <a:pos x="120" y="102"/>
                  </a:cxn>
                  <a:cxn ang="0">
                    <a:pos x="128" y="104"/>
                  </a:cxn>
                  <a:cxn ang="0">
                    <a:pos x="136" y="102"/>
                  </a:cxn>
                  <a:cxn ang="0">
                    <a:pos x="142" y="96"/>
                  </a:cxn>
                  <a:cxn ang="0">
                    <a:pos x="142" y="96"/>
                  </a:cxn>
                  <a:cxn ang="0">
                    <a:pos x="150" y="90"/>
                  </a:cxn>
                  <a:cxn ang="0">
                    <a:pos x="156" y="88"/>
                  </a:cxn>
                  <a:cxn ang="0">
                    <a:pos x="164" y="86"/>
                  </a:cxn>
                  <a:cxn ang="0">
                    <a:pos x="170" y="86"/>
                  </a:cxn>
                  <a:cxn ang="0">
                    <a:pos x="174" y="84"/>
                  </a:cxn>
                  <a:cxn ang="0">
                    <a:pos x="178" y="78"/>
                  </a:cxn>
                  <a:cxn ang="0">
                    <a:pos x="178" y="78"/>
                  </a:cxn>
                  <a:cxn ang="0">
                    <a:pos x="180" y="74"/>
                  </a:cxn>
                  <a:cxn ang="0">
                    <a:pos x="180" y="72"/>
                  </a:cxn>
                  <a:cxn ang="0">
                    <a:pos x="174" y="72"/>
                  </a:cxn>
                  <a:cxn ang="0">
                    <a:pos x="170" y="72"/>
                  </a:cxn>
                  <a:cxn ang="0">
                    <a:pos x="164" y="70"/>
                  </a:cxn>
                  <a:cxn ang="0">
                    <a:pos x="158" y="66"/>
                  </a:cxn>
                  <a:cxn ang="0">
                    <a:pos x="152" y="58"/>
                  </a:cxn>
                  <a:cxn ang="0">
                    <a:pos x="152" y="58"/>
                  </a:cxn>
                  <a:cxn ang="0">
                    <a:pos x="148" y="50"/>
                  </a:cxn>
                  <a:cxn ang="0">
                    <a:pos x="144" y="44"/>
                  </a:cxn>
                  <a:cxn ang="0">
                    <a:pos x="140" y="42"/>
                  </a:cxn>
                  <a:cxn ang="0">
                    <a:pos x="136" y="42"/>
                  </a:cxn>
                  <a:cxn ang="0">
                    <a:pos x="124" y="36"/>
                  </a:cxn>
                  <a:cxn ang="0">
                    <a:pos x="116" y="30"/>
                  </a:cxn>
                  <a:cxn ang="0">
                    <a:pos x="106" y="20"/>
                  </a:cxn>
                  <a:cxn ang="0">
                    <a:pos x="106" y="20"/>
                  </a:cxn>
                  <a:cxn ang="0">
                    <a:pos x="94" y="10"/>
                  </a:cxn>
                  <a:cxn ang="0">
                    <a:pos x="86" y="2"/>
                  </a:cxn>
                  <a:cxn ang="0">
                    <a:pos x="78" y="0"/>
                  </a:cxn>
                  <a:cxn ang="0">
                    <a:pos x="70" y="0"/>
                  </a:cxn>
                  <a:cxn ang="0">
                    <a:pos x="64" y="4"/>
                  </a:cxn>
                  <a:cxn ang="0">
                    <a:pos x="56" y="10"/>
                  </a:cxn>
                  <a:cxn ang="0">
                    <a:pos x="42" y="32"/>
                  </a:cxn>
                  <a:cxn ang="0">
                    <a:pos x="42" y="32"/>
                  </a:cxn>
                </a:cxnLst>
                <a:rect l="0" t="0" r="r" b="b"/>
                <a:pathLst>
                  <a:path w="180" h="104">
                    <a:moveTo>
                      <a:pt x="42" y="32"/>
                    </a:moveTo>
                    <a:lnTo>
                      <a:pt x="42" y="32"/>
                    </a:lnTo>
                    <a:lnTo>
                      <a:pt x="32" y="42"/>
                    </a:lnTo>
                    <a:lnTo>
                      <a:pt x="24" y="50"/>
                    </a:lnTo>
                    <a:lnTo>
                      <a:pt x="14" y="52"/>
                    </a:lnTo>
                    <a:lnTo>
                      <a:pt x="8" y="54"/>
                    </a:lnTo>
                    <a:lnTo>
                      <a:pt x="2" y="56"/>
                    </a:lnTo>
                    <a:lnTo>
                      <a:pt x="0" y="58"/>
                    </a:lnTo>
                    <a:lnTo>
                      <a:pt x="2" y="62"/>
                    </a:lnTo>
                    <a:lnTo>
                      <a:pt x="10" y="68"/>
                    </a:lnTo>
                    <a:lnTo>
                      <a:pt x="10" y="68"/>
                    </a:lnTo>
                    <a:lnTo>
                      <a:pt x="20" y="74"/>
                    </a:lnTo>
                    <a:lnTo>
                      <a:pt x="34" y="78"/>
                    </a:lnTo>
                    <a:lnTo>
                      <a:pt x="72" y="86"/>
                    </a:lnTo>
                    <a:lnTo>
                      <a:pt x="72" y="86"/>
                    </a:lnTo>
                    <a:lnTo>
                      <a:pt x="84" y="88"/>
                    </a:lnTo>
                    <a:lnTo>
                      <a:pt x="94" y="92"/>
                    </a:lnTo>
                    <a:lnTo>
                      <a:pt x="112" y="100"/>
                    </a:lnTo>
                    <a:lnTo>
                      <a:pt x="120" y="102"/>
                    </a:lnTo>
                    <a:lnTo>
                      <a:pt x="128" y="104"/>
                    </a:lnTo>
                    <a:lnTo>
                      <a:pt x="136" y="102"/>
                    </a:lnTo>
                    <a:lnTo>
                      <a:pt x="142" y="96"/>
                    </a:lnTo>
                    <a:lnTo>
                      <a:pt x="142" y="96"/>
                    </a:lnTo>
                    <a:lnTo>
                      <a:pt x="150" y="90"/>
                    </a:lnTo>
                    <a:lnTo>
                      <a:pt x="156" y="88"/>
                    </a:lnTo>
                    <a:lnTo>
                      <a:pt x="164" y="86"/>
                    </a:lnTo>
                    <a:lnTo>
                      <a:pt x="170" y="86"/>
                    </a:lnTo>
                    <a:lnTo>
                      <a:pt x="174" y="84"/>
                    </a:lnTo>
                    <a:lnTo>
                      <a:pt x="178" y="78"/>
                    </a:lnTo>
                    <a:lnTo>
                      <a:pt x="178" y="78"/>
                    </a:lnTo>
                    <a:lnTo>
                      <a:pt x="180" y="74"/>
                    </a:lnTo>
                    <a:lnTo>
                      <a:pt x="180" y="72"/>
                    </a:lnTo>
                    <a:lnTo>
                      <a:pt x="174" y="72"/>
                    </a:lnTo>
                    <a:lnTo>
                      <a:pt x="170" y="72"/>
                    </a:lnTo>
                    <a:lnTo>
                      <a:pt x="164" y="70"/>
                    </a:lnTo>
                    <a:lnTo>
                      <a:pt x="158" y="66"/>
                    </a:lnTo>
                    <a:lnTo>
                      <a:pt x="152" y="58"/>
                    </a:lnTo>
                    <a:lnTo>
                      <a:pt x="152" y="58"/>
                    </a:lnTo>
                    <a:lnTo>
                      <a:pt x="148" y="50"/>
                    </a:lnTo>
                    <a:lnTo>
                      <a:pt x="144" y="44"/>
                    </a:lnTo>
                    <a:lnTo>
                      <a:pt x="140" y="42"/>
                    </a:lnTo>
                    <a:lnTo>
                      <a:pt x="136" y="42"/>
                    </a:lnTo>
                    <a:lnTo>
                      <a:pt x="124" y="36"/>
                    </a:lnTo>
                    <a:lnTo>
                      <a:pt x="116" y="30"/>
                    </a:lnTo>
                    <a:lnTo>
                      <a:pt x="106" y="20"/>
                    </a:lnTo>
                    <a:lnTo>
                      <a:pt x="106" y="20"/>
                    </a:lnTo>
                    <a:lnTo>
                      <a:pt x="94" y="10"/>
                    </a:lnTo>
                    <a:lnTo>
                      <a:pt x="86" y="2"/>
                    </a:lnTo>
                    <a:lnTo>
                      <a:pt x="78" y="0"/>
                    </a:lnTo>
                    <a:lnTo>
                      <a:pt x="70" y="0"/>
                    </a:lnTo>
                    <a:lnTo>
                      <a:pt x="64" y="4"/>
                    </a:lnTo>
                    <a:lnTo>
                      <a:pt x="56" y="10"/>
                    </a:lnTo>
                    <a:lnTo>
                      <a:pt x="42" y="32"/>
                    </a:lnTo>
                    <a:lnTo>
                      <a:pt x="42" y="32"/>
                    </a:lnTo>
                    <a:close/>
                  </a:path>
                </a:pathLst>
              </a:custGeom>
              <a:grpFill/>
              <a:ln w="6350">
                <a:noFill/>
                <a:round/>
                <a:headEnd/>
                <a:tailEnd/>
              </a:ln>
            </p:spPr>
            <p:txBody>
              <a:bodyPr/>
              <a:lstStyle/>
              <a:p>
                <a:endParaRPr lang="en-US" b="1" dirty="0"/>
              </a:p>
            </p:txBody>
          </p:sp>
          <p:sp>
            <p:nvSpPr>
              <p:cNvPr id="60" name="Freeform 6118">
                <a:extLst>
                  <a:ext uri="{FF2B5EF4-FFF2-40B4-BE49-F238E27FC236}">
                    <a16:creationId xmlns:a16="http://schemas.microsoft.com/office/drawing/2014/main" id="{09494660-8EC4-4C1F-8294-A7CF8A27DF7D}"/>
                  </a:ext>
                </a:extLst>
              </p:cNvPr>
              <p:cNvSpPr>
                <a:spLocks/>
              </p:cNvSpPr>
              <p:nvPr/>
            </p:nvSpPr>
            <p:spPr bwMode="auto">
              <a:xfrm>
                <a:off x="2529839" y="699453"/>
                <a:ext cx="1550670" cy="1127760"/>
              </a:xfrm>
              <a:custGeom>
                <a:avLst/>
                <a:gdLst/>
                <a:ahLst/>
                <a:cxnLst>
                  <a:cxn ang="0">
                    <a:pos x="220" y="296"/>
                  </a:cxn>
                  <a:cxn ang="0">
                    <a:pos x="150" y="400"/>
                  </a:cxn>
                  <a:cxn ang="0">
                    <a:pos x="96" y="502"/>
                  </a:cxn>
                  <a:cxn ang="0">
                    <a:pos x="62" y="558"/>
                  </a:cxn>
                  <a:cxn ang="0">
                    <a:pos x="228" y="618"/>
                  </a:cxn>
                  <a:cxn ang="0">
                    <a:pos x="350" y="620"/>
                  </a:cxn>
                  <a:cxn ang="0">
                    <a:pos x="584" y="666"/>
                  </a:cxn>
                  <a:cxn ang="0">
                    <a:pos x="674" y="786"/>
                  </a:cxn>
                  <a:cxn ang="0">
                    <a:pos x="706" y="902"/>
                  </a:cxn>
                  <a:cxn ang="0">
                    <a:pos x="744" y="990"/>
                  </a:cxn>
                  <a:cxn ang="0">
                    <a:pos x="836" y="1010"/>
                  </a:cxn>
                  <a:cxn ang="0">
                    <a:pos x="750" y="1050"/>
                  </a:cxn>
                  <a:cxn ang="0">
                    <a:pos x="890" y="1110"/>
                  </a:cxn>
                  <a:cxn ang="0">
                    <a:pos x="788" y="1212"/>
                  </a:cxn>
                  <a:cxn ang="0">
                    <a:pos x="782" y="1328"/>
                  </a:cxn>
                  <a:cxn ang="0">
                    <a:pos x="834" y="1452"/>
                  </a:cxn>
                  <a:cxn ang="0">
                    <a:pos x="922" y="1474"/>
                  </a:cxn>
                  <a:cxn ang="0">
                    <a:pos x="860" y="1502"/>
                  </a:cxn>
                  <a:cxn ang="0">
                    <a:pos x="908" y="1598"/>
                  </a:cxn>
                  <a:cxn ang="0">
                    <a:pos x="966" y="1678"/>
                  </a:cxn>
                  <a:cxn ang="0">
                    <a:pos x="1032" y="1712"/>
                  </a:cxn>
                  <a:cxn ang="0">
                    <a:pos x="1090" y="1738"/>
                  </a:cxn>
                  <a:cxn ang="0">
                    <a:pos x="1196" y="1768"/>
                  </a:cxn>
                  <a:cxn ang="0">
                    <a:pos x="1232" y="1622"/>
                  </a:cxn>
                  <a:cxn ang="0">
                    <a:pos x="1262" y="1566"/>
                  </a:cxn>
                  <a:cxn ang="0">
                    <a:pos x="1262" y="1486"/>
                  </a:cxn>
                  <a:cxn ang="0">
                    <a:pos x="1332" y="1420"/>
                  </a:cxn>
                  <a:cxn ang="0">
                    <a:pos x="1402" y="1376"/>
                  </a:cxn>
                  <a:cxn ang="0">
                    <a:pos x="1412" y="1372"/>
                  </a:cxn>
                  <a:cxn ang="0">
                    <a:pos x="1468" y="1372"/>
                  </a:cxn>
                  <a:cxn ang="0">
                    <a:pos x="1628" y="1238"/>
                  </a:cxn>
                  <a:cxn ang="0">
                    <a:pos x="1748" y="1208"/>
                  </a:cxn>
                  <a:cxn ang="0">
                    <a:pos x="2012" y="1102"/>
                  </a:cxn>
                  <a:cxn ang="0">
                    <a:pos x="1846" y="1076"/>
                  </a:cxn>
                  <a:cxn ang="0">
                    <a:pos x="1800" y="1058"/>
                  </a:cxn>
                  <a:cxn ang="0">
                    <a:pos x="1842" y="970"/>
                  </a:cxn>
                  <a:cxn ang="0">
                    <a:pos x="2060" y="1056"/>
                  </a:cxn>
                  <a:cxn ang="0">
                    <a:pos x="2054" y="956"/>
                  </a:cxn>
                  <a:cxn ang="0">
                    <a:pos x="1916" y="858"/>
                  </a:cxn>
                  <a:cxn ang="0">
                    <a:pos x="2100" y="830"/>
                  </a:cxn>
                  <a:cxn ang="0">
                    <a:pos x="2142" y="768"/>
                  </a:cxn>
                  <a:cxn ang="0">
                    <a:pos x="2154" y="698"/>
                  </a:cxn>
                  <a:cxn ang="0">
                    <a:pos x="2066" y="608"/>
                  </a:cxn>
                  <a:cxn ang="0">
                    <a:pos x="2144" y="562"/>
                  </a:cxn>
                  <a:cxn ang="0">
                    <a:pos x="2144" y="504"/>
                  </a:cxn>
                  <a:cxn ang="0">
                    <a:pos x="2096" y="408"/>
                  </a:cxn>
                  <a:cxn ang="0">
                    <a:pos x="2228" y="310"/>
                  </a:cxn>
                  <a:cxn ang="0">
                    <a:pos x="2278" y="276"/>
                  </a:cxn>
                  <a:cxn ang="0">
                    <a:pos x="2298" y="244"/>
                  </a:cxn>
                  <a:cxn ang="0">
                    <a:pos x="2322" y="150"/>
                  </a:cxn>
                  <a:cxn ang="0">
                    <a:pos x="2050" y="210"/>
                  </a:cxn>
                  <a:cxn ang="0">
                    <a:pos x="1962" y="152"/>
                  </a:cxn>
                  <a:cxn ang="0">
                    <a:pos x="1616" y="174"/>
                  </a:cxn>
                  <a:cxn ang="0">
                    <a:pos x="2034" y="78"/>
                  </a:cxn>
                  <a:cxn ang="0">
                    <a:pos x="1724" y="52"/>
                  </a:cxn>
                  <a:cxn ang="0">
                    <a:pos x="1618" y="2"/>
                  </a:cxn>
                  <a:cxn ang="0">
                    <a:pos x="1402" y="44"/>
                  </a:cxn>
                  <a:cxn ang="0">
                    <a:pos x="1048" y="56"/>
                  </a:cxn>
                  <a:cxn ang="0">
                    <a:pos x="1110" y="74"/>
                  </a:cxn>
                  <a:cxn ang="0">
                    <a:pos x="1108" y="158"/>
                  </a:cxn>
                  <a:cxn ang="0">
                    <a:pos x="900" y="148"/>
                  </a:cxn>
                  <a:cxn ang="0">
                    <a:pos x="756" y="114"/>
                  </a:cxn>
                </a:cxnLst>
                <a:rect l="0" t="0" r="r" b="b"/>
                <a:pathLst>
                  <a:path w="2442" h="1776">
                    <a:moveTo>
                      <a:pt x="470" y="176"/>
                    </a:moveTo>
                    <a:lnTo>
                      <a:pt x="470" y="176"/>
                    </a:lnTo>
                    <a:lnTo>
                      <a:pt x="476" y="186"/>
                    </a:lnTo>
                    <a:lnTo>
                      <a:pt x="478" y="194"/>
                    </a:lnTo>
                    <a:lnTo>
                      <a:pt x="480" y="202"/>
                    </a:lnTo>
                    <a:lnTo>
                      <a:pt x="478" y="210"/>
                    </a:lnTo>
                    <a:lnTo>
                      <a:pt x="474" y="216"/>
                    </a:lnTo>
                    <a:lnTo>
                      <a:pt x="466" y="218"/>
                    </a:lnTo>
                    <a:lnTo>
                      <a:pt x="458" y="220"/>
                    </a:lnTo>
                    <a:lnTo>
                      <a:pt x="446" y="218"/>
                    </a:lnTo>
                    <a:lnTo>
                      <a:pt x="446" y="218"/>
                    </a:lnTo>
                    <a:lnTo>
                      <a:pt x="426" y="212"/>
                    </a:lnTo>
                    <a:lnTo>
                      <a:pt x="406" y="210"/>
                    </a:lnTo>
                    <a:lnTo>
                      <a:pt x="386" y="210"/>
                    </a:lnTo>
                    <a:lnTo>
                      <a:pt x="368" y="212"/>
                    </a:lnTo>
                    <a:lnTo>
                      <a:pt x="350" y="216"/>
                    </a:lnTo>
                    <a:lnTo>
                      <a:pt x="334" y="222"/>
                    </a:lnTo>
                    <a:lnTo>
                      <a:pt x="318" y="230"/>
                    </a:lnTo>
                    <a:lnTo>
                      <a:pt x="304" y="238"/>
                    </a:lnTo>
                    <a:lnTo>
                      <a:pt x="304" y="238"/>
                    </a:lnTo>
                    <a:lnTo>
                      <a:pt x="272" y="256"/>
                    </a:lnTo>
                    <a:lnTo>
                      <a:pt x="244" y="270"/>
                    </a:lnTo>
                    <a:lnTo>
                      <a:pt x="232" y="276"/>
                    </a:lnTo>
                    <a:lnTo>
                      <a:pt x="222" y="284"/>
                    </a:lnTo>
                    <a:lnTo>
                      <a:pt x="218" y="290"/>
                    </a:lnTo>
                    <a:lnTo>
                      <a:pt x="218" y="292"/>
                    </a:lnTo>
                    <a:lnTo>
                      <a:pt x="220" y="296"/>
                    </a:lnTo>
                    <a:lnTo>
                      <a:pt x="220" y="296"/>
                    </a:lnTo>
                    <a:lnTo>
                      <a:pt x="226" y="300"/>
                    </a:lnTo>
                    <a:lnTo>
                      <a:pt x="234" y="304"/>
                    </a:lnTo>
                    <a:lnTo>
                      <a:pt x="244" y="308"/>
                    </a:lnTo>
                    <a:lnTo>
                      <a:pt x="256" y="308"/>
                    </a:lnTo>
                    <a:lnTo>
                      <a:pt x="280" y="308"/>
                    </a:lnTo>
                    <a:lnTo>
                      <a:pt x="302" y="306"/>
                    </a:lnTo>
                    <a:lnTo>
                      <a:pt x="302" y="306"/>
                    </a:lnTo>
                    <a:lnTo>
                      <a:pt x="310" y="306"/>
                    </a:lnTo>
                    <a:lnTo>
                      <a:pt x="316" y="310"/>
                    </a:lnTo>
                    <a:lnTo>
                      <a:pt x="318" y="318"/>
                    </a:lnTo>
                    <a:lnTo>
                      <a:pt x="320" y="326"/>
                    </a:lnTo>
                    <a:lnTo>
                      <a:pt x="318" y="338"/>
                    </a:lnTo>
                    <a:lnTo>
                      <a:pt x="314" y="348"/>
                    </a:lnTo>
                    <a:lnTo>
                      <a:pt x="308" y="360"/>
                    </a:lnTo>
                    <a:lnTo>
                      <a:pt x="300" y="370"/>
                    </a:lnTo>
                    <a:lnTo>
                      <a:pt x="300" y="370"/>
                    </a:lnTo>
                    <a:lnTo>
                      <a:pt x="290" y="380"/>
                    </a:lnTo>
                    <a:lnTo>
                      <a:pt x="280" y="384"/>
                    </a:lnTo>
                    <a:lnTo>
                      <a:pt x="268" y="386"/>
                    </a:lnTo>
                    <a:lnTo>
                      <a:pt x="254" y="386"/>
                    </a:lnTo>
                    <a:lnTo>
                      <a:pt x="224" y="382"/>
                    </a:lnTo>
                    <a:lnTo>
                      <a:pt x="206" y="382"/>
                    </a:lnTo>
                    <a:lnTo>
                      <a:pt x="188" y="384"/>
                    </a:lnTo>
                    <a:lnTo>
                      <a:pt x="188" y="384"/>
                    </a:lnTo>
                    <a:lnTo>
                      <a:pt x="172" y="388"/>
                    </a:lnTo>
                    <a:lnTo>
                      <a:pt x="162" y="392"/>
                    </a:lnTo>
                    <a:lnTo>
                      <a:pt x="154" y="396"/>
                    </a:lnTo>
                    <a:lnTo>
                      <a:pt x="150" y="400"/>
                    </a:lnTo>
                    <a:lnTo>
                      <a:pt x="142" y="404"/>
                    </a:lnTo>
                    <a:lnTo>
                      <a:pt x="130" y="408"/>
                    </a:lnTo>
                    <a:lnTo>
                      <a:pt x="112" y="412"/>
                    </a:lnTo>
                    <a:lnTo>
                      <a:pt x="84" y="418"/>
                    </a:lnTo>
                    <a:lnTo>
                      <a:pt x="84" y="418"/>
                    </a:lnTo>
                    <a:lnTo>
                      <a:pt x="54" y="422"/>
                    </a:lnTo>
                    <a:lnTo>
                      <a:pt x="32" y="428"/>
                    </a:lnTo>
                    <a:lnTo>
                      <a:pt x="16" y="434"/>
                    </a:lnTo>
                    <a:lnTo>
                      <a:pt x="4" y="440"/>
                    </a:lnTo>
                    <a:lnTo>
                      <a:pt x="0" y="448"/>
                    </a:lnTo>
                    <a:lnTo>
                      <a:pt x="0" y="456"/>
                    </a:lnTo>
                    <a:lnTo>
                      <a:pt x="4" y="464"/>
                    </a:lnTo>
                    <a:lnTo>
                      <a:pt x="12" y="472"/>
                    </a:lnTo>
                    <a:lnTo>
                      <a:pt x="12" y="472"/>
                    </a:lnTo>
                    <a:lnTo>
                      <a:pt x="20" y="478"/>
                    </a:lnTo>
                    <a:lnTo>
                      <a:pt x="28" y="482"/>
                    </a:lnTo>
                    <a:lnTo>
                      <a:pt x="38" y="484"/>
                    </a:lnTo>
                    <a:lnTo>
                      <a:pt x="48" y="484"/>
                    </a:lnTo>
                    <a:lnTo>
                      <a:pt x="52" y="486"/>
                    </a:lnTo>
                    <a:lnTo>
                      <a:pt x="56" y="490"/>
                    </a:lnTo>
                    <a:lnTo>
                      <a:pt x="56" y="490"/>
                    </a:lnTo>
                    <a:lnTo>
                      <a:pt x="62" y="494"/>
                    </a:lnTo>
                    <a:lnTo>
                      <a:pt x="68" y="496"/>
                    </a:lnTo>
                    <a:lnTo>
                      <a:pt x="78" y="496"/>
                    </a:lnTo>
                    <a:lnTo>
                      <a:pt x="88" y="496"/>
                    </a:lnTo>
                    <a:lnTo>
                      <a:pt x="92" y="498"/>
                    </a:lnTo>
                    <a:lnTo>
                      <a:pt x="96" y="502"/>
                    </a:lnTo>
                    <a:lnTo>
                      <a:pt x="96" y="502"/>
                    </a:lnTo>
                    <a:lnTo>
                      <a:pt x="102" y="506"/>
                    </a:lnTo>
                    <a:lnTo>
                      <a:pt x="108" y="510"/>
                    </a:lnTo>
                    <a:lnTo>
                      <a:pt x="116" y="514"/>
                    </a:lnTo>
                    <a:lnTo>
                      <a:pt x="124" y="514"/>
                    </a:lnTo>
                    <a:lnTo>
                      <a:pt x="144" y="516"/>
                    </a:lnTo>
                    <a:lnTo>
                      <a:pt x="174" y="516"/>
                    </a:lnTo>
                    <a:lnTo>
                      <a:pt x="174" y="516"/>
                    </a:lnTo>
                    <a:lnTo>
                      <a:pt x="192" y="516"/>
                    </a:lnTo>
                    <a:lnTo>
                      <a:pt x="208" y="514"/>
                    </a:lnTo>
                    <a:lnTo>
                      <a:pt x="238" y="508"/>
                    </a:lnTo>
                    <a:lnTo>
                      <a:pt x="250" y="506"/>
                    </a:lnTo>
                    <a:lnTo>
                      <a:pt x="260" y="506"/>
                    </a:lnTo>
                    <a:lnTo>
                      <a:pt x="268" y="506"/>
                    </a:lnTo>
                    <a:lnTo>
                      <a:pt x="272" y="512"/>
                    </a:lnTo>
                    <a:lnTo>
                      <a:pt x="272" y="512"/>
                    </a:lnTo>
                    <a:lnTo>
                      <a:pt x="272" y="516"/>
                    </a:lnTo>
                    <a:lnTo>
                      <a:pt x="268" y="520"/>
                    </a:lnTo>
                    <a:lnTo>
                      <a:pt x="260" y="524"/>
                    </a:lnTo>
                    <a:lnTo>
                      <a:pt x="248" y="524"/>
                    </a:lnTo>
                    <a:lnTo>
                      <a:pt x="174" y="528"/>
                    </a:lnTo>
                    <a:lnTo>
                      <a:pt x="174" y="528"/>
                    </a:lnTo>
                    <a:lnTo>
                      <a:pt x="128" y="534"/>
                    </a:lnTo>
                    <a:lnTo>
                      <a:pt x="106" y="538"/>
                    </a:lnTo>
                    <a:lnTo>
                      <a:pt x="86" y="542"/>
                    </a:lnTo>
                    <a:lnTo>
                      <a:pt x="72" y="546"/>
                    </a:lnTo>
                    <a:lnTo>
                      <a:pt x="62" y="552"/>
                    </a:lnTo>
                    <a:lnTo>
                      <a:pt x="60" y="554"/>
                    </a:lnTo>
                    <a:lnTo>
                      <a:pt x="62" y="558"/>
                    </a:lnTo>
                    <a:lnTo>
                      <a:pt x="64" y="562"/>
                    </a:lnTo>
                    <a:lnTo>
                      <a:pt x="68" y="564"/>
                    </a:lnTo>
                    <a:lnTo>
                      <a:pt x="68" y="564"/>
                    </a:lnTo>
                    <a:lnTo>
                      <a:pt x="84" y="570"/>
                    </a:lnTo>
                    <a:lnTo>
                      <a:pt x="102" y="574"/>
                    </a:lnTo>
                    <a:lnTo>
                      <a:pt x="140" y="580"/>
                    </a:lnTo>
                    <a:lnTo>
                      <a:pt x="154" y="584"/>
                    </a:lnTo>
                    <a:lnTo>
                      <a:pt x="162" y="586"/>
                    </a:lnTo>
                    <a:lnTo>
                      <a:pt x="162" y="588"/>
                    </a:lnTo>
                    <a:lnTo>
                      <a:pt x="160" y="590"/>
                    </a:lnTo>
                    <a:lnTo>
                      <a:pt x="148" y="594"/>
                    </a:lnTo>
                    <a:lnTo>
                      <a:pt x="148" y="594"/>
                    </a:lnTo>
                    <a:lnTo>
                      <a:pt x="136" y="598"/>
                    </a:lnTo>
                    <a:lnTo>
                      <a:pt x="132" y="602"/>
                    </a:lnTo>
                    <a:lnTo>
                      <a:pt x="132" y="604"/>
                    </a:lnTo>
                    <a:lnTo>
                      <a:pt x="132" y="606"/>
                    </a:lnTo>
                    <a:lnTo>
                      <a:pt x="136" y="608"/>
                    </a:lnTo>
                    <a:lnTo>
                      <a:pt x="146" y="614"/>
                    </a:lnTo>
                    <a:lnTo>
                      <a:pt x="182" y="624"/>
                    </a:lnTo>
                    <a:lnTo>
                      <a:pt x="224" y="636"/>
                    </a:lnTo>
                    <a:lnTo>
                      <a:pt x="224" y="636"/>
                    </a:lnTo>
                    <a:lnTo>
                      <a:pt x="242" y="642"/>
                    </a:lnTo>
                    <a:lnTo>
                      <a:pt x="248" y="642"/>
                    </a:lnTo>
                    <a:lnTo>
                      <a:pt x="248" y="642"/>
                    </a:lnTo>
                    <a:lnTo>
                      <a:pt x="248" y="640"/>
                    </a:lnTo>
                    <a:lnTo>
                      <a:pt x="242" y="634"/>
                    </a:lnTo>
                    <a:lnTo>
                      <a:pt x="230" y="622"/>
                    </a:lnTo>
                    <a:lnTo>
                      <a:pt x="228" y="618"/>
                    </a:lnTo>
                    <a:lnTo>
                      <a:pt x="228" y="616"/>
                    </a:lnTo>
                    <a:lnTo>
                      <a:pt x="232" y="614"/>
                    </a:lnTo>
                    <a:lnTo>
                      <a:pt x="232" y="614"/>
                    </a:lnTo>
                    <a:lnTo>
                      <a:pt x="238" y="612"/>
                    </a:lnTo>
                    <a:lnTo>
                      <a:pt x="242" y="614"/>
                    </a:lnTo>
                    <a:lnTo>
                      <a:pt x="246" y="620"/>
                    </a:lnTo>
                    <a:lnTo>
                      <a:pt x="250" y="622"/>
                    </a:lnTo>
                    <a:lnTo>
                      <a:pt x="254" y="622"/>
                    </a:lnTo>
                    <a:lnTo>
                      <a:pt x="262" y="622"/>
                    </a:lnTo>
                    <a:lnTo>
                      <a:pt x="272" y="618"/>
                    </a:lnTo>
                    <a:lnTo>
                      <a:pt x="272" y="618"/>
                    </a:lnTo>
                    <a:lnTo>
                      <a:pt x="282" y="614"/>
                    </a:lnTo>
                    <a:lnTo>
                      <a:pt x="286" y="614"/>
                    </a:lnTo>
                    <a:lnTo>
                      <a:pt x="286" y="616"/>
                    </a:lnTo>
                    <a:lnTo>
                      <a:pt x="286" y="618"/>
                    </a:lnTo>
                    <a:lnTo>
                      <a:pt x="284" y="622"/>
                    </a:lnTo>
                    <a:lnTo>
                      <a:pt x="286" y="626"/>
                    </a:lnTo>
                    <a:lnTo>
                      <a:pt x="290" y="630"/>
                    </a:lnTo>
                    <a:lnTo>
                      <a:pt x="300" y="630"/>
                    </a:lnTo>
                    <a:lnTo>
                      <a:pt x="300" y="630"/>
                    </a:lnTo>
                    <a:lnTo>
                      <a:pt x="312" y="630"/>
                    </a:lnTo>
                    <a:lnTo>
                      <a:pt x="320" y="626"/>
                    </a:lnTo>
                    <a:lnTo>
                      <a:pt x="326" y="622"/>
                    </a:lnTo>
                    <a:lnTo>
                      <a:pt x="330" y="618"/>
                    </a:lnTo>
                    <a:lnTo>
                      <a:pt x="334" y="616"/>
                    </a:lnTo>
                    <a:lnTo>
                      <a:pt x="338" y="614"/>
                    </a:lnTo>
                    <a:lnTo>
                      <a:pt x="344" y="614"/>
                    </a:lnTo>
                    <a:lnTo>
                      <a:pt x="350" y="620"/>
                    </a:lnTo>
                    <a:lnTo>
                      <a:pt x="350" y="620"/>
                    </a:lnTo>
                    <a:lnTo>
                      <a:pt x="358" y="624"/>
                    </a:lnTo>
                    <a:lnTo>
                      <a:pt x="364" y="624"/>
                    </a:lnTo>
                    <a:lnTo>
                      <a:pt x="368" y="622"/>
                    </a:lnTo>
                    <a:lnTo>
                      <a:pt x="370" y="618"/>
                    </a:lnTo>
                    <a:lnTo>
                      <a:pt x="374" y="614"/>
                    </a:lnTo>
                    <a:lnTo>
                      <a:pt x="380" y="610"/>
                    </a:lnTo>
                    <a:lnTo>
                      <a:pt x="386" y="610"/>
                    </a:lnTo>
                    <a:lnTo>
                      <a:pt x="396" y="612"/>
                    </a:lnTo>
                    <a:lnTo>
                      <a:pt x="396" y="612"/>
                    </a:lnTo>
                    <a:lnTo>
                      <a:pt x="408" y="616"/>
                    </a:lnTo>
                    <a:lnTo>
                      <a:pt x="420" y="618"/>
                    </a:lnTo>
                    <a:lnTo>
                      <a:pt x="446" y="618"/>
                    </a:lnTo>
                    <a:lnTo>
                      <a:pt x="468" y="620"/>
                    </a:lnTo>
                    <a:lnTo>
                      <a:pt x="476" y="622"/>
                    </a:lnTo>
                    <a:lnTo>
                      <a:pt x="484" y="628"/>
                    </a:lnTo>
                    <a:lnTo>
                      <a:pt x="484" y="628"/>
                    </a:lnTo>
                    <a:lnTo>
                      <a:pt x="488" y="632"/>
                    </a:lnTo>
                    <a:lnTo>
                      <a:pt x="492" y="634"/>
                    </a:lnTo>
                    <a:lnTo>
                      <a:pt x="500" y="634"/>
                    </a:lnTo>
                    <a:lnTo>
                      <a:pt x="506" y="634"/>
                    </a:lnTo>
                    <a:lnTo>
                      <a:pt x="512" y="634"/>
                    </a:lnTo>
                    <a:lnTo>
                      <a:pt x="522" y="638"/>
                    </a:lnTo>
                    <a:lnTo>
                      <a:pt x="534" y="642"/>
                    </a:lnTo>
                    <a:lnTo>
                      <a:pt x="534" y="642"/>
                    </a:lnTo>
                    <a:lnTo>
                      <a:pt x="560" y="654"/>
                    </a:lnTo>
                    <a:lnTo>
                      <a:pt x="578" y="664"/>
                    </a:lnTo>
                    <a:lnTo>
                      <a:pt x="584" y="666"/>
                    </a:lnTo>
                    <a:lnTo>
                      <a:pt x="584" y="670"/>
                    </a:lnTo>
                    <a:lnTo>
                      <a:pt x="584" y="674"/>
                    </a:lnTo>
                    <a:lnTo>
                      <a:pt x="578" y="680"/>
                    </a:lnTo>
                    <a:lnTo>
                      <a:pt x="578" y="680"/>
                    </a:lnTo>
                    <a:lnTo>
                      <a:pt x="576" y="684"/>
                    </a:lnTo>
                    <a:lnTo>
                      <a:pt x="576" y="688"/>
                    </a:lnTo>
                    <a:lnTo>
                      <a:pt x="578" y="692"/>
                    </a:lnTo>
                    <a:lnTo>
                      <a:pt x="582" y="696"/>
                    </a:lnTo>
                    <a:lnTo>
                      <a:pt x="596" y="704"/>
                    </a:lnTo>
                    <a:lnTo>
                      <a:pt x="612" y="714"/>
                    </a:lnTo>
                    <a:lnTo>
                      <a:pt x="642" y="734"/>
                    </a:lnTo>
                    <a:lnTo>
                      <a:pt x="652" y="742"/>
                    </a:lnTo>
                    <a:lnTo>
                      <a:pt x="654" y="746"/>
                    </a:lnTo>
                    <a:lnTo>
                      <a:pt x="654" y="750"/>
                    </a:lnTo>
                    <a:lnTo>
                      <a:pt x="654" y="750"/>
                    </a:lnTo>
                    <a:lnTo>
                      <a:pt x="650" y="756"/>
                    </a:lnTo>
                    <a:lnTo>
                      <a:pt x="644" y="764"/>
                    </a:lnTo>
                    <a:lnTo>
                      <a:pt x="632" y="776"/>
                    </a:lnTo>
                    <a:lnTo>
                      <a:pt x="628" y="780"/>
                    </a:lnTo>
                    <a:lnTo>
                      <a:pt x="628" y="782"/>
                    </a:lnTo>
                    <a:lnTo>
                      <a:pt x="632" y="784"/>
                    </a:lnTo>
                    <a:lnTo>
                      <a:pt x="642" y="780"/>
                    </a:lnTo>
                    <a:lnTo>
                      <a:pt x="642" y="780"/>
                    </a:lnTo>
                    <a:lnTo>
                      <a:pt x="660" y="776"/>
                    </a:lnTo>
                    <a:lnTo>
                      <a:pt x="666" y="776"/>
                    </a:lnTo>
                    <a:lnTo>
                      <a:pt x="668" y="776"/>
                    </a:lnTo>
                    <a:lnTo>
                      <a:pt x="670" y="782"/>
                    </a:lnTo>
                    <a:lnTo>
                      <a:pt x="674" y="786"/>
                    </a:lnTo>
                    <a:lnTo>
                      <a:pt x="678" y="790"/>
                    </a:lnTo>
                    <a:lnTo>
                      <a:pt x="678" y="790"/>
                    </a:lnTo>
                    <a:lnTo>
                      <a:pt x="684" y="794"/>
                    </a:lnTo>
                    <a:lnTo>
                      <a:pt x="686" y="798"/>
                    </a:lnTo>
                    <a:lnTo>
                      <a:pt x="684" y="802"/>
                    </a:lnTo>
                    <a:lnTo>
                      <a:pt x="682" y="806"/>
                    </a:lnTo>
                    <a:lnTo>
                      <a:pt x="680" y="810"/>
                    </a:lnTo>
                    <a:lnTo>
                      <a:pt x="680" y="814"/>
                    </a:lnTo>
                    <a:lnTo>
                      <a:pt x="686" y="818"/>
                    </a:lnTo>
                    <a:lnTo>
                      <a:pt x="696" y="824"/>
                    </a:lnTo>
                    <a:lnTo>
                      <a:pt x="696" y="824"/>
                    </a:lnTo>
                    <a:lnTo>
                      <a:pt x="704" y="828"/>
                    </a:lnTo>
                    <a:lnTo>
                      <a:pt x="708" y="834"/>
                    </a:lnTo>
                    <a:lnTo>
                      <a:pt x="706" y="838"/>
                    </a:lnTo>
                    <a:lnTo>
                      <a:pt x="702" y="844"/>
                    </a:lnTo>
                    <a:lnTo>
                      <a:pt x="700" y="850"/>
                    </a:lnTo>
                    <a:lnTo>
                      <a:pt x="698" y="854"/>
                    </a:lnTo>
                    <a:lnTo>
                      <a:pt x="702" y="858"/>
                    </a:lnTo>
                    <a:lnTo>
                      <a:pt x="710" y="862"/>
                    </a:lnTo>
                    <a:lnTo>
                      <a:pt x="710" y="862"/>
                    </a:lnTo>
                    <a:lnTo>
                      <a:pt x="720" y="864"/>
                    </a:lnTo>
                    <a:lnTo>
                      <a:pt x="726" y="870"/>
                    </a:lnTo>
                    <a:lnTo>
                      <a:pt x="730" y="876"/>
                    </a:lnTo>
                    <a:lnTo>
                      <a:pt x="730" y="882"/>
                    </a:lnTo>
                    <a:lnTo>
                      <a:pt x="728" y="888"/>
                    </a:lnTo>
                    <a:lnTo>
                      <a:pt x="722" y="894"/>
                    </a:lnTo>
                    <a:lnTo>
                      <a:pt x="716" y="898"/>
                    </a:lnTo>
                    <a:lnTo>
                      <a:pt x="706" y="902"/>
                    </a:lnTo>
                    <a:lnTo>
                      <a:pt x="706" y="902"/>
                    </a:lnTo>
                    <a:lnTo>
                      <a:pt x="698" y="904"/>
                    </a:lnTo>
                    <a:lnTo>
                      <a:pt x="694" y="906"/>
                    </a:lnTo>
                    <a:lnTo>
                      <a:pt x="690" y="910"/>
                    </a:lnTo>
                    <a:lnTo>
                      <a:pt x="690" y="916"/>
                    </a:lnTo>
                    <a:lnTo>
                      <a:pt x="690" y="922"/>
                    </a:lnTo>
                    <a:lnTo>
                      <a:pt x="694" y="928"/>
                    </a:lnTo>
                    <a:lnTo>
                      <a:pt x="704" y="942"/>
                    </a:lnTo>
                    <a:lnTo>
                      <a:pt x="704" y="942"/>
                    </a:lnTo>
                    <a:lnTo>
                      <a:pt x="708" y="948"/>
                    </a:lnTo>
                    <a:lnTo>
                      <a:pt x="708" y="952"/>
                    </a:lnTo>
                    <a:lnTo>
                      <a:pt x="704" y="956"/>
                    </a:lnTo>
                    <a:lnTo>
                      <a:pt x="698" y="956"/>
                    </a:lnTo>
                    <a:lnTo>
                      <a:pt x="686" y="960"/>
                    </a:lnTo>
                    <a:lnTo>
                      <a:pt x="682" y="960"/>
                    </a:lnTo>
                    <a:lnTo>
                      <a:pt x="684" y="964"/>
                    </a:lnTo>
                    <a:lnTo>
                      <a:pt x="684" y="964"/>
                    </a:lnTo>
                    <a:lnTo>
                      <a:pt x="690" y="972"/>
                    </a:lnTo>
                    <a:lnTo>
                      <a:pt x="696" y="980"/>
                    </a:lnTo>
                    <a:lnTo>
                      <a:pt x="698" y="984"/>
                    </a:lnTo>
                    <a:lnTo>
                      <a:pt x="702" y="986"/>
                    </a:lnTo>
                    <a:lnTo>
                      <a:pt x="706" y="986"/>
                    </a:lnTo>
                    <a:lnTo>
                      <a:pt x="710" y="984"/>
                    </a:lnTo>
                    <a:lnTo>
                      <a:pt x="710" y="984"/>
                    </a:lnTo>
                    <a:lnTo>
                      <a:pt x="716" y="984"/>
                    </a:lnTo>
                    <a:lnTo>
                      <a:pt x="722" y="984"/>
                    </a:lnTo>
                    <a:lnTo>
                      <a:pt x="738" y="988"/>
                    </a:lnTo>
                    <a:lnTo>
                      <a:pt x="744" y="990"/>
                    </a:lnTo>
                    <a:lnTo>
                      <a:pt x="752" y="988"/>
                    </a:lnTo>
                    <a:lnTo>
                      <a:pt x="758" y="984"/>
                    </a:lnTo>
                    <a:lnTo>
                      <a:pt x="764" y="974"/>
                    </a:lnTo>
                    <a:lnTo>
                      <a:pt x="764" y="974"/>
                    </a:lnTo>
                    <a:lnTo>
                      <a:pt x="768" y="970"/>
                    </a:lnTo>
                    <a:lnTo>
                      <a:pt x="770" y="966"/>
                    </a:lnTo>
                    <a:lnTo>
                      <a:pt x="780" y="960"/>
                    </a:lnTo>
                    <a:lnTo>
                      <a:pt x="790" y="960"/>
                    </a:lnTo>
                    <a:lnTo>
                      <a:pt x="800" y="960"/>
                    </a:lnTo>
                    <a:lnTo>
                      <a:pt x="808" y="962"/>
                    </a:lnTo>
                    <a:lnTo>
                      <a:pt x="816" y="966"/>
                    </a:lnTo>
                    <a:lnTo>
                      <a:pt x="818" y="970"/>
                    </a:lnTo>
                    <a:lnTo>
                      <a:pt x="818" y="972"/>
                    </a:lnTo>
                    <a:lnTo>
                      <a:pt x="818" y="972"/>
                    </a:lnTo>
                    <a:lnTo>
                      <a:pt x="818" y="972"/>
                    </a:lnTo>
                    <a:lnTo>
                      <a:pt x="812" y="978"/>
                    </a:lnTo>
                    <a:lnTo>
                      <a:pt x="810" y="980"/>
                    </a:lnTo>
                    <a:lnTo>
                      <a:pt x="812" y="982"/>
                    </a:lnTo>
                    <a:lnTo>
                      <a:pt x="818" y="982"/>
                    </a:lnTo>
                    <a:lnTo>
                      <a:pt x="822" y="984"/>
                    </a:lnTo>
                    <a:lnTo>
                      <a:pt x="828" y="986"/>
                    </a:lnTo>
                    <a:lnTo>
                      <a:pt x="828" y="990"/>
                    </a:lnTo>
                    <a:lnTo>
                      <a:pt x="826" y="994"/>
                    </a:lnTo>
                    <a:lnTo>
                      <a:pt x="826" y="994"/>
                    </a:lnTo>
                    <a:lnTo>
                      <a:pt x="824" y="998"/>
                    </a:lnTo>
                    <a:lnTo>
                      <a:pt x="824" y="1000"/>
                    </a:lnTo>
                    <a:lnTo>
                      <a:pt x="828" y="1006"/>
                    </a:lnTo>
                    <a:lnTo>
                      <a:pt x="836" y="1010"/>
                    </a:lnTo>
                    <a:lnTo>
                      <a:pt x="846" y="1014"/>
                    </a:lnTo>
                    <a:lnTo>
                      <a:pt x="866" y="1020"/>
                    </a:lnTo>
                    <a:lnTo>
                      <a:pt x="872" y="1022"/>
                    </a:lnTo>
                    <a:lnTo>
                      <a:pt x="874" y="1024"/>
                    </a:lnTo>
                    <a:lnTo>
                      <a:pt x="874" y="1024"/>
                    </a:lnTo>
                    <a:lnTo>
                      <a:pt x="874" y="1024"/>
                    </a:lnTo>
                    <a:lnTo>
                      <a:pt x="868" y="1034"/>
                    </a:lnTo>
                    <a:lnTo>
                      <a:pt x="866" y="1040"/>
                    </a:lnTo>
                    <a:lnTo>
                      <a:pt x="868" y="1044"/>
                    </a:lnTo>
                    <a:lnTo>
                      <a:pt x="874" y="1050"/>
                    </a:lnTo>
                    <a:lnTo>
                      <a:pt x="874" y="1050"/>
                    </a:lnTo>
                    <a:lnTo>
                      <a:pt x="874" y="1052"/>
                    </a:lnTo>
                    <a:lnTo>
                      <a:pt x="872" y="1054"/>
                    </a:lnTo>
                    <a:lnTo>
                      <a:pt x="862" y="1052"/>
                    </a:lnTo>
                    <a:lnTo>
                      <a:pt x="848" y="1048"/>
                    </a:lnTo>
                    <a:lnTo>
                      <a:pt x="832" y="1040"/>
                    </a:lnTo>
                    <a:lnTo>
                      <a:pt x="832" y="1040"/>
                    </a:lnTo>
                    <a:lnTo>
                      <a:pt x="822" y="1036"/>
                    </a:lnTo>
                    <a:lnTo>
                      <a:pt x="810" y="1032"/>
                    </a:lnTo>
                    <a:lnTo>
                      <a:pt x="784" y="1028"/>
                    </a:lnTo>
                    <a:lnTo>
                      <a:pt x="758" y="1028"/>
                    </a:lnTo>
                    <a:lnTo>
                      <a:pt x="748" y="1030"/>
                    </a:lnTo>
                    <a:lnTo>
                      <a:pt x="742" y="1032"/>
                    </a:lnTo>
                    <a:lnTo>
                      <a:pt x="742" y="1032"/>
                    </a:lnTo>
                    <a:lnTo>
                      <a:pt x="738" y="1036"/>
                    </a:lnTo>
                    <a:lnTo>
                      <a:pt x="740" y="1042"/>
                    </a:lnTo>
                    <a:lnTo>
                      <a:pt x="744" y="1046"/>
                    </a:lnTo>
                    <a:lnTo>
                      <a:pt x="750" y="1050"/>
                    </a:lnTo>
                    <a:lnTo>
                      <a:pt x="764" y="1056"/>
                    </a:lnTo>
                    <a:lnTo>
                      <a:pt x="782" y="1060"/>
                    </a:lnTo>
                    <a:lnTo>
                      <a:pt x="782" y="1060"/>
                    </a:lnTo>
                    <a:lnTo>
                      <a:pt x="796" y="1060"/>
                    </a:lnTo>
                    <a:lnTo>
                      <a:pt x="804" y="1064"/>
                    </a:lnTo>
                    <a:lnTo>
                      <a:pt x="810" y="1068"/>
                    </a:lnTo>
                    <a:lnTo>
                      <a:pt x="816" y="1072"/>
                    </a:lnTo>
                    <a:lnTo>
                      <a:pt x="820" y="1078"/>
                    </a:lnTo>
                    <a:lnTo>
                      <a:pt x="824" y="1082"/>
                    </a:lnTo>
                    <a:lnTo>
                      <a:pt x="832" y="1086"/>
                    </a:lnTo>
                    <a:lnTo>
                      <a:pt x="844" y="1088"/>
                    </a:lnTo>
                    <a:lnTo>
                      <a:pt x="844" y="1088"/>
                    </a:lnTo>
                    <a:lnTo>
                      <a:pt x="856" y="1090"/>
                    </a:lnTo>
                    <a:lnTo>
                      <a:pt x="864" y="1092"/>
                    </a:lnTo>
                    <a:lnTo>
                      <a:pt x="868" y="1096"/>
                    </a:lnTo>
                    <a:lnTo>
                      <a:pt x="870" y="1098"/>
                    </a:lnTo>
                    <a:lnTo>
                      <a:pt x="866" y="1108"/>
                    </a:lnTo>
                    <a:lnTo>
                      <a:pt x="866" y="1112"/>
                    </a:lnTo>
                    <a:lnTo>
                      <a:pt x="868" y="1118"/>
                    </a:lnTo>
                    <a:lnTo>
                      <a:pt x="868" y="1118"/>
                    </a:lnTo>
                    <a:lnTo>
                      <a:pt x="872" y="1122"/>
                    </a:lnTo>
                    <a:lnTo>
                      <a:pt x="876" y="1120"/>
                    </a:lnTo>
                    <a:lnTo>
                      <a:pt x="880" y="1118"/>
                    </a:lnTo>
                    <a:lnTo>
                      <a:pt x="882" y="1114"/>
                    </a:lnTo>
                    <a:lnTo>
                      <a:pt x="888" y="1106"/>
                    </a:lnTo>
                    <a:lnTo>
                      <a:pt x="888" y="1106"/>
                    </a:lnTo>
                    <a:lnTo>
                      <a:pt x="890" y="1110"/>
                    </a:lnTo>
                    <a:lnTo>
                      <a:pt x="890" y="1110"/>
                    </a:lnTo>
                    <a:lnTo>
                      <a:pt x="888" y="1116"/>
                    </a:lnTo>
                    <a:lnTo>
                      <a:pt x="888" y="1122"/>
                    </a:lnTo>
                    <a:lnTo>
                      <a:pt x="882" y="1134"/>
                    </a:lnTo>
                    <a:lnTo>
                      <a:pt x="876" y="1148"/>
                    </a:lnTo>
                    <a:lnTo>
                      <a:pt x="872" y="1164"/>
                    </a:lnTo>
                    <a:lnTo>
                      <a:pt x="872" y="1164"/>
                    </a:lnTo>
                    <a:lnTo>
                      <a:pt x="870" y="1170"/>
                    </a:lnTo>
                    <a:lnTo>
                      <a:pt x="872" y="1176"/>
                    </a:lnTo>
                    <a:lnTo>
                      <a:pt x="876" y="1182"/>
                    </a:lnTo>
                    <a:lnTo>
                      <a:pt x="876" y="1184"/>
                    </a:lnTo>
                    <a:lnTo>
                      <a:pt x="876" y="1186"/>
                    </a:lnTo>
                    <a:lnTo>
                      <a:pt x="866" y="1192"/>
                    </a:lnTo>
                    <a:lnTo>
                      <a:pt x="866" y="1192"/>
                    </a:lnTo>
                    <a:lnTo>
                      <a:pt x="858" y="1194"/>
                    </a:lnTo>
                    <a:lnTo>
                      <a:pt x="850" y="1196"/>
                    </a:lnTo>
                    <a:lnTo>
                      <a:pt x="838" y="1192"/>
                    </a:lnTo>
                    <a:lnTo>
                      <a:pt x="828" y="1190"/>
                    </a:lnTo>
                    <a:lnTo>
                      <a:pt x="822" y="1190"/>
                    </a:lnTo>
                    <a:lnTo>
                      <a:pt x="818" y="1194"/>
                    </a:lnTo>
                    <a:lnTo>
                      <a:pt x="818" y="1194"/>
                    </a:lnTo>
                    <a:lnTo>
                      <a:pt x="812" y="1196"/>
                    </a:lnTo>
                    <a:lnTo>
                      <a:pt x="806" y="1198"/>
                    </a:lnTo>
                    <a:lnTo>
                      <a:pt x="796" y="1202"/>
                    </a:lnTo>
                    <a:lnTo>
                      <a:pt x="788" y="1204"/>
                    </a:lnTo>
                    <a:lnTo>
                      <a:pt x="786" y="1206"/>
                    </a:lnTo>
                    <a:lnTo>
                      <a:pt x="788" y="1210"/>
                    </a:lnTo>
                    <a:lnTo>
                      <a:pt x="788" y="1210"/>
                    </a:lnTo>
                    <a:lnTo>
                      <a:pt x="788" y="1212"/>
                    </a:lnTo>
                    <a:lnTo>
                      <a:pt x="788" y="1214"/>
                    </a:lnTo>
                    <a:lnTo>
                      <a:pt x="784" y="1214"/>
                    </a:lnTo>
                    <a:lnTo>
                      <a:pt x="784" y="1216"/>
                    </a:lnTo>
                    <a:lnTo>
                      <a:pt x="784" y="1216"/>
                    </a:lnTo>
                    <a:lnTo>
                      <a:pt x="790" y="1222"/>
                    </a:lnTo>
                    <a:lnTo>
                      <a:pt x="790" y="1222"/>
                    </a:lnTo>
                    <a:lnTo>
                      <a:pt x="794" y="1226"/>
                    </a:lnTo>
                    <a:lnTo>
                      <a:pt x="794" y="1228"/>
                    </a:lnTo>
                    <a:lnTo>
                      <a:pt x="792" y="1232"/>
                    </a:lnTo>
                    <a:lnTo>
                      <a:pt x="788" y="1234"/>
                    </a:lnTo>
                    <a:lnTo>
                      <a:pt x="778" y="1240"/>
                    </a:lnTo>
                    <a:lnTo>
                      <a:pt x="774" y="1242"/>
                    </a:lnTo>
                    <a:lnTo>
                      <a:pt x="774" y="1246"/>
                    </a:lnTo>
                    <a:lnTo>
                      <a:pt x="774" y="1246"/>
                    </a:lnTo>
                    <a:lnTo>
                      <a:pt x="774" y="1252"/>
                    </a:lnTo>
                    <a:lnTo>
                      <a:pt x="772" y="1260"/>
                    </a:lnTo>
                    <a:lnTo>
                      <a:pt x="762" y="1284"/>
                    </a:lnTo>
                    <a:lnTo>
                      <a:pt x="762" y="1284"/>
                    </a:lnTo>
                    <a:lnTo>
                      <a:pt x="762" y="1292"/>
                    </a:lnTo>
                    <a:lnTo>
                      <a:pt x="762" y="1296"/>
                    </a:lnTo>
                    <a:lnTo>
                      <a:pt x="766" y="1300"/>
                    </a:lnTo>
                    <a:lnTo>
                      <a:pt x="772" y="1302"/>
                    </a:lnTo>
                    <a:lnTo>
                      <a:pt x="788" y="1306"/>
                    </a:lnTo>
                    <a:lnTo>
                      <a:pt x="810" y="1306"/>
                    </a:lnTo>
                    <a:lnTo>
                      <a:pt x="810" y="1306"/>
                    </a:lnTo>
                    <a:lnTo>
                      <a:pt x="800" y="1312"/>
                    </a:lnTo>
                    <a:lnTo>
                      <a:pt x="790" y="1320"/>
                    </a:lnTo>
                    <a:lnTo>
                      <a:pt x="782" y="1328"/>
                    </a:lnTo>
                    <a:lnTo>
                      <a:pt x="776" y="1338"/>
                    </a:lnTo>
                    <a:lnTo>
                      <a:pt x="772" y="1346"/>
                    </a:lnTo>
                    <a:lnTo>
                      <a:pt x="772" y="1354"/>
                    </a:lnTo>
                    <a:lnTo>
                      <a:pt x="774" y="1362"/>
                    </a:lnTo>
                    <a:lnTo>
                      <a:pt x="780" y="1368"/>
                    </a:lnTo>
                    <a:lnTo>
                      <a:pt x="780" y="1368"/>
                    </a:lnTo>
                    <a:lnTo>
                      <a:pt x="786" y="1374"/>
                    </a:lnTo>
                    <a:lnTo>
                      <a:pt x="790" y="1378"/>
                    </a:lnTo>
                    <a:lnTo>
                      <a:pt x="792" y="1384"/>
                    </a:lnTo>
                    <a:lnTo>
                      <a:pt x="792" y="1390"/>
                    </a:lnTo>
                    <a:lnTo>
                      <a:pt x="792" y="1392"/>
                    </a:lnTo>
                    <a:lnTo>
                      <a:pt x="796" y="1392"/>
                    </a:lnTo>
                    <a:lnTo>
                      <a:pt x="796" y="1392"/>
                    </a:lnTo>
                    <a:lnTo>
                      <a:pt x="806" y="1394"/>
                    </a:lnTo>
                    <a:lnTo>
                      <a:pt x="812" y="1400"/>
                    </a:lnTo>
                    <a:lnTo>
                      <a:pt x="818" y="1406"/>
                    </a:lnTo>
                    <a:lnTo>
                      <a:pt x="818" y="1410"/>
                    </a:lnTo>
                    <a:lnTo>
                      <a:pt x="818" y="1414"/>
                    </a:lnTo>
                    <a:lnTo>
                      <a:pt x="818" y="1414"/>
                    </a:lnTo>
                    <a:lnTo>
                      <a:pt x="818" y="1420"/>
                    </a:lnTo>
                    <a:lnTo>
                      <a:pt x="818" y="1422"/>
                    </a:lnTo>
                    <a:lnTo>
                      <a:pt x="824" y="1426"/>
                    </a:lnTo>
                    <a:lnTo>
                      <a:pt x="828" y="1430"/>
                    </a:lnTo>
                    <a:lnTo>
                      <a:pt x="830" y="1434"/>
                    </a:lnTo>
                    <a:lnTo>
                      <a:pt x="830" y="1440"/>
                    </a:lnTo>
                    <a:lnTo>
                      <a:pt x="830" y="1440"/>
                    </a:lnTo>
                    <a:lnTo>
                      <a:pt x="830" y="1450"/>
                    </a:lnTo>
                    <a:lnTo>
                      <a:pt x="834" y="1452"/>
                    </a:lnTo>
                    <a:lnTo>
                      <a:pt x="836" y="1454"/>
                    </a:lnTo>
                    <a:lnTo>
                      <a:pt x="836" y="1462"/>
                    </a:lnTo>
                    <a:lnTo>
                      <a:pt x="836" y="1462"/>
                    </a:lnTo>
                    <a:lnTo>
                      <a:pt x="836" y="1476"/>
                    </a:lnTo>
                    <a:lnTo>
                      <a:pt x="836" y="1482"/>
                    </a:lnTo>
                    <a:lnTo>
                      <a:pt x="840" y="1488"/>
                    </a:lnTo>
                    <a:lnTo>
                      <a:pt x="842" y="1490"/>
                    </a:lnTo>
                    <a:lnTo>
                      <a:pt x="848" y="1488"/>
                    </a:lnTo>
                    <a:lnTo>
                      <a:pt x="852" y="1482"/>
                    </a:lnTo>
                    <a:lnTo>
                      <a:pt x="860" y="1470"/>
                    </a:lnTo>
                    <a:lnTo>
                      <a:pt x="860" y="1470"/>
                    </a:lnTo>
                    <a:lnTo>
                      <a:pt x="870" y="1454"/>
                    </a:lnTo>
                    <a:lnTo>
                      <a:pt x="872" y="1454"/>
                    </a:lnTo>
                    <a:lnTo>
                      <a:pt x="874" y="1456"/>
                    </a:lnTo>
                    <a:lnTo>
                      <a:pt x="876" y="1462"/>
                    </a:lnTo>
                    <a:lnTo>
                      <a:pt x="878" y="1462"/>
                    </a:lnTo>
                    <a:lnTo>
                      <a:pt x="882" y="1460"/>
                    </a:lnTo>
                    <a:lnTo>
                      <a:pt x="882" y="1460"/>
                    </a:lnTo>
                    <a:lnTo>
                      <a:pt x="888" y="1456"/>
                    </a:lnTo>
                    <a:lnTo>
                      <a:pt x="894" y="1454"/>
                    </a:lnTo>
                    <a:lnTo>
                      <a:pt x="900" y="1452"/>
                    </a:lnTo>
                    <a:lnTo>
                      <a:pt x="906" y="1454"/>
                    </a:lnTo>
                    <a:lnTo>
                      <a:pt x="912" y="1456"/>
                    </a:lnTo>
                    <a:lnTo>
                      <a:pt x="916" y="1458"/>
                    </a:lnTo>
                    <a:lnTo>
                      <a:pt x="918" y="1464"/>
                    </a:lnTo>
                    <a:lnTo>
                      <a:pt x="920" y="1470"/>
                    </a:lnTo>
                    <a:lnTo>
                      <a:pt x="920" y="1470"/>
                    </a:lnTo>
                    <a:lnTo>
                      <a:pt x="922" y="1474"/>
                    </a:lnTo>
                    <a:lnTo>
                      <a:pt x="920" y="1474"/>
                    </a:lnTo>
                    <a:lnTo>
                      <a:pt x="912" y="1470"/>
                    </a:lnTo>
                    <a:lnTo>
                      <a:pt x="902" y="1464"/>
                    </a:lnTo>
                    <a:lnTo>
                      <a:pt x="896" y="1462"/>
                    </a:lnTo>
                    <a:lnTo>
                      <a:pt x="890" y="1464"/>
                    </a:lnTo>
                    <a:lnTo>
                      <a:pt x="890" y="1464"/>
                    </a:lnTo>
                    <a:lnTo>
                      <a:pt x="888" y="1466"/>
                    </a:lnTo>
                    <a:lnTo>
                      <a:pt x="888" y="1468"/>
                    </a:lnTo>
                    <a:lnTo>
                      <a:pt x="894" y="1474"/>
                    </a:lnTo>
                    <a:lnTo>
                      <a:pt x="898" y="1474"/>
                    </a:lnTo>
                    <a:lnTo>
                      <a:pt x="898" y="1476"/>
                    </a:lnTo>
                    <a:lnTo>
                      <a:pt x="896" y="1478"/>
                    </a:lnTo>
                    <a:lnTo>
                      <a:pt x="890" y="1478"/>
                    </a:lnTo>
                    <a:lnTo>
                      <a:pt x="890" y="1478"/>
                    </a:lnTo>
                    <a:lnTo>
                      <a:pt x="884" y="1480"/>
                    </a:lnTo>
                    <a:lnTo>
                      <a:pt x="880" y="1480"/>
                    </a:lnTo>
                    <a:lnTo>
                      <a:pt x="880" y="1484"/>
                    </a:lnTo>
                    <a:lnTo>
                      <a:pt x="880" y="1486"/>
                    </a:lnTo>
                    <a:lnTo>
                      <a:pt x="880" y="1488"/>
                    </a:lnTo>
                    <a:lnTo>
                      <a:pt x="880" y="1490"/>
                    </a:lnTo>
                    <a:lnTo>
                      <a:pt x="876" y="1492"/>
                    </a:lnTo>
                    <a:lnTo>
                      <a:pt x="868" y="1492"/>
                    </a:lnTo>
                    <a:lnTo>
                      <a:pt x="868" y="1492"/>
                    </a:lnTo>
                    <a:lnTo>
                      <a:pt x="856" y="1494"/>
                    </a:lnTo>
                    <a:lnTo>
                      <a:pt x="856" y="1496"/>
                    </a:lnTo>
                    <a:lnTo>
                      <a:pt x="856" y="1496"/>
                    </a:lnTo>
                    <a:lnTo>
                      <a:pt x="860" y="1500"/>
                    </a:lnTo>
                    <a:lnTo>
                      <a:pt x="860" y="1502"/>
                    </a:lnTo>
                    <a:lnTo>
                      <a:pt x="858" y="1504"/>
                    </a:lnTo>
                    <a:lnTo>
                      <a:pt x="858" y="1504"/>
                    </a:lnTo>
                    <a:lnTo>
                      <a:pt x="854" y="1506"/>
                    </a:lnTo>
                    <a:lnTo>
                      <a:pt x="854" y="1506"/>
                    </a:lnTo>
                    <a:lnTo>
                      <a:pt x="856" y="1510"/>
                    </a:lnTo>
                    <a:lnTo>
                      <a:pt x="860" y="1514"/>
                    </a:lnTo>
                    <a:lnTo>
                      <a:pt x="862" y="1516"/>
                    </a:lnTo>
                    <a:lnTo>
                      <a:pt x="860" y="1518"/>
                    </a:lnTo>
                    <a:lnTo>
                      <a:pt x="860" y="1518"/>
                    </a:lnTo>
                    <a:lnTo>
                      <a:pt x="860" y="1522"/>
                    </a:lnTo>
                    <a:lnTo>
                      <a:pt x="860" y="1526"/>
                    </a:lnTo>
                    <a:lnTo>
                      <a:pt x="862" y="1534"/>
                    </a:lnTo>
                    <a:lnTo>
                      <a:pt x="874" y="1554"/>
                    </a:lnTo>
                    <a:lnTo>
                      <a:pt x="874" y="1554"/>
                    </a:lnTo>
                    <a:lnTo>
                      <a:pt x="878" y="1558"/>
                    </a:lnTo>
                    <a:lnTo>
                      <a:pt x="882" y="1560"/>
                    </a:lnTo>
                    <a:lnTo>
                      <a:pt x="890" y="1562"/>
                    </a:lnTo>
                    <a:lnTo>
                      <a:pt x="898" y="1562"/>
                    </a:lnTo>
                    <a:lnTo>
                      <a:pt x="898" y="1564"/>
                    </a:lnTo>
                    <a:lnTo>
                      <a:pt x="898" y="1568"/>
                    </a:lnTo>
                    <a:lnTo>
                      <a:pt x="898" y="1568"/>
                    </a:lnTo>
                    <a:lnTo>
                      <a:pt x="896" y="1572"/>
                    </a:lnTo>
                    <a:lnTo>
                      <a:pt x="898" y="1576"/>
                    </a:lnTo>
                    <a:lnTo>
                      <a:pt x="902" y="1582"/>
                    </a:lnTo>
                    <a:lnTo>
                      <a:pt x="906" y="1590"/>
                    </a:lnTo>
                    <a:lnTo>
                      <a:pt x="908" y="1594"/>
                    </a:lnTo>
                    <a:lnTo>
                      <a:pt x="908" y="1598"/>
                    </a:lnTo>
                    <a:lnTo>
                      <a:pt x="908" y="1598"/>
                    </a:lnTo>
                    <a:lnTo>
                      <a:pt x="908" y="1606"/>
                    </a:lnTo>
                    <a:lnTo>
                      <a:pt x="910" y="1610"/>
                    </a:lnTo>
                    <a:lnTo>
                      <a:pt x="914" y="1614"/>
                    </a:lnTo>
                    <a:lnTo>
                      <a:pt x="926" y="1618"/>
                    </a:lnTo>
                    <a:lnTo>
                      <a:pt x="926" y="1618"/>
                    </a:lnTo>
                    <a:lnTo>
                      <a:pt x="932" y="1622"/>
                    </a:lnTo>
                    <a:lnTo>
                      <a:pt x="934" y="1626"/>
                    </a:lnTo>
                    <a:lnTo>
                      <a:pt x="936" y="1630"/>
                    </a:lnTo>
                    <a:lnTo>
                      <a:pt x="934" y="1634"/>
                    </a:lnTo>
                    <a:lnTo>
                      <a:pt x="934" y="1640"/>
                    </a:lnTo>
                    <a:lnTo>
                      <a:pt x="934" y="1640"/>
                    </a:lnTo>
                    <a:lnTo>
                      <a:pt x="938" y="1640"/>
                    </a:lnTo>
                    <a:lnTo>
                      <a:pt x="938" y="1640"/>
                    </a:lnTo>
                    <a:lnTo>
                      <a:pt x="942" y="1640"/>
                    </a:lnTo>
                    <a:lnTo>
                      <a:pt x="944" y="1640"/>
                    </a:lnTo>
                    <a:lnTo>
                      <a:pt x="946" y="1648"/>
                    </a:lnTo>
                    <a:lnTo>
                      <a:pt x="946" y="1654"/>
                    </a:lnTo>
                    <a:lnTo>
                      <a:pt x="948" y="1656"/>
                    </a:lnTo>
                    <a:lnTo>
                      <a:pt x="950" y="1656"/>
                    </a:lnTo>
                    <a:lnTo>
                      <a:pt x="950" y="1656"/>
                    </a:lnTo>
                    <a:lnTo>
                      <a:pt x="956" y="1656"/>
                    </a:lnTo>
                    <a:lnTo>
                      <a:pt x="958" y="1656"/>
                    </a:lnTo>
                    <a:lnTo>
                      <a:pt x="958" y="1662"/>
                    </a:lnTo>
                    <a:lnTo>
                      <a:pt x="954" y="1672"/>
                    </a:lnTo>
                    <a:lnTo>
                      <a:pt x="954" y="1672"/>
                    </a:lnTo>
                    <a:lnTo>
                      <a:pt x="952" y="1676"/>
                    </a:lnTo>
                    <a:lnTo>
                      <a:pt x="956" y="1678"/>
                    </a:lnTo>
                    <a:lnTo>
                      <a:pt x="966" y="1678"/>
                    </a:lnTo>
                    <a:lnTo>
                      <a:pt x="978" y="1678"/>
                    </a:lnTo>
                    <a:lnTo>
                      <a:pt x="980" y="1680"/>
                    </a:lnTo>
                    <a:lnTo>
                      <a:pt x="980" y="1684"/>
                    </a:lnTo>
                    <a:lnTo>
                      <a:pt x="980" y="1684"/>
                    </a:lnTo>
                    <a:lnTo>
                      <a:pt x="978" y="1690"/>
                    </a:lnTo>
                    <a:lnTo>
                      <a:pt x="978" y="1692"/>
                    </a:lnTo>
                    <a:lnTo>
                      <a:pt x="980" y="1694"/>
                    </a:lnTo>
                    <a:lnTo>
                      <a:pt x="982" y="1694"/>
                    </a:lnTo>
                    <a:lnTo>
                      <a:pt x="990" y="1694"/>
                    </a:lnTo>
                    <a:lnTo>
                      <a:pt x="994" y="1696"/>
                    </a:lnTo>
                    <a:lnTo>
                      <a:pt x="996" y="1698"/>
                    </a:lnTo>
                    <a:lnTo>
                      <a:pt x="996" y="1698"/>
                    </a:lnTo>
                    <a:lnTo>
                      <a:pt x="998" y="1700"/>
                    </a:lnTo>
                    <a:lnTo>
                      <a:pt x="996" y="1702"/>
                    </a:lnTo>
                    <a:lnTo>
                      <a:pt x="994" y="1704"/>
                    </a:lnTo>
                    <a:lnTo>
                      <a:pt x="990" y="1706"/>
                    </a:lnTo>
                    <a:lnTo>
                      <a:pt x="990" y="1708"/>
                    </a:lnTo>
                    <a:lnTo>
                      <a:pt x="990" y="1712"/>
                    </a:lnTo>
                    <a:lnTo>
                      <a:pt x="990" y="1712"/>
                    </a:lnTo>
                    <a:lnTo>
                      <a:pt x="992" y="1722"/>
                    </a:lnTo>
                    <a:lnTo>
                      <a:pt x="996" y="1724"/>
                    </a:lnTo>
                    <a:lnTo>
                      <a:pt x="1000" y="1726"/>
                    </a:lnTo>
                    <a:lnTo>
                      <a:pt x="1004" y="1726"/>
                    </a:lnTo>
                    <a:lnTo>
                      <a:pt x="1010" y="1726"/>
                    </a:lnTo>
                    <a:lnTo>
                      <a:pt x="1016" y="1722"/>
                    </a:lnTo>
                    <a:lnTo>
                      <a:pt x="1024" y="1718"/>
                    </a:lnTo>
                    <a:lnTo>
                      <a:pt x="1024" y="1718"/>
                    </a:lnTo>
                    <a:lnTo>
                      <a:pt x="1032" y="1712"/>
                    </a:lnTo>
                    <a:lnTo>
                      <a:pt x="1038" y="1712"/>
                    </a:lnTo>
                    <a:lnTo>
                      <a:pt x="1040" y="1712"/>
                    </a:lnTo>
                    <a:lnTo>
                      <a:pt x="1044" y="1714"/>
                    </a:lnTo>
                    <a:lnTo>
                      <a:pt x="1048" y="1716"/>
                    </a:lnTo>
                    <a:lnTo>
                      <a:pt x="1050" y="1716"/>
                    </a:lnTo>
                    <a:lnTo>
                      <a:pt x="1054" y="1714"/>
                    </a:lnTo>
                    <a:lnTo>
                      <a:pt x="1054" y="1714"/>
                    </a:lnTo>
                    <a:lnTo>
                      <a:pt x="1064" y="1708"/>
                    </a:lnTo>
                    <a:lnTo>
                      <a:pt x="1072" y="1704"/>
                    </a:lnTo>
                    <a:lnTo>
                      <a:pt x="1080" y="1700"/>
                    </a:lnTo>
                    <a:lnTo>
                      <a:pt x="1080" y="1696"/>
                    </a:lnTo>
                    <a:lnTo>
                      <a:pt x="1080" y="1692"/>
                    </a:lnTo>
                    <a:lnTo>
                      <a:pt x="1080" y="1692"/>
                    </a:lnTo>
                    <a:lnTo>
                      <a:pt x="1080" y="1688"/>
                    </a:lnTo>
                    <a:lnTo>
                      <a:pt x="1082" y="1686"/>
                    </a:lnTo>
                    <a:lnTo>
                      <a:pt x="1084" y="1688"/>
                    </a:lnTo>
                    <a:lnTo>
                      <a:pt x="1086" y="1690"/>
                    </a:lnTo>
                    <a:lnTo>
                      <a:pt x="1088" y="1694"/>
                    </a:lnTo>
                    <a:lnTo>
                      <a:pt x="1090" y="1698"/>
                    </a:lnTo>
                    <a:lnTo>
                      <a:pt x="1090" y="1704"/>
                    </a:lnTo>
                    <a:lnTo>
                      <a:pt x="1086" y="1710"/>
                    </a:lnTo>
                    <a:lnTo>
                      <a:pt x="1086" y="1710"/>
                    </a:lnTo>
                    <a:lnTo>
                      <a:pt x="1078" y="1718"/>
                    </a:lnTo>
                    <a:lnTo>
                      <a:pt x="1076" y="1726"/>
                    </a:lnTo>
                    <a:lnTo>
                      <a:pt x="1076" y="1728"/>
                    </a:lnTo>
                    <a:lnTo>
                      <a:pt x="1078" y="1732"/>
                    </a:lnTo>
                    <a:lnTo>
                      <a:pt x="1090" y="1738"/>
                    </a:lnTo>
                    <a:lnTo>
                      <a:pt x="1090" y="1738"/>
                    </a:lnTo>
                    <a:lnTo>
                      <a:pt x="1098" y="1740"/>
                    </a:lnTo>
                    <a:lnTo>
                      <a:pt x="1106" y="1740"/>
                    </a:lnTo>
                    <a:lnTo>
                      <a:pt x="1120" y="1738"/>
                    </a:lnTo>
                    <a:lnTo>
                      <a:pt x="1124" y="1738"/>
                    </a:lnTo>
                    <a:lnTo>
                      <a:pt x="1126" y="1740"/>
                    </a:lnTo>
                    <a:lnTo>
                      <a:pt x="1126" y="1744"/>
                    </a:lnTo>
                    <a:lnTo>
                      <a:pt x="1120" y="1752"/>
                    </a:lnTo>
                    <a:lnTo>
                      <a:pt x="1120" y="1752"/>
                    </a:lnTo>
                    <a:lnTo>
                      <a:pt x="1116" y="1758"/>
                    </a:lnTo>
                    <a:lnTo>
                      <a:pt x="1116" y="1762"/>
                    </a:lnTo>
                    <a:lnTo>
                      <a:pt x="1118" y="1766"/>
                    </a:lnTo>
                    <a:lnTo>
                      <a:pt x="1122" y="1768"/>
                    </a:lnTo>
                    <a:lnTo>
                      <a:pt x="1126" y="1770"/>
                    </a:lnTo>
                    <a:lnTo>
                      <a:pt x="1132" y="1770"/>
                    </a:lnTo>
                    <a:lnTo>
                      <a:pt x="1136" y="1768"/>
                    </a:lnTo>
                    <a:lnTo>
                      <a:pt x="1140" y="1766"/>
                    </a:lnTo>
                    <a:lnTo>
                      <a:pt x="1140" y="1766"/>
                    </a:lnTo>
                    <a:lnTo>
                      <a:pt x="1150" y="1760"/>
                    </a:lnTo>
                    <a:lnTo>
                      <a:pt x="1154" y="1758"/>
                    </a:lnTo>
                    <a:lnTo>
                      <a:pt x="1156" y="1758"/>
                    </a:lnTo>
                    <a:lnTo>
                      <a:pt x="1162" y="1762"/>
                    </a:lnTo>
                    <a:lnTo>
                      <a:pt x="1170" y="1770"/>
                    </a:lnTo>
                    <a:lnTo>
                      <a:pt x="1170" y="1770"/>
                    </a:lnTo>
                    <a:lnTo>
                      <a:pt x="1182" y="1776"/>
                    </a:lnTo>
                    <a:lnTo>
                      <a:pt x="1186" y="1776"/>
                    </a:lnTo>
                    <a:lnTo>
                      <a:pt x="1190" y="1776"/>
                    </a:lnTo>
                    <a:lnTo>
                      <a:pt x="1194" y="1774"/>
                    </a:lnTo>
                    <a:lnTo>
                      <a:pt x="1196" y="1768"/>
                    </a:lnTo>
                    <a:lnTo>
                      <a:pt x="1198" y="1764"/>
                    </a:lnTo>
                    <a:lnTo>
                      <a:pt x="1200" y="1756"/>
                    </a:lnTo>
                    <a:lnTo>
                      <a:pt x="1200" y="1756"/>
                    </a:lnTo>
                    <a:lnTo>
                      <a:pt x="1200" y="1750"/>
                    </a:lnTo>
                    <a:lnTo>
                      <a:pt x="1198" y="1746"/>
                    </a:lnTo>
                    <a:lnTo>
                      <a:pt x="1194" y="1746"/>
                    </a:lnTo>
                    <a:lnTo>
                      <a:pt x="1192" y="1746"/>
                    </a:lnTo>
                    <a:lnTo>
                      <a:pt x="1186" y="1746"/>
                    </a:lnTo>
                    <a:lnTo>
                      <a:pt x="1186" y="1746"/>
                    </a:lnTo>
                    <a:lnTo>
                      <a:pt x="1186" y="1744"/>
                    </a:lnTo>
                    <a:lnTo>
                      <a:pt x="1186" y="1744"/>
                    </a:lnTo>
                    <a:lnTo>
                      <a:pt x="1190" y="1740"/>
                    </a:lnTo>
                    <a:lnTo>
                      <a:pt x="1194" y="1738"/>
                    </a:lnTo>
                    <a:lnTo>
                      <a:pt x="1204" y="1734"/>
                    </a:lnTo>
                    <a:lnTo>
                      <a:pt x="1208" y="1732"/>
                    </a:lnTo>
                    <a:lnTo>
                      <a:pt x="1210" y="1728"/>
                    </a:lnTo>
                    <a:lnTo>
                      <a:pt x="1212" y="1724"/>
                    </a:lnTo>
                    <a:lnTo>
                      <a:pt x="1212" y="1718"/>
                    </a:lnTo>
                    <a:lnTo>
                      <a:pt x="1212" y="1718"/>
                    </a:lnTo>
                    <a:lnTo>
                      <a:pt x="1210" y="1712"/>
                    </a:lnTo>
                    <a:lnTo>
                      <a:pt x="1214" y="1702"/>
                    </a:lnTo>
                    <a:lnTo>
                      <a:pt x="1224" y="1676"/>
                    </a:lnTo>
                    <a:lnTo>
                      <a:pt x="1234" y="1652"/>
                    </a:lnTo>
                    <a:lnTo>
                      <a:pt x="1236" y="1640"/>
                    </a:lnTo>
                    <a:lnTo>
                      <a:pt x="1236" y="1630"/>
                    </a:lnTo>
                    <a:lnTo>
                      <a:pt x="1236" y="1630"/>
                    </a:lnTo>
                    <a:lnTo>
                      <a:pt x="1234" y="1624"/>
                    </a:lnTo>
                    <a:lnTo>
                      <a:pt x="1232" y="1622"/>
                    </a:lnTo>
                    <a:lnTo>
                      <a:pt x="1230" y="1622"/>
                    </a:lnTo>
                    <a:lnTo>
                      <a:pt x="1228" y="1622"/>
                    </a:lnTo>
                    <a:lnTo>
                      <a:pt x="1226" y="1622"/>
                    </a:lnTo>
                    <a:lnTo>
                      <a:pt x="1222" y="1622"/>
                    </a:lnTo>
                    <a:lnTo>
                      <a:pt x="1220" y="1620"/>
                    </a:lnTo>
                    <a:lnTo>
                      <a:pt x="1214" y="1616"/>
                    </a:lnTo>
                    <a:lnTo>
                      <a:pt x="1214" y="1616"/>
                    </a:lnTo>
                    <a:lnTo>
                      <a:pt x="1212" y="1610"/>
                    </a:lnTo>
                    <a:lnTo>
                      <a:pt x="1212" y="1610"/>
                    </a:lnTo>
                    <a:lnTo>
                      <a:pt x="1222" y="1612"/>
                    </a:lnTo>
                    <a:lnTo>
                      <a:pt x="1232" y="1614"/>
                    </a:lnTo>
                    <a:lnTo>
                      <a:pt x="1236" y="1614"/>
                    </a:lnTo>
                    <a:lnTo>
                      <a:pt x="1236" y="1610"/>
                    </a:lnTo>
                    <a:lnTo>
                      <a:pt x="1236" y="1610"/>
                    </a:lnTo>
                    <a:lnTo>
                      <a:pt x="1234" y="1604"/>
                    </a:lnTo>
                    <a:lnTo>
                      <a:pt x="1232" y="1602"/>
                    </a:lnTo>
                    <a:lnTo>
                      <a:pt x="1226" y="1600"/>
                    </a:lnTo>
                    <a:lnTo>
                      <a:pt x="1220" y="1598"/>
                    </a:lnTo>
                    <a:lnTo>
                      <a:pt x="1220" y="1596"/>
                    </a:lnTo>
                    <a:lnTo>
                      <a:pt x="1222" y="1592"/>
                    </a:lnTo>
                    <a:lnTo>
                      <a:pt x="1222" y="1592"/>
                    </a:lnTo>
                    <a:lnTo>
                      <a:pt x="1226" y="1590"/>
                    </a:lnTo>
                    <a:lnTo>
                      <a:pt x="1230" y="1588"/>
                    </a:lnTo>
                    <a:lnTo>
                      <a:pt x="1244" y="1584"/>
                    </a:lnTo>
                    <a:lnTo>
                      <a:pt x="1250" y="1582"/>
                    </a:lnTo>
                    <a:lnTo>
                      <a:pt x="1256" y="1580"/>
                    </a:lnTo>
                    <a:lnTo>
                      <a:pt x="1260" y="1574"/>
                    </a:lnTo>
                    <a:lnTo>
                      <a:pt x="1262" y="1566"/>
                    </a:lnTo>
                    <a:lnTo>
                      <a:pt x="1262" y="1566"/>
                    </a:lnTo>
                    <a:lnTo>
                      <a:pt x="1264" y="1560"/>
                    </a:lnTo>
                    <a:lnTo>
                      <a:pt x="1266" y="1558"/>
                    </a:lnTo>
                    <a:lnTo>
                      <a:pt x="1268" y="1558"/>
                    </a:lnTo>
                    <a:lnTo>
                      <a:pt x="1272" y="1560"/>
                    </a:lnTo>
                    <a:lnTo>
                      <a:pt x="1278" y="1562"/>
                    </a:lnTo>
                    <a:lnTo>
                      <a:pt x="1280" y="1560"/>
                    </a:lnTo>
                    <a:lnTo>
                      <a:pt x="1280" y="1556"/>
                    </a:lnTo>
                    <a:lnTo>
                      <a:pt x="1280" y="1556"/>
                    </a:lnTo>
                    <a:lnTo>
                      <a:pt x="1282" y="1550"/>
                    </a:lnTo>
                    <a:lnTo>
                      <a:pt x="1284" y="1546"/>
                    </a:lnTo>
                    <a:lnTo>
                      <a:pt x="1294" y="1538"/>
                    </a:lnTo>
                    <a:lnTo>
                      <a:pt x="1300" y="1530"/>
                    </a:lnTo>
                    <a:lnTo>
                      <a:pt x="1302" y="1526"/>
                    </a:lnTo>
                    <a:lnTo>
                      <a:pt x="1302" y="1520"/>
                    </a:lnTo>
                    <a:lnTo>
                      <a:pt x="1302" y="1520"/>
                    </a:lnTo>
                    <a:lnTo>
                      <a:pt x="1300" y="1510"/>
                    </a:lnTo>
                    <a:lnTo>
                      <a:pt x="1300" y="1502"/>
                    </a:lnTo>
                    <a:lnTo>
                      <a:pt x="1300" y="1500"/>
                    </a:lnTo>
                    <a:lnTo>
                      <a:pt x="1298" y="1500"/>
                    </a:lnTo>
                    <a:lnTo>
                      <a:pt x="1286" y="1498"/>
                    </a:lnTo>
                    <a:lnTo>
                      <a:pt x="1286" y="1498"/>
                    </a:lnTo>
                    <a:lnTo>
                      <a:pt x="1278" y="1498"/>
                    </a:lnTo>
                    <a:lnTo>
                      <a:pt x="1270" y="1496"/>
                    </a:lnTo>
                    <a:lnTo>
                      <a:pt x="1266" y="1492"/>
                    </a:lnTo>
                    <a:lnTo>
                      <a:pt x="1262" y="1490"/>
                    </a:lnTo>
                    <a:lnTo>
                      <a:pt x="1260" y="1486"/>
                    </a:lnTo>
                    <a:lnTo>
                      <a:pt x="1262" y="1486"/>
                    </a:lnTo>
                    <a:lnTo>
                      <a:pt x="1264" y="1484"/>
                    </a:lnTo>
                    <a:lnTo>
                      <a:pt x="1270" y="1486"/>
                    </a:lnTo>
                    <a:lnTo>
                      <a:pt x="1270" y="1486"/>
                    </a:lnTo>
                    <a:lnTo>
                      <a:pt x="1276" y="1486"/>
                    </a:lnTo>
                    <a:lnTo>
                      <a:pt x="1280" y="1486"/>
                    </a:lnTo>
                    <a:lnTo>
                      <a:pt x="1288" y="1484"/>
                    </a:lnTo>
                    <a:lnTo>
                      <a:pt x="1294" y="1482"/>
                    </a:lnTo>
                    <a:lnTo>
                      <a:pt x="1300" y="1482"/>
                    </a:lnTo>
                    <a:lnTo>
                      <a:pt x="1300" y="1482"/>
                    </a:lnTo>
                    <a:lnTo>
                      <a:pt x="1308" y="1482"/>
                    </a:lnTo>
                    <a:lnTo>
                      <a:pt x="1308" y="1482"/>
                    </a:lnTo>
                    <a:lnTo>
                      <a:pt x="1308" y="1478"/>
                    </a:lnTo>
                    <a:lnTo>
                      <a:pt x="1302" y="1470"/>
                    </a:lnTo>
                    <a:lnTo>
                      <a:pt x="1290" y="1454"/>
                    </a:lnTo>
                    <a:lnTo>
                      <a:pt x="1290" y="1454"/>
                    </a:lnTo>
                    <a:lnTo>
                      <a:pt x="1282" y="1448"/>
                    </a:lnTo>
                    <a:lnTo>
                      <a:pt x="1280" y="1442"/>
                    </a:lnTo>
                    <a:lnTo>
                      <a:pt x="1280" y="1438"/>
                    </a:lnTo>
                    <a:lnTo>
                      <a:pt x="1284" y="1434"/>
                    </a:lnTo>
                    <a:lnTo>
                      <a:pt x="1288" y="1434"/>
                    </a:lnTo>
                    <a:lnTo>
                      <a:pt x="1296" y="1434"/>
                    </a:lnTo>
                    <a:lnTo>
                      <a:pt x="1310" y="1438"/>
                    </a:lnTo>
                    <a:lnTo>
                      <a:pt x="1310" y="1438"/>
                    </a:lnTo>
                    <a:lnTo>
                      <a:pt x="1316" y="1438"/>
                    </a:lnTo>
                    <a:lnTo>
                      <a:pt x="1320" y="1436"/>
                    </a:lnTo>
                    <a:lnTo>
                      <a:pt x="1324" y="1434"/>
                    </a:lnTo>
                    <a:lnTo>
                      <a:pt x="1326" y="1430"/>
                    </a:lnTo>
                    <a:lnTo>
                      <a:pt x="1332" y="1420"/>
                    </a:lnTo>
                    <a:lnTo>
                      <a:pt x="1334" y="1418"/>
                    </a:lnTo>
                    <a:lnTo>
                      <a:pt x="1338" y="1418"/>
                    </a:lnTo>
                    <a:lnTo>
                      <a:pt x="1338" y="1418"/>
                    </a:lnTo>
                    <a:lnTo>
                      <a:pt x="1344" y="1420"/>
                    </a:lnTo>
                    <a:lnTo>
                      <a:pt x="1346" y="1418"/>
                    </a:lnTo>
                    <a:lnTo>
                      <a:pt x="1344" y="1414"/>
                    </a:lnTo>
                    <a:lnTo>
                      <a:pt x="1334" y="1408"/>
                    </a:lnTo>
                    <a:lnTo>
                      <a:pt x="1334" y="1408"/>
                    </a:lnTo>
                    <a:lnTo>
                      <a:pt x="1326" y="1404"/>
                    </a:lnTo>
                    <a:lnTo>
                      <a:pt x="1324" y="1404"/>
                    </a:lnTo>
                    <a:lnTo>
                      <a:pt x="1326" y="1402"/>
                    </a:lnTo>
                    <a:lnTo>
                      <a:pt x="1330" y="1402"/>
                    </a:lnTo>
                    <a:lnTo>
                      <a:pt x="1338" y="1400"/>
                    </a:lnTo>
                    <a:lnTo>
                      <a:pt x="1338" y="1400"/>
                    </a:lnTo>
                    <a:lnTo>
                      <a:pt x="1344" y="1398"/>
                    </a:lnTo>
                    <a:lnTo>
                      <a:pt x="1352" y="1398"/>
                    </a:lnTo>
                    <a:lnTo>
                      <a:pt x="1360" y="1400"/>
                    </a:lnTo>
                    <a:lnTo>
                      <a:pt x="1370" y="1398"/>
                    </a:lnTo>
                    <a:lnTo>
                      <a:pt x="1370" y="1398"/>
                    </a:lnTo>
                    <a:lnTo>
                      <a:pt x="1380" y="1396"/>
                    </a:lnTo>
                    <a:lnTo>
                      <a:pt x="1388" y="1396"/>
                    </a:lnTo>
                    <a:lnTo>
                      <a:pt x="1394" y="1396"/>
                    </a:lnTo>
                    <a:lnTo>
                      <a:pt x="1398" y="1390"/>
                    </a:lnTo>
                    <a:lnTo>
                      <a:pt x="1398" y="1390"/>
                    </a:lnTo>
                    <a:lnTo>
                      <a:pt x="1400" y="1386"/>
                    </a:lnTo>
                    <a:lnTo>
                      <a:pt x="1398" y="1384"/>
                    </a:lnTo>
                    <a:lnTo>
                      <a:pt x="1396" y="1380"/>
                    </a:lnTo>
                    <a:lnTo>
                      <a:pt x="1402" y="1376"/>
                    </a:lnTo>
                    <a:lnTo>
                      <a:pt x="1402" y="1376"/>
                    </a:lnTo>
                    <a:lnTo>
                      <a:pt x="1404" y="1372"/>
                    </a:lnTo>
                    <a:lnTo>
                      <a:pt x="1404" y="1368"/>
                    </a:lnTo>
                    <a:lnTo>
                      <a:pt x="1404" y="1364"/>
                    </a:lnTo>
                    <a:lnTo>
                      <a:pt x="1410" y="1360"/>
                    </a:lnTo>
                    <a:lnTo>
                      <a:pt x="1410" y="1360"/>
                    </a:lnTo>
                    <a:lnTo>
                      <a:pt x="1414" y="1356"/>
                    </a:lnTo>
                    <a:lnTo>
                      <a:pt x="1416" y="1354"/>
                    </a:lnTo>
                    <a:lnTo>
                      <a:pt x="1414" y="1352"/>
                    </a:lnTo>
                    <a:lnTo>
                      <a:pt x="1412" y="1350"/>
                    </a:lnTo>
                    <a:lnTo>
                      <a:pt x="1406" y="1346"/>
                    </a:lnTo>
                    <a:lnTo>
                      <a:pt x="1406" y="1344"/>
                    </a:lnTo>
                    <a:lnTo>
                      <a:pt x="1406" y="1344"/>
                    </a:lnTo>
                    <a:lnTo>
                      <a:pt x="1406" y="1344"/>
                    </a:lnTo>
                    <a:lnTo>
                      <a:pt x="1410" y="1342"/>
                    </a:lnTo>
                    <a:lnTo>
                      <a:pt x="1414" y="1344"/>
                    </a:lnTo>
                    <a:lnTo>
                      <a:pt x="1420" y="1344"/>
                    </a:lnTo>
                    <a:lnTo>
                      <a:pt x="1430" y="1344"/>
                    </a:lnTo>
                    <a:lnTo>
                      <a:pt x="1430" y="1344"/>
                    </a:lnTo>
                    <a:lnTo>
                      <a:pt x="1436" y="1344"/>
                    </a:lnTo>
                    <a:lnTo>
                      <a:pt x="1434" y="1348"/>
                    </a:lnTo>
                    <a:lnTo>
                      <a:pt x="1428" y="1352"/>
                    </a:lnTo>
                    <a:lnTo>
                      <a:pt x="1424" y="1358"/>
                    </a:lnTo>
                    <a:lnTo>
                      <a:pt x="1424" y="1358"/>
                    </a:lnTo>
                    <a:lnTo>
                      <a:pt x="1422" y="1362"/>
                    </a:lnTo>
                    <a:lnTo>
                      <a:pt x="1418" y="1364"/>
                    </a:lnTo>
                    <a:lnTo>
                      <a:pt x="1414" y="1368"/>
                    </a:lnTo>
                    <a:lnTo>
                      <a:pt x="1412" y="1372"/>
                    </a:lnTo>
                    <a:lnTo>
                      <a:pt x="1412" y="1372"/>
                    </a:lnTo>
                    <a:lnTo>
                      <a:pt x="1410" y="1378"/>
                    </a:lnTo>
                    <a:lnTo>
                      <a:pt x="1408" y="1386"/>
                    </a:lnTo>
                    <a:lnTo>
                      <a:pt x="1406" y="1392"/>
                    </a:lnTo>
                    <a:lnTo>
                      <a:pt x="1406" y="1394"/>
                    </a:lnTo>
                    <a:lnTo>
                      <a:pt x="1408" y="1396"/>
                    </a:lnTo>
                    <a:lnTo>
                      <a:pt x="1408" y="1396"/>
                    </a:lnTo>
                    <a:lnTo>
                      <a:pt x="1414" y="1398"/>
                    </a:lnTo>
                    <a:lnTo>
                      <a:pt x="1420" y="1398"/>
                    </a:lnTo>
                    <a:lnTo>
                      <a:pt x="1426" y="1396"/>
                    </a:lnTo>
                    <a:lnTo>
                      <a:pt x="1432" y="1390"/>
                    </a:lnTo>
                    <a:lnTo>
                      <a:pt x="1432" y="1390"/>
                    </a:lnTo>
                    <a:lnTo>
                      <a:pt x="1440" y="1380"/>
                    </a:lnTo>
                    <a:lnTo>
                      <a:pt x="1444" y="1380"/>
                    </a:lnTo>
                    <a:lnTo>
                      <a:pt x="1448" y="1384"/>
                    </a:lnTo>
                    <a:lnTo>
                      <a:pt x="1448" y="1384"/>
                    </a:lnTo>
                    <a:lnTo>
                      <a:pt x="1452" y="1386"/>
                    </a:lnTo>
                    <a:lnTo>
                      <a:pt x="1454" y="1384"/>
                    </a:lnTo>
                    <a:lnTo>
                      <a:pt x="1454" y="1382"/>
                    </a:lnTo>
                    <a:lnTo>
                      <a:pt x="1452" y="1378"/>
                    </a:lnTo>
                    <a:lnTo>
                      <a:pt x="1452" y="1378"/>
                    </a:lnTo>
                    <a:lnTo>
                      <a:pt x="1452" y="1376"/>
                    </a:lnTo>
                    <a:lnTo>
                      <a:pt x="1452" y="1374"/>
                    </a:lnTo>
                    <a:lnTo>
                      <a:pt x="1456" y="1372"/>
                    </a:lnTo>
                    <a:lnTo>
                      <a:pt x="1462" y="1370"/>
                    </a:lnTo>
                    <a:lnTo>
                      <a:pt x="1466" y="1370"/>
                    </a:lnTo>
                    <a:lnTo>
                      <a:pt x="1468" y="1372"/>
                    </a:lnTo>
                    <a:lnTo>
                      <a:pt x="1468" y="1372"/>
                    </a:lnTo>
                    <a:lnTo>
                      <a:pt x="1472" y="1372"/>
                    </a:lnTo>
                    <a:lnTo>
                      <a:pt x="1476" y="1372"/>
                    </a:lnTo>
                    <a:lnTo>
                      <a:pt x="1484" y="1370"/>
                    </a:lnTo>
                    <a:lnTo>
                      <a:pt x="1498" y="1362"/>
                    </a:lnTo>
                    <a:lnTo>
                      <a:pt x="1498" y="1362"/>
                    </a:lnTo>
                    <a:lnTo>
                      <a:pt x="1502" y="1360"/>
                    </a:lnTo>
                    <a:lnTo>
                      <a:pt x="1502" y="1354"/>
                    </a:lnTo>
                    <a:lnTo>
                      <a:pt x="1502" y="1350"/>
                    </a:lnTo>
                    <a:lnTo>
                      <a:pt x="1502" y="1350"/>
                    </a:lnTo>
                    <a:lnTo>
                      <a:pt x="1504" y="1350"/>
                    </a:lnTo>
                    <a:lnTo>
                      <a:pt x="1504" y="1350"/>
                    </a:lnTo>
                    <a:lnTo>
                      <a:pt x="1508" y="1350"/>
                    </a:lnTo>
                    <a:lnTo>
                      <a:pt x="1510" y="1352"/>
                    </a:lnTo>
                    <a:lnTo>
                      <a:pt x="1510" y="1354"/>
                    </a:lnTo>
                    <a:lnTo>
                      <a:pt x="1512" y="1354"/>
                    </a:lnTo>
                    <a:lnTo>
                      <a:pt x="1512" y="1354"/>
                    </a:lnTo>
                    <a:lnTo>
                      <a:pt x="1520" y="1350"/>
                    </a:lnTo>
                    <a:lnTo>
                      <a:pt x="1532" y="1344"/>
                    </a:lnTo>
                    <a:lnTo>
                      <a:pt x="1558" y="1324"/>
                    </a:lnTo>
                    <a:lnTo>
                      <a:pt x="1570" y="1314"/>
                    </a:lnTo>
                    <a:lnTo>
                      <a:pt x="1580" y="1302"/>
                    </a:lnTo>
                    <a:lnTo>
                      <a:pt x="1588" y="1290"/>
                    </a:lnTo>
                    <a:lnTo>
                      <a:pt x="1592" y="1280"/>
                    </a:lnTo>
                    <a:lnTo>
                      <a:pt x="1592" y="1280"/>
                    </a:lnTo>
                    <a:lnTo>
                      <a:pt x="1600" y="1264"/>
                    </a:lnTo>
                    <a:lnTo>
                      <a:pt x="1610" y="1250"/>
                    </a:lnTo>
                    <a:lnTo>
                      <a:pt x="1622" y="1242"/>
                    </a:lnTo>
                    <a:lnTo>
                      <a:pt x="1628" y="1238"/>
                    </a:lnTo>
                    <a:lnTo>
                      <a:pt x="1634" y="1238"/>
                    </a:lnTo>
                    <a:lnTo>
                      <a:pt x="1634" y="1238"/>
                    </a:lnTo>
                    <a:lnTo>
                      <a:pt x="1642" y="1236"/>
                    </a:lnTo>
                    <a:lnTo>
                      <a:pt x="1646" y="1234"/>
                    </a:lnTo>
                    <a:lnTo>
                      <a:pt x="1648" y="1232"/>
                    </a:lnTo>
                    <a:lnTo>
                      <a:pt x="1648" y="1228"/>
                    </a:lnTo>
                    <a:lnTo>
                      <a:pt x="1646" y="1222"/>
                    </a:lnTo>
                    <a:lnTo>
                      <a:pt x="1640" y="1214"/>
                    </a:lnTo>
                    <a:lnTo>
                      <a:pt x="1632" y="1204"/>
                    </a:lnTo>
                    <a:lnTo>
                      <a:pt x="1632" y="1204"/>
                    </a:lnTo>
                    <a:lnTo>
                      <a:pt x="1626" y="1198"/>
                    </a:lnTo>
                    <a:lnTo>
                      <a:pt x="1624" y="1194"/>
                    </a:lnTo>
                    <a:lnTo>
                      <a:pt x="1636" y="1200"/>
                    </a:lnTo>
                    <a:lnTo>
                      <a:pt x="1670" y="1222"/>
                    </a:lnTo>
                    <a:lnTo>
                      <a:pt x="1670" y="1222"/>
                    </a:lnTo>
                    <a:lnTo>
                      <a:pt x="1684" y="1226"/>
                    </a:lnTo>
                    <a:lnTo>
                      <a:pt x="1694" y="1228"/>
                    </a:lnTo>
                    <a:lnTo>
                      <a:pt x="1702" y="1228"/>
                    </a:lnTo>
                    <a:lnTo>
                      <a:pt x="1710" y="1226"/>
                    </a:lnTo>
                    <a:lnTo>
                      <a:pt x="1718" y="1224"/>
                    </a:lnTo>
                    <a:lnTo>
                      <a:pt x="1724" y="1218"/>
                    </a:lnTo>
                    <a:lnTo>
                      <a:pt x="1730" y="1212"/>
                    </a:lnTo>
                    <a:lnTo>
                      <a:pt x="1730" y="1212"/>
                    </a:lnTo>
                    <a:lnTo>
                      <a:pt x="1732" y="1206"/>
                    </a:lnTo>
                    <a:lnTo>
                      <a:pt x="1734" y="1204"/>
                    </a:lnTo>
                    <a:lnTo>
                      <a:pt x="1738" y="1204"/>
                    </a:lnTo>
                    <a:lnTo>
                      <a:pt x="1742" y="1206"/>
                    </a:lnTo>
                    <a:lnTo>
                      <a:pt x="1748" y="1208"/>
                    </a:lnTo>
                    <a:lnTo>
                      <a:pt x="1756" y="1208"/>
                    </a:lnTo>
                    <a:lnTo>
                      <a:pt x="1766" y="1208"/>
                    </a:lnTo>
                    <a:lnTo>
                      <a:pt x="1782" y="1202"/>
                    </a:lnTo>
                    <a:lnTo>
                      <a:pt x="1782" y="1202"/>
                    </a:lnTo>
                    <a:lnTo>
                      <a:pt x="1800" y="1196"/>
                    </a:lnTo>
                    <a:lnTo>
                      <a:pt x="1818" y="1190"/>
                    </a:lnTo>
                    <a:lnTo>
                      <a:pt x="1856" y="1184"/>
                    </a:lnTo>
                    <a:lnTo>
                      <a:pt x="1886" y="1178"/>
                    </a:lnTo>
                    <a:lnTo>
                      <a:pt x="1898" y="1172"/>
                    </a:lnTo>
                    <a:lnTo>
                      <a:pt x="1906" y="1166"/>
                    </a:lnTo>
                    <a:lnTo>
                      <a:pt x="1906" y="1166"/>
                    </a:lnTo>
                    <a:lnTo>
                      <a:pt x="1920" y="1154"/>
                    </a:lnTo>
                    <a:lnTo>
                      <a:pt x="1934" y="1142"/>
                    </a:lnTo>
                    <a:lnTo>
                      <a:pt x="1950" y="1132"/>
                    </a:lnTo>
                    <a:lnTo>
                      <a:pt x="1960" y="1128"/>
                    </a:lnTo>
                    <a:lnTo>
                      <a:pt x="1970" y="1128"/>
                    </a:lnTo>
                    <a:lnTo>
                      <a:pt x="1970" y="1128"/>
                    </a:lnTo>
                    <a:lnTo>
                      <a:pt x="1978" y="1126"/>
                    </a:lnTo>
                    <a:lnTo>
                      <a:pt x="1982" y="1122"/>
                    </a:lnTo>
                    <a:lnTo>
                      <a:pt x="1982" y="1120"/>
                    </a:lnTo>
                    <a:lnTo>
                      <a:pt x="1982" y="1116"/>
                    </a:lnTo>
                    <a:lnTo>
                      <a:pt x="1982" y="1112"/>
                    </a:lnTo>
                    <a:lnTo>
                      <a:pt x="1982" y="1108"/>
                    </a:lnTo>
                    <a:lnTo>
                      <a:pt x="1986" y="1106"/>
                    </a:lnTo>
                    <a:lnTo>
                      <a:pt x="1994" y="1106"/>
                    </a:lnTo>
                    <a:lnTo>
                      <a:pt x="1994" y="1106"/>
                    </a:lnTo>
                    <a:lnTo>
                      <a:pt x="2008" y="1104"/>
                    </a:lnTo>
                    <a:lnTo>
                      <a:pt x="2012" y="1102"/>
                    </a:lnTo>
                    <a:lnTo>
                      <a:pt x="2012" y="1102"/>
                    </a:lnTo>
                    <a:lnTo>
                      <a:pt x="2016" y="1096"/>
                    </a:lnTo>
                    <a:lnTo>
                      <a:pt x="2022" y="1092"/>
                    </a:lnTo>
                    <a:lnTo>
                      <a:pt x="2030" y="1088"/>
                    </a:lnTo>
                    <a:lnTo>
                      <a:pt x="2030" y="1088"/>
                    </a:lnTo>
                    <a:lnTo>
                      <a:pt x="2046" y="1080"/>
                    </a:lnTo>
                    <a:lnTo>
                      <a:pt x="2046" y="1078"/>
                    </a:lnTo>
                    <a:lnTo>
                      <a:pt x="2044" y="1076"/>
                    </a:lnTo>
                    <a:lnTo>
                      <a:pt x="2028" y="1076"/>
                    </a:lnTo>
                    <a:lnTo>
                      <a:pt x="2000" y="1080"/>
                    </a:lnTo>
                    <a:lnTo>
                      <a:pt x="2000" y="1080"/>
                    </a:lnTo>
                    <a:lnTo>
                      <a:pt x="1984" y="1080"/>
                    </a:lnTo>
                    <a:lnTo>
                      <a:pt x="1970" y="1076"/>
                    </a:lnTo>
                    <a:lnTo>
                      <a:pt x="1956" y="1070"/>
                    </a:lnTo>
                    <a:lnTo>
                      <a:pt x="1944" y="1064"/>
                    </a:lnTo>
                    <a:lnTo>
                      <a:pt x="1932" y="1058"/>
                    </a:lnTo>
                    <a:lnTo>
                      <a:pt x="1920" y="1056"/>
                    </a:lnTo>
                    <a:lnTo>
                      <a:pt x="1914" y="1056"/>
                    </a:lnTo>
                    <a:lnTo>
                      <a:pt x="1906" y="1058"/>
                    </a:lnTo>
                    <a:lnTo>
                      <a:pt x="1900" y="1060"/>
                    </a:lnTo>
                    <a:lnTo>
                      <a:pt x="1892" y="1064"/>
                    </a:lnTo>
                    <a:lnTo>
                      <a:pt x="1892" y="1064"/>
                    </a:lnTo>
                    <a:lnTo>
                      <a:pt x="1884" y="1068"/>
                    </a:lnTo>
                    <a:lnTo>
                      <a:pt x="1878" y="1070"/>
                    </a:lnTo>
                    <a:lnTo>
                      <a:pt x="1866" y="1070"/>
                    </a:lnTo>
                    <a:lnTo>
                      <a:pt x="1860" y="1070"/>
                    </a:lnTo>
                    <a:lnTo>
                      <a:pt x="1854" y="1072"/>
                    </a:lnTo>
                    <a:lnTo>
                      <a:pt x="1846" y="1076"/>
                    </a:lnTo>
                    <a:lnTo>
                      <a:pt x="1838" y="1082"/>
                    </a:lnTo>
                    <a:lnTo>
                      <a:pt x="1838" y="1082"/>
                    </a:lnTo>
                    <a:lnTo>
                      <a:pt x="1834" y="1086"/>
                    </a:lnTo>
                    <a:lnTo>
                      <a:pt x="1828" y="1090"/>
                    </a:lnTo>
                    <a:lnTo>
                      <a:pt x="1824" y="1090"/>
                    </a:lnTo>
                    <a:lnTo>
                      <a:pt x="1820" y="1090"/>
                    </a:lnTo>
                    <a:lnTo>
                      <a:pt x="1818" y="1088"/>
                    </a:lnTo>
                    <a:lnTo>
                      <a:pt x="1820" y="1084"/>
                    </a:lnTo>
                    <a:lnTo>
                      <a:pt x="1824" y="1078"/>
                    </a:lnTo>
                    <a:lnTo>
                      <a:pt x="1832" y="1070"/>
                    </a:lnTo>
                    <a:lnTo>
                      <a:pt x="1832" y="1070"/>
                    </a:lnTo>
                    <a:lnTo>
                      <a:pt x="1840" y="1064"/>
                    </a:lnTo>
                    <a:lnTo>
                      <a:pt x="1848" y="1062"/>
                    </a:lnTo>
                    <a:lnTo>
                      <a:pt x="1852" y="1062"/>
                    </a:lnTo>
                    <a:lnTo>
                      <a:pt x="1856" y="1062"/>
                    </a:lnTo>
                    <a:lnTo>
                      <a:pt x="1864" y="1064"/>
                    </a:lnTo>
                    <a:lnTo>
                      <a:pt x="1866" y="1064"/>
                    </a:lnTo>
                    <a:lnTo>
                      <a:pt x="1870" y="1062"/>
                    </a:lnTo>
                    <a:lnTo>
                      <a:pt x="1870" y="1062"/>
                    </a:lnTo>
                    <a:lnTo>
                      <a:pt x="1876" y="1058"/>
                    </a:lnTo>
                    <a:lnTo>
                      <a:pt x="1878" y="1056"/>
                    </a:lnTo>
                    <a:lnTo>
                      <a:pt x="1878" y="1054"/>
                    </a:lnTo>
                    <a:lnTo>
                      <a:pt x="1874" y="1052"/>
                    </a:lnTo>
                    <a:lnTo>
                      <a:pt x="1868" y="1052"/>
                    </a:lnTo>
                    <a:lnTo>
                      <a:pt x="1844" y="1054"/>
                    </a:lnTo>
                    <a:lnTo>
                      <a:pt x="1844" y="1054"/>
                    </a:lnTo>
                    <a:lnTo>
                      <a:pt x="1816" y="1058"/>
                    </a:lnTo>
                    <a:lnTo>
                      <a:pt x="1800" y="1058"/>
                    </a:lnTo>
                    <a:lnTo>
                      <a:pt x="1798" y="1056"/>
                    </a:lnTo>
                    <a:lnTo>
                      <a:pt x="1796" y="1052"/>
                    </a:lnTo>
                    <a:lnTo>
                      <a:pt x="1798" y="1046"/>
                    </a:lnTo>
                    <a:lnTo>
                      <a:pt x="1804" y="1038"/>
                    </a:lnTo>
                    <a:lnTo>
                      <a:pt x="1804" y="1038"/>
                    </a:lnTo>
                    <a:lnTo>
                      <a:pt x="1814" y="1022"/>
                    </a:lnTo>
                    <a:lnTo>
                      <a:pt x="1818" y="1014"/>
                    </a:lnTo>
                    <a:lnTo>
                      <a:pt x="1820" y="1012"/>
                    </a:lnTo>
                    <a:lnTo>
                      <a:pt x="1822" y="1010"/>
                    </a:lnTo>
                    <a:lnTo>
                      <a:pt x="1828" y="1016"/>
                    </a:lnTo>
                    <a:lnTo>
                      <a:pt x="1828" y="1016"/>
                    </a:lnTo>
                    <a:lnTo>
                      <a:pt x="1836" y="1022"/>
                    </a:lnTo>
                    <a:lnTo>
                      <a:pt x="1840" y="1022"/>
                    </a:lnTo>
                    <a:lnTo>
                      <a:pt x="1844" y="1022"/>
                    </a:lnTo>
                    <a:lnTo>
                      <a:pt x="1882" y="1010"/>
                    </a:lnTo>
                    <a:lnTo>
                      <a:pt x="1882" y="1010"/>
                    </a:lnTo>
                    <a:lnTo>
                      <a:pt x="1896" y="1006"/>
                    </a:lnTo>
                    <a:lnTo>
                      <a:pt x="1904" y="1000"/>
                    </a:lnTo>
                    <a:lnTo>
                      <a:pt x="1908" y="996"/>
                    </a:lnTo>
                    <a:lnTo>
                      <a:pt x="1910" y="992"/>
                    </a:lnTo>
                    <a:lnTo>
                      <a:pt x="1906" y="986"/>
                    </a:lnTo>
                    <a:lnTo>
                      <a:pt x="1898" y="984"/>
                    </a:lnTo>
                    <a:lnTo>
                      <a:pt x="1888" y="980"/>
                    </a:lnTo>
                    <a:lnTo>
                      <a:pt x="1874" y="978"/>
                    </a:lnTo>
                    <a:lnTo>
                      <a:pt x="1874" y="978"/>
                    </a:lnTo>
                    <a:lnTo>
                      <a:pt x="1850" y="974"/>
                    </a:lnTo>
                    <a:lnTo>
                      <a:pt x="1844" y="972"/>
                    </a:lnTo>
                    <a:lnTo>
                      <a:pt x="1842" y="970"/>
                    </a:lnTo>
                    <a:lnTo>
                      <a:pt x="1844" y="968"/>
                    </a:lnTo>
                    <a:lnTo>
                      <a:pt x="1850" y="966"/>
                    </a:lnTo>
                    <a:lnTo>
                      <a:pt x="1870" y="966"/>
                    </a:lnTo>
                    <a:lnTo>
                      <a:pt x="1870" y="966"/>
                    </a:lnTo>
                    <a:lnTo>
                      <a:pt x="1892" y="970"/>
                    </a:lnTo>
                    <a:lnTo>
                      <a:pt x="1906" y="976"/>
                    </a:lnTo>
                    <a:lnTo>
                      <a:pt x="1918" y="980"/>
                    </a:lnTo>
                    <a:lnTo>
                      <a:pt x="1932" y="986"/>
                    </a:lnTo>
                    <a:lnTo>
                      <a:pt x="1932" y="986"/>
                    </a:lnTo>
                    <a:lnTo>
                      <a:pt x="1946" y="992"/>
                    </a:lnTo>
                    <a:lnTo>
                      <a:pt x="1954" y="998"/>
                    </a:lnTo>
                    <a:lnTo>
                      <a:pt x="1958" y="1008"/>
                    </a:lnTo>
                    <a:lnTo>
                      <a:pt x="1960" y="1022"/>
                    </a:lnTo>
                    <a:lnTo>
                      <a:pt x="1960" y="1022"/>
                    </a:lnTo>
                    <a:lnTo>
                      <a:pt x="1964" y="1030"/>
                    </a:lnTo>
                    <a:lnTo>
                      <a:pt x="1970" y="1038"/>
                    </a:lnTo>
                    <a:lnTo>
                      <a:pt x="1978" y="1044"/>
                    </a:lnTo>
                    <a:lnTo>
                      <a:pt x="1988" y="1050"/>
                    </a:lnTo>
                    <a:lnTo>
                      <a:pt x="1998" y="1052"/>
                    </a:lnTo>
                    <a:lnTo>
                      <a:pt x="2008" y="1054"/>
                    </a:lnTo>
                    <a:lnTo>
                      <a:pt x="2016" y="1054"/>
                    </a:lnTo>
                    <a:lnTo>
                      <a:pt x="2022" y="1052"/>
                    </a:lnTo>
                    <a:lnTo>
                      <a:pt x="2022" y="1052"/>
                    </a:lnTo>
                    <a:lnTo>
                      <a:pt x="2030" y="1048"/>
                    </a:lnTo>
                    <a:lnTo>
                      <a:pt x="2036" y="1050"/>
                    </a:lnTo>
                    <a:lnTo>
                      <a:pt x="2046" y="1052"/>
                    </a:lnTo>
                    <a:lnTo>
                      <a:pt x="2060" y="1056"/>
                    </a:lnTo>
                    <a:lnTo>
                      <a:pt x="2060" y="1056"/>
                    </a:lnTo>
                    <a:lnTo>
                      <a:pt x="2068" y="1054"/>
                    </a:lnTo>
                    <a:lnTo>
                      <a:pt x="2070" y="1050"/>
                    </a:lnTo>
                    <a:lnTo>
                      <a:pt x="2072" y="1042"/>
                    </a:lnTo>
                    <a:lnTo>
                      <a:pt x="2070" y="1032"/>
                    </a:lnTo>
                    <a:lnTo>
                      <a:pt x="2066" y="1008"/>
                    </a:lnTo>
                    <a:lnTo>
                      <a:pt x="2064" y="996"/>
                    </a:lnTo>
                    <a:lnTo>
                      <a:pt x="2064" y="984"/>
                    </a:lnTo>
                    <a:lnTo>
                      <a:pt x="2064" y="984"/>
                    </a:lnTo>
                    <a:lnTo>
                      <a:pt x="2062" y="976"/>
                    </a:lnTo>
                    <a:lnTo>
                      <a:pt x="2062" y="974"/>
                    </a:lnTo>
                    <a:lnTo>
                      <a:pt x="2060" y="974"/>
                    </a:lnTo>
                    <a:lnTo>
                      <a:pt x="2056" y="976"/>
                    </a:lnTo>
                    <a:lnTo>
                      <a:pt x="2050" y="980"/>
                    </a:lnTo>
                    <a:lnTo>
                      <a:pt x="2044" y="986"/>
                    </a:lnTo>
                    <a:lnTo>
                      <a:pt x="2038" y="990"/>
                    </a:lnTo>
                    <a:lnTo>
                      <a:pt x="2032" y="990"/>
                    </a:lnTo>
                    <a:lnTo>
                      <a:pt x="2030" y="988"/>
                    </a:lnTo>
                    <a:lnTo>
                      <a:pt x="2030" y="986"/>
                    </a:lnTo>
                    <a:lnTo>
                      <a:pt x="2030" y="986"/>
                    </a:lnTo>
                    <a:lnTo>
                      <a:pt x="2028" y="976"/>
                    </a:lnTo>
                    <a:lnTo>
                      <a:pt x="2028" y="974"/>
                    </a:lnTo>
                    <a:lnTo>
                      <a:pt x="2032" y="974"/>
                    </a:lnTo>
                    <a:lnTo>
                      <a:pt x="2038" y="972"/>
                    </a:lnTo>
                    <a:lnTo>
                      <a:pt x="2044" y="968"/>
                    </a:lnTo>
                    <a:lnTo>
                      <a:pt x="2050" y="962"/>
                    </a:lnTo>
                    <a:lnTo>
                      <a:pt x="2050" y="962"/>
                    </a:lnTo>
                    <a:lnTo>
                      <a:pt x="2054" y="956"/>
                    </a:lnTo>
                    <a:lnTo>
                      <a:pt x="2054" y="956"/>
                    </a:lnTo>
                    <a:lnTo>
                      <a:pt x="2054" y="954"/>
                    </a:lnTo>
                    <a:lnTo>
                      <a:pt x="2044" y="958"/>
                    </a:lnTo>
                    <a:lnTo>
                      <a:pt x="2032" y="962"/>
                    </a:lnTo>
                    <a:lnTo>
                      <a:pt x="2030" y="960"/>
                    </a:lnTo>
                    <a:lnTo>
                      <a:pt x="2030" y="956"/>
                    </a:lnTo>
                    <a:lnTo>
                      <a:pt x="2030" y="956"/>
                    </a:lnTo>
                    <a:lnTo>
                      <a:pt x="2032" y="950"/>
                    </a:lnTo>
                    <a:lnTo>
                      <a:pt x="2030" y="944"/>
                    </a:lnTo>
                    <a:lnTo>
                      <a:pt x="2026" y="940"/>
                    </a:lnTo>
                    <a:lnTo>
                      <a:pt x="2020" y="938"/>
                    </a:lnTo>
                    <a:lnTo>
                      <a:pt x="2002" y="932"/>
                    </a:lnTo>
                    <a:lnTo>
                      <a:pt x="1980" y="926"/>
                    </a:lnTo>
                    <a:lnTo>
                      <a:pt x="1980" y="926"/>
                    </a:lnTo>
                    <a:lnTo>
                      <a:pt x="1960" y="918"/>
                    </a:lnTo>
                    <a:lnTo>
                      <a:pt x="1948" y="912"/>
                    </a:lnTo>
                    <a:lnTo>
                      <a:pt x="1944" y="908"/>
                    </a:lnTo>
                    <a:lnTo>
                      <a:pt x="1944" y="904"/>
                    </a:lnTo>
                    <a:lnTo>
                      <a:pt x="1944" y="900"/>
                    </a:lnTo>
                    <a:lnTo>
                      <a:pt x="1944" y="896"/>
                    </a:lnTo>
                    <a:lnTo>
                      <a:pt x="1942" y="892"/>
                    </a:lnTo>
                    <a:lnTo>
                      <a:pt x="1934" y="886"/>
                    </a:lnTo>
                    <a:lnTo>
                      <a:pt x="1934" y="886"/>
                    </a:lnTo>
                    <a:lnTo>
                      <a:pt x="1924" y="880"/>
                    </a:lnTo>
                    <a:lnTo>
                      <a:pt x="1922" y="874"/>
                    </a:lnTo>
                    <a:lnTo>
                      <a:pt x="1922" y="870"/>
                    </a:lnTo>
                    <a:lnTo>
                      <a:pt x="1924" y="866"/>
                    </a:lnTo>
                    <a:lnTo>
                      <a:pt x="1922" y="862"/>
                    </a:lnTo>
                    <a:lnTo>
                      <a:pt x="1916" y="858"/>
                    </a:lnTo>
                    <a:lnTo>
                      <a:pt x="1902" y="852"/>
                    </a:lnTo>
                    <a:lnTo>
                      <a:pt x="1878" y="846"/>
                    </a:lnTo>
                    <a:lnTo>
                      <a:pt x="1878" y="846"/>
                    </a:lnTo>
                    <a:lnTo>
                      <a:pt x="1888" y="846"/>
                    </a:lnTo>
                    <a:lnTo>
                      <a:pt x="1896" y="844"/>
                    </a:lnTo>
                    <a:lnTo>
                      <a:pt x="1904" y="842"/>
                    </a:lnTo>
                    <a:lnTo>
                      <a:pt x="1910" y="838"/>
                    </a:lnTo>
                    <a:lnTo>
                      <a:pt x="1926" y="828"/>
                    </a:lnTo>
                    <a:lnTo>
                      <a:pt x="1948" y="818"/>
                    </a:lnTo>
                    <a:lnTo>
                      <a:pt x="1948" y="818"/>
                    </a:lnTo>
                    <a:lnTo>
                      <a:pt x="1954" y="816"/>
                    </a:lnTo>
                    <a:lnTo>
                      <a:pt x="1960" y="816"/>
                    </a:lnTo>
                    <a:lnTo>
                      <a:pt x="1974" y="818"/>
                    </a:lnTo>
                    <a:lnTo>
                      <a:pt x="1988" y="824"/>
                    </a:lnTo>
                    <a:lnTo>
                      <a:pt x="2002" y="832"/>
                    </a:lnTo>
                    <a:lnTo>
                      <a:pt x="2016" y="838"/>
                    </a:lnTo>
                    <a:lnTo>
                      <a:pt x="2030" y="842"/>
                    </a:lnTo>
                    <a:lnTo>
                      <a:pt x="2038" y="844"/>
                    </a:lnTo>
                    <a:lnTo>
                      <a:pt x="2044" y="842"/>
                    </a:lnTo>
                    <a:lnTo>
                      <a:pt x="2052" y="840"/>
                    </a:lnTo>
                    <a:lnTo>
                      <a:pt x="2058" y="836"/>
                    </a:lnTo>
                    <a:lnTo>
                      <a:pt x="2058" y="836"/>
                    </a:lnTo>
                    <a:lnTo>
                      <a:pt x="2070" y="830"/>
                    </a:lnTo>
                    <a:lnTo>
                      <a:pt x="2078" y="826"/>
                    </a:lnTo>
                    <a:lnTo>
                      <a:pt x="2086" y="826"/>
                    </a:lnTo>
                    <a:lnTo>
                      <a:pt x="2092" y="828"/>
                    </a:lnTo>
                    <a:lnTo>
                      <a:pt x="2096" y="830"/>
                    </a:lnTo>
                    <a:lnTo>
                      <a:pt x="2100" y="830"/>
                    </a:lnTo>
                    <a:lnTo>
                      <a:pt x="2106" y="826"/>
                    </a:lnTo>
                    <a:lnTo>
                      <a:pt x="2112" y="818"/>
                    </a:lnTo>
                    <a:lnTo>
                      <a:pt x="2112" y="818"/>
                    </a:lnTo>
                    <a:lnTo>
                      <a:pt x="2118" y="810"/>
                    </a:lnTo>
                    <a:lnTo>
                      <a:pt x="2118" y="806"/>
                    </a:lnTo>
                    <a:lnTo>
                      <a:pt x="2116" y="802"/>
                    </a:lnTo>
                    <a:lnTo>
                      <a:pt x="2112" y="796"/>
                    </a:lnTo>
                    <a:lnTo>
                      <a:pt x="2104" y="792"/>
                    </a:lnTo>
                    <a:lnTo>
                      <a:pt x="2092" y="790"/>
                    </a:lnTo>
                    <a:lnTo>
                      <a:pt x="2080" y="788"/>
                    </a:lnTo>
                    <a:lnTo>
                      <a:pt x="2054" y="786"/>
                    </a:lnTo>
                    <a:lnTo>
                      <a:pt x="2054" y="786"/>
                    </a:lnTo>
                    <a:lnTo>
                      <a:pt x="2044" y="786"/>
                    </a:lnTo>
                    <a:lnTo>
                      <a:pt x="2040" y="784"/>
                    </a:lnTo>
                    <a:lnTo>
                      <a:pt x="2040" y="780"/>
                    </a:lnTo>
                    <a:lnTo>
                      <a:pt x="2040" y="776"/>
                    </a:lnTo>
                    <a:lnTo>
                      <a:pt x="2046" y="768"/>
                    </a:lnTo>
                    <a:lnTo>
                      <a:pt x="2054" y="762"/>
                    </a:lnTo>
                    <a:lnTo>
                      <a:pt x="2066" y="758"/>
                    </a:lnTo>
                    <a:lnTo>
                      <a:pt x="2078" y="754"/>
                    </a:lnTo>
                    <a:lnTo>
                      <a:pt x="2092" y="752"/>
                    </a:lnTo>
                    <a:lnTo>
                      <a:pt x="2092" y="752"/>
                    </a:lnTo>
                    <a:lnTo>
                      <a:pt x="2104" y="754"/>
                    </a:lnTo>
                    <a:lnTo>
                      <a:pt x="2112" y="758"/>
                    </a:lnTo>
                    <a:lnTo>
                      <a:pt x="2122" y="766"/>
                    </a:lnTo>
                    <a:lnTo>
                      <a:pt x="2128" y="768"/>
                    </a:lnTo>
                    <a:lnTo>
                      <a:pt x="2132" y="770"/>
                    </a:lnTo>
                    <a:lnTo>
                      <a:pt x="2142" y="768"/>
                    </a:lnTo>
                    <a:lnTo>
                      <a:pt x="2152" y="766"/>
                    </a:lnTo>
                    <a:lnTo>
                      <a:pt x="2152" y="766"/>
                    </a:lnTo>
                    <a:lnTo>
                      <a:pt x="2162" y="762"/>
                    </a:lnTo>
                    <a:lnTo>
                      <a:pt x="2164" y="758"/>
                    </a:lnTo>
                    <a:lnTo>
                      <a:pt x="2166" y="754"/>
                    </a:lnTo>
                    <a:lnTo>
                      <a:pt x="2162" y="750"/>
                    </a:lnTo>
                    <a:lnTo>
                      <a:pt x="2154" y="746"/>
                    </a:lnTo>
                    <a:lnTo>
                      <a:pt x="2146" y="742"/>
                    </a:lnTo>
                    <a:lnTo>
                      <a:pt x="2134" y="740"/>
                    </a:lnTo>
                    <a:lnTo>
                      <a:pt x="2120" y="738"/>
                    </a:lnTo>
                    <a:lnTo>
                      <a:pt x="2120" y="738"/>
                    </a:lnTo>
                    <a:lnTo>
                      <a:pt x="2112" y="738"/>
                    </a:lnTo>
                    <a:lnTo>
                      <a:pt x="2108" y="736"/>
                    </a:lnTo>
                    <a:lnTo>
                      <a:pt x="2104" y="732"/>
                    </a:lnTo>
                    <a:lnTo>
                      <a:pt x="2102" y="728"/>
                    </a:lnTo>
                    <a:lnTo>
                      <a:pt x="2100" y="718"/>
                    </a:lnTo>
                    <a:lnTo>
                      <a:pt x="2102" y="708"/>
                    </a:lnTo>
                    <a:lnTo>
                      <a:pt x="2108" y="700"/>
                    </a:lnTo>
                    <a:lnTo>
                      <a:pt x="2114" y="694"/>
                    </a:lnTo>
                    <a:lnTo>
                      <a:pt x="2118" y="692"/>
                    </a:lnTo>
                    <a:lnTo>
                      <a:pt x="2122" y="692"/>
                    </a:lnTo>
                    <a:lnTo>
                      <a:pt x="2124" y="692"/>
                    </a:lnTo>
                    <a:lnTo>
                      <a:pt x="2126" y="696"/>
                    </a:lnTo>
                    <a:lnTo>
                      <a:pt x="2126" y="696"/>
                    </a:lnTo>
                    <a:lnTo>
                      <a:pt x="2132" y="700"/>
                    </a:lnTo>
                    <a:lnTo>
                      <a:pt x="2140" y="702"/>
                    </a:lnTo>
                    <a:lnTo>
                      <a:pt x="2148" y="702"/>
                    </a:lnTo>
                    <a:lnTo>
                      <a:pt x="2154" y="698"/>
                    </a:lnTo>
                    <a:lnTo>
                      <a:pt x="2158" y="692"/>
                    </a:lnTo>
                    <a:lnTo>
                      <a:pt x="2162" y="686"/>
                    </a:lnTo>
                    <a:lnTo>
                      <a:pt x="2160" y="678"/>
                    </a:lnTo>
                    <a:lnTo>
                      <a:pt x="2156" y="670"/>
                    </a:lnTo>
                    <a:lnTo>
                      <a:pt x="2156" y="670"/>
                    </a:lnTo>
                    <a:lnTo>
                      <a:pt x="2150" y="662"/>
                    </a:lnTo>
                    <a:lnTo>
                      <a:pt x="2150" y="658"/>
                    </a:lnTo>
                    <a:lnTo>
                      <a:pt x="2154" y="656"/>
                    </a:lnTo>
                    <a:lnTo>
                      <a:pt x="2156" y="656"/>
                    </a:lnTo>
                    <a:lnTo>
                      <a:pt x="2160" y="656"/>
                    </a:lnTo>
                    <a:lnTo>
                      <a:pt x="2160" y="654"/>
                    </a:lnTo>
                    <a:lnTo>
                      <a:pt x="2144" y="646"/>
                    </a:lnTo>
                    <a:lnTo>
                      <a:pt x="2144" y="646"/>
                    </a:lnTo>
                    <a:lnTo>
                      <a:pt x="2132" y="640"/>
                    </a:lnTo>
                    <a:lnTo>
                      <a:pt x="2128" y="636"/>
                    </a:lnTo>
                    <a:lnTo>
                      <a:pt x="2128" y="634"/>
                    </a:lnTo>
                    <a:lnTo>
                      <a:pt x="2130" y="632"/>
                    </a:lnTo>
                    <a:lnTo>
                      <a:pt x="2140" y="628"/>
                    </a:lnTo>
                    <a:lnTo>
                      <a:pt x="2142" y="624"/>
                    </a:lnTo>
                    <a:lnTo>
                      <a:pt x="2142" y="620"/>
                    </a:lnTo>
                    <a:lnTo>
                      <a:pt x="2142" y="620"/>
                    </a:lnTo>
                    <a:lnTo>
                      <a:pt x="2140" y="616"/>
                    </a:lnTo>
                    <a:lnTo>
                      <a:pt x="2136" y="614"/>
                    </a:lnTo>
                    <a:lnTo>
                      <a:pt x="2126" y="612"/>
                    </a:lnTo>
                    <a:lnTo>
                      <a:pt x="2098" y="612"/>
                    </a:lnTo>
                    <a:lnTo>
                      <a:pt x="2084" y="612"/>
                    </a:lnTo>
                    <a:lnTo>
                      <a:pt x="2074" y="612"/>
                    </a:lnTo>
                    <a:lnTo>
                      <a:pt x="2066" y="608"/>
                    </a:lnTo>
                    <a:lnTo>
                      <a:pt x="2064" y="606"/>
                    </a:lnTo>
                    <a:lnTo>
                      <a:pt x="2062" y="602"/>
                    </a:lnTo>
                    <a:lnTo>
                      <a:pt x="2062" y="602"/>
                    </a:lnTo>
                    <a:lnTo>
                      <a:pt x="2062" y="598"/>
                    </a:lnTo>
                    <a:lnTo>
                      <a:pt x="2060" y="594"/>
                    </a:lnTo>
                    <a:lnTo>
                      <a:pt x="2056" y="590"/>
                    </a:lnTo>
                    <a:lnTo>
                      <a:pt x="2048" y="586"/>
                    </a:lnTo>
                    <a:lnTo>
                      <a:pt x="2040" y="582"/>
                    </a:lnTo>
                    <a:lnTo>
                      <a:pt x="2032" y="580"/>
                    </a:lnTo>
                    <a:lnTo>
                      <a:pt x="2028" y="578"/>
                    </a:lnTo>
                    <a:lnTo>
                      <a:pt x="2026" y="576"/>
                    </a:lnTo>
                    <a:lnTo>
                      <a:pt x="2028" y="574"/>
                    </a:lnTo>
                    <a:lnTo>
                      <a:pt x="2032" y="568"/>
                    </a:lnTo>
                    <a:lnTo>
                      <a:pt x="2032" y="568"/>
                    </a:lnTo>
                    <a:lnTo>
                      <a:pt x="2040" y="566"/>
                    </a:lnTo>
                    <a:lnTo>
                      <a:pt x="2046" y="566"/>
                    </a:lnTo>
                    <a:lnTo>
                      <a:pt x="2050" y="570"/>
                    </a:lnTo>
                    <a:lnTo>
                      <a:pt x="2054" y="574"/>
                    </a:lnTo>
                    <a:lnTo>
                      <a:pt x="2058" y="578"/>
                    </a:lnTo>
                    <a:lnTo>
                      <a:pt x="2064" y="580"/>
                    </a:lnTo>
                    <a:lnTo>
                      <a:pt x="2072" y="580"/>
                    </a:lnTo>
                    <a:lnTo>
                      <a:pt x="2082" y="574"/>
                    </a:lnTo>
                    <a:lnTo>
                      <a:pt x="2082" y="574"/>
                    </a:lnTo>
                    <a:lnTo>
                      <a:pt x="2094" y="566"/>
                    </a:lnTo>
                    <a:lnTo>
                      <a:pt x="2106" y="562"/>
                    </a:lnTo>
                    <a:lnTo>
                      <a:pt x="2120" y="560"/>
                    </a:lnTo>
                    <a:lnTo>
                      <a:pt x="2132" y="560"/>
                    </a:lnTo>
                    <a:lnTo>
                      <a:pt x="2144" y="562"/>
                    </a:lnTo>
                    <a:lnTo>
                      <a:pt x="2156" y="564"/>
                    </a:lnTo>
                    <a:lnTo>
                      <a:pt x="2178" y="574"/>
                    </a:lnTo>
                    <a:lnTo>
                      <a:pt x="2178" y="574"/>
                    </a:lnTo>
                    <a:lnTo>
                      <a:pt x="2188" y="576"/>
                    </a:lnTo>
                    <a:lnTo>
                      <a:pt x="2196" y="574"/>
                    </a:lnTo>
                    <a:lnTo>
                      <a:pt x="2202" y="570"/>
                    </a:lnTo>
                    <a:lnTo>
                      <a:pt x="2206" y="564"/>
                    </a:lnTo>
                    <a:lnTo>
                      <a:pt x="2208" y="556"/>
                    </a:lnTo>
                    <a:lnTo>
                      <a:pt x="2206" y="546"/>
                    </a:lnTo>
                    <a:lnTo>
                      <a:pt x="2202" y="536"/>
                    </a:lnTo>
                    <a:lnTo>
                      <a:pt x="2194" y="528"/>
                    </a:lnTo>
                    <a:lnTo>
                      <a:pt x="2194" y="528"/>
                    </a:lnTo>
                    <a:lnTo>
                      <a:pt x="2186" y="522"/>
                    </a:lnTo>
                    <a:lnTo>
                      <a:pt x="2180" y="522"/>
                    </a:lnTo>
                    <a:lnTo>
                      <a:pt x="2176" y="524"/>
                    </a:lnTo>
                    <a:lnTo>
                      <a:pt x="2172" y="528"/>
                    </a:lnTo>
                    <a:lnTo>
                      <a:pt x="2166" y="532"/>
                    </a:lnTo>
                    <a:lnTo>
                      <a:pt x="2158" y="534"/>
                    </a:lnTo>
                    <a:lnTo>
                      <a:pt x="2148" y="532"/>
                    </a:lnTo>
                    <a:lnTo>
                      <a:pt x="2132" y="524"/>
                    </a:lnTo>
                    <a:lnTo>
                      <a:pt x="2132" y="524"/>
                    </a:lnTo>
                    <a:lnTo>
                      <a:pt x="2106" y="506"/>
                    </a:lnTo>
                    <a:lnTo>
                      <a:pt x="2102" y="502"/>
                    </a:lnTo>
                    <a:lnTo>
                      <a:pt x="2102" y="500"/>
                    </a:lnTo>
                    <a:lnTo>
                      <a:pt x="2102" y="498"/>
                    </a:lnTo>
                    <a:lnTo>
                      <a:pt x="2106" y="498"/>
                    </a:lnTo>
                    <a:lnTo>
                      <a:pt x="2116" y="498"/>
                    </a:lnTo>
                    <a:lnTo>
                      <a:pt x="2144" y="504"/>
                    </a:lnTo>
                    <a:lnTo>
                      <a:pt x="2144" y="504"/>
                    </a:lnTo>
                    <a:lnTo>
                      <a:pt x="2170" y="508"/>
                    </a:lnTo>
                    <a:lnTo>
                      <a:pt x="2174" y="508"/>
                    </a:lnTo>
                    <a:lnTo>
                      <a:pt x="2174" y="506"/>
                    </a:lnTo>
                    <a:lnTo>
                      <a:pt x="2168" y="502"/>
                    </a:lnTo>
                    <a:lnTo>
                      <a:pt x="2156" y="496"/>
                    </a:lnTo>
                    <a:lnTo>
                      <a:pt x="2120" y="480"/>
                    </a:lnTo>
                    <a:lnTo>
                      <a:pt x="2120" y="480"/>
                    </a:lnTo>
                    <a:lnTo>
                      <a:pt x="2100" y="474"/>
                    </a:lnTo>
                    <a:lnTo>
                      <a:pt x="2086" y="474"/>
                    </a:lnTo>
                    <a:lnTo>
                      <a:pt x="2078" y="476"/>
                    </a:lnTo>
                    <a:lnTo>
                      <a:pt x="2074" y="482"/>
                    </a:lnTo>
                    <a:lnTo>
                      <a:pt x="2070" y="494"/>
                    </a:lnTo>
                    <a:lnTo>
                      <a:pt x="2066" y="500"/>
                    </a:lnTo>
                    <a:lnTo>
                      <a:pt x="2060" y="504"/>
                    </a:lnTo>
                    <a:lnTo>
                      <a:pt x="2060" y="504"/>
                    </a:lnTo>
                    <a:lnTo>
                      <a:pt x="2056" y="504"/>
                    </a:lnTo>
                    <a:lnTo>
                      <a:pt x="2054" y="502"/>
                    </a:lnTo>
                    <a:lnTo>
                      <a:pt x="2052" y="500"/>
                    </a:lnTo>
                    <a:lnTo>
                      <a:pt x="2052" y="498"/>
                    </a:lnTo>
                    <a:lnTo>
                      <a:pt x="2054" y="490"/>
                    </a:lnTo>
                    <a:lnTo>
                      <a:pt x="2060" y="478"/>
                    </a:lnTo>
                    <a:lnTo>
                      <a:pt x="2072" y="454"/>
                    </a:lnTo>
                    <a:lnTo>
                      <a:pt x="2080" y="440"/>
                    </a:lnTo>
                    <a:lnTo>
                      <a:pt x="2086" y="426"/>
                    </a:lnTo>
                    <a:lnTo>
                      <a:pt x="2086" y="426"/>
                    </a:lnTo>
                    <a:lnTo>
                      <a:pt x="2090" y="414"/>
                    </a:lnTo>
                    <a:lnTo>
                      <a:pt x="2096" y="408"/>
                    </a:lnTo>
                    <a:lnTo>
                      <a:pt x="2104" y="404"/>
                    </a:lnTo>
                    <a:lnTo>
                      <a:pt x="2110" y="404"/>
                    </a:lnTo>
                    <a:lnTo>
                      <a:pt x="2124" y="404"/>
                    </a:lnTo>
                    <a:lnTo>
                      <a:pt x="2130" y="404"/>
                    </a:lnTo>
                    <a:lnTo>
                      <a:pt x="2134" y="402"/>
                    </a:lnTo>
                    <a:lnTo>
                      <a:pt x="2134" y="402"/>
                    </a:lnTo>
                    <a:lnTo>
                      <a:pt x="2146" y="392"/>
                    </a:lnTo>
                    <a:lnTo>
                      <a:pt x="2160" y="382"/>
                    </a:lnTo>
                    <a:lnTo>
                      <a:pt x="2166" y="376"/>
                    </a:lnTo>
                    <a:lnTo>
                      <a:pt x="2168" y="372"/>
                    </a:lnTo>
                    <a:lnTo>
                      <a:pt x="2168" y="370"/>
                    </a:lnTo>
                    <a:lnTo>
                      <a:pt x="2166" y="368"/>
                    </a:lnTo>
                    <a:lnTo>
                      <a:pt x="2160" y="366"/>
                    </a:lnTo>
                    <a:lnTo>
                      <a:pt x="2160" y="366"/>
                    </a:lnTo>
                    <a:lnTo>
                      <a:pt x="2152" y="362"/>
                    </a:lnTo>
                    <a:lnTo>
                      <a:pt x="2146" y="358"/>
                    </a:lnTo>
                    <a:lnTo>
                      <a:pt x="2144" y="354"/>
                    </a:lnTo>
                    <a:lnTo>
                      <a:pt x="2144" y="348"/>
                    </a:lnTo>
                    <a:lnTo>
                      <a:pt x="2146" y="344"/>
                    </a:lnTo>
                    <a:lnTo>
                      <a:pt x="2150" y="338"/>
                    </a:lnTo>
                    <a:lnTo>
                      <a:pt x="2158" y="336"/>
                    </a:lnTo>
                    <a:lnTo>
                      <a:pt x="2168" y="334"/>
                    </a:lnTo>
                    <a:lnTo>
                      <a:pt x="2168" y="334"/>
                    </a:lnTo>
                    <a:lnTo>
                      <a:pt x="2190" y="334"/>
                    </a:lnTo>
                    <a:lnTo>
                      <a:pt x="2204" y="330"/>
                    </a:lnTo>
                    <a:lnTo>
                      <a:pt x="2216" y="322"/>
                    </a:lnTo>
                    <a:lnTo>
                      <a:pt x="2228" y="310"/>
                    </a:lnTo>
                    <a:lnTo>
                      <a:pt x="2228" y="310"/>
                    </a:lnTo>
                    <a:lnTo>
                      <a:pt x="2230" y="306"/>
                    </a:lnTo>
                    <a:lnTo>
                      <a:pt x="2230" y="304"/>
                    </a:lnTo>
                    <a:lnTo>
                      <a:pt x="2228" y="302"/>
                    </a:lnTo>
                    <a:lnTo>
                      <a:pt x="2226" y="300"/>
                    </a:lnTo>
                    <a:lnTo>
                      <a:pt x="2214" y="300"/>
                    </a:lnTo>
                    <a:lnTo>
                      <a:pt x="2200" y="300"/>
                    </a:lnTo>
                    <a:lnTo>
                      <a:pt x="2162" y="308"/>
                    </a:lnTo>
                    <a:lnTo>
                      <a:pt x="2142" y="312"/>
                    </a:lnTo>
                    <a:lnTo>
                      <a:pt x="2124" y="318"/>
                    </a:lnTo>
                    <a:lnTo>
                      <a:pt x="2124" y="318"/>
                    </a:lnTo>
                    <a:lnTo>
                      <a:pt x="2112" y="322"/>
                    </a:lnTo>
                    <a:lnTo>
                      <a:pt x="2108" y="320"/>
                    </a:lnTo>
                    <a:lnTo>
                      <a:pt x="2106" y="320"/>
                    </a:lnTo>
                    <a:lnTo>
                      <a:pt x="2106" y="316"/>
                    </a:lnTo>
                    <a:lnTo>
                      <a:pt x="2108" y="314"/>
                    </a:lnTo>
                    <a:lnTo>
                      <a:pt x="2114" y="306"/>
                    </a:lnTo>
                    <a:lnTo>
                      <a:pt x="2124" y="298"/>
                    </a:lnTo>
                    <a:lnTo>
                      <a:pt x="2138" y="292"/>
                    </a:lnTo>
                    <a:lnTo>
                      <a:pt x="2152" y="288"/>
                    </a:lnTo>
                    <a:lnTo>
                      <a:pt x="2160" y="288"/>
                    </a:lnTo>
                    <a:lnTo>
                      <a:pt x="2168" y="288"/>
                    </a:lnTo>
                    <a:lnTo>
                      <a:pt x="2168" y="288"/>
                    </a:lnTo>
                    <a:lnTo>
                      <a:pt x="2182" y="292"/>
                    </a:lnTo>
                    <a:lnTo>
                      <a:pt x="2198" y="292"/>
                    </a:lnTo>
                    <a:lnTo>
                      <a:pt x="2214" y="292"/>
                    </a:lnTo>
                    <a:lnTo>
                      <a:pt x="2228" y="290"/>
                    </a:lnTo>
                    <a:lnTo>
                      <a:pt x="2256" y="284"/>
                    </a:lnTo>
                    <a:lnTo>
                      <a:pt x="2278" y="276"/>
                    </a:lnTo>
                    <a:lnTo>
                      <a:pt x="2278" y="276"/>
                    </a:lnTo>
                    <a:lnTo>
                      <a:pt x="2284" y="270"/>
                    </a:lnTo>
                    <a:lnTo>
                      <a:pt x="2286" y="268"/>
                    </a:lnTo>
                    <a:lnTo>
                      <a:pt x="2284" y="268"/>
                    </a:lnTo>
                    <a:lnTo>
                      <a:pt x="2280" y="264"/>
                    </a:lnTo>
                    <a:lnTo>
                      <a:pt x="2270" y="262"/>
                    </a:lnTo>
                    <a:lnTo>
                      <a:pt x="2244" y="260"/>
                    </a:lnTo>
                    <a:lnTo>
                      <a:pt x="2232" y="260"/>
                    </a:lnTo>
                    <a:lnTo>
                      <a:pt x="2220" y="262"/>
                    </a:lnTo>
                    <a:lnTo>
                      <a:pt x="2220" y="262"/>
                    </a:lnTo>
                    <a:lnTo>
                      <a:pt x="2206" y="264"/>
                    </a:lnTo>
                    <a:lnTo>
                      <a:pt x="2188" y="264"/>
                    </a:lnTo>
                    <a:lnTo>
                      <a:pt x="2154" y="262"/>
                    </a:lnTo>
                    <a:lnTo>
                      <a:pt x="2134" y="258"/>
                    </a:lnTo>
                    <a:lnTo>
                      <a:pt x="2150" y="258"/>
                    </a:lnTo>
                    <a:lnTo>
                      <a:pt x="2150" y="258"/>
                    </a:lnTo>
                    <a:lnTo>
                      <a:pt x="2168" y="260"/>
                    </a:lnTo>
                    <a:lnTo>
                      <a:pt x="2182" y="258"/>
                    </a:lnTo>
                    <a:lnTo>
                      <a:pt x="2192" y="256"/>
                    </a:lnTo>
                    <a:lnTo>
                      <a:pt x="2200" y="252"/>
                    </a:lnTo>
                    <a:lnTo>
                      <a:pt x="2214" y="248"/>
                    </a:lnTo>
                    <a:lnTo>
                      <a:pt x="2222" y="246"/>
                    </a:lnTo>
                    <a:lnTo>
                      <a:pt x="2232" y="248"/>
                    </a:lnTo>
                    <a:lnTo>
                      <a:pt x="2232" y="248"/>
                    </a:lnTo>
                    <a:lnTo>
                      <a:pt x="2244" y="250"/>
                    </a:lnTo>
                    <a:lnTo>
                      <a:pt x="2254" y="250"/>
                    </a:lnTo>
                    <a:lnTo>
                      <a:pt x="2274" y="248"/>
                    </a:lnTo>
                    <a:lnTo>
                      <a:pt x="2298" y="244"/>
                    </a:lnTo>
                    <a:lnTo>
                      <a:pt x="2330" y="242"/>
                    </a:lnTo>
                    <a:lnTo>
                      <a:pt x="2330" y="242"/>
                    </a:lnTo>
                    <a:lnTo>
                      <a:pt x="2342" y="240"/>
                    </a:lnTo>
                    <a:lnTo>
                      <a:pt x="2344" y="238"/>
                    </a:lnTo>
                    <a:lnTo>
                      <a:pt x="2344" y="238"/>
                    </a:lnTo>
                    <a:lnTo>
                      <a:pt x="2342" y="232"/>
                    </a:lnTo>
                    <a:lnTo>
                      <a:pt x="2336" y="228"/>
                    </a:lnTo>
                    <a:lnTo>
                      <a:pt x="2330" y="224"/>
                    </a:lnTo>
                    <a:lnTo>
                      <a:pt x="2328" y="220"/>
                    </a:lnTo>
                    <a:lnTo>
                      <a:pt x="2330" y="220"/>
                    </a:lnTo>
                    <a:lnTo>
                      <a:pt x="2334" y="218"/>
                    </a:lnTo>
                    <a:lnTo>
                      <a:pt x="2348" y="218"/>
                    </a:lnTo>
                    <a:lnTo>
                      <a:pt x="2348" y="218"/>
                    </a:lnTo>
                    <a:lnTo>
                      <a:pt x="2360" y="216"/>
                    </a:lnTo>
                    <a:lnTo>
                      <a:pt x="2372" y="214"/>
                    </a:lnTo>
                    <a:lnTo>
                      <a:pt x="2382" y="212"/>
                    </a:lnTo>
                    <a:lnTo>
                      <a:pt x="2392" y="206"/>
                    </a:lnTo>
                    <a:lnTo>
                      <a:pt x="2412" y="196"/>
                    </a:lnTo>
                    <a:lnTo>
                      <a:pt x="2436" y="182"/>
                    </a:lnTo>
                    <a:lnTo>
                      <a:pt x="2436" y="182"/>
                    </a:lnTo>
                    <a:lnTo>
                      <a:pt x="2440" y="180"/>
                    </a:lnTo>
                    <a:lnTo>
                      <a:pt x="2442" y="176"/>
                    </a:lnTo>
                    <a:lnTo>
                      <a:pt x="2438" y="174"/>
                    </a:lnTo>
                    <a:lnTo>
                      <a:pt x="2434" y="170"/>
                    </a:lnTo>
                    <a:lnTo>
                      <a:pt x="2414" y="164"/>
                    </a:lnTo>
                    <a:lnTo>
                      <a:pt x="2388" y="158"/>
                    </a:lnTo>
                    <a:lnTo>
                      <a:pt x="2356" y="154"/>
                    </a:lnTo>
                    <a:lnTo>
                      <a:pt x="2322" y="150"/>
                    </a:lnTo>
                    <a:lnTo>
                      <a:pt x="2292" y="148"/>
                    </a:lnTo>
                    <a:lnTo>
                      <a:pt x="2264" y="150"/>
                    </a:lnTo>
                    <a:lnTo>
                      <a:pt x="2264" y="150"/>
                    </a:lnTo>
                    <a:lnTo>
                      <a:pt x="2244" y="152"/>
                    </a:lnTo>
                    <a:lnTo>
                      <a:pt x="2230" y="158"/>
                    </a:lnTo>
                    <a:lnTo>
                      <a:pt x="2220" y="164"/>
                    </a:lnTo>
                    <a:lnTo>
                      <a:pt x="2214" y="172"/>
                    </a:lnTo>
                    <a:lnTo>
                      <a:pt x="2210" y="180"/>
                    </a:lnTo>
                    <a:lnTo>
                      <a:pt x="2204" y="184"/>
                    </a:lnTo>
                    <a:lnTo>
                      <a:pt x="2198" y="186"/>
                    </a:lnTo>
                    <a:lnTo>
                      <a:pt x="2188" y="186"/>
                    </a:lnTo>
                    <a:lnTo>
                      <a:pt x="2188" y="186"/>
                    </a:lnTo>
                    <a:lnTo>
                      <a:pt x="2176" y="184"/>
                    </a:lnTo>
                    <a:lnTo>
                      <a:pt x="2162" y="182"/>
                    </a:lnTo>
                    <a:lnTo>
                      <a:pt x="2140" y="184"/>
                    </a:lnTo>
                    <a:lnTo>
                      <a:pt x="2126" y="184"/>
                    </a:lnTo>
                    <a:lnTo>
                      <a:pt x="2126" y="182"/>
                    </a:lnTo>
                    <a:lnTo>
                      <a:pt x="2126" y="182"/>
                    </a:lnTo>
                    <a:lnTo>
                      <a:pt x="2130" y="178"/>
                    </a:lnTo>
                    <a:lnTo>
                      <a:pt x="2130" y="178"/>
                    </a:lnTo>
                    <a:lnTo>
                      <a:pt x="2134" y="172"/>
                    </a:lnTo>
                    <a:lnTo>
                      <a:pt x="2134" y="170"/>
                    </a:lnTo>
                    <a:lnTo>
                      <a:pt x="2128" y="170"/>
                    </a:lnTo>
                    <a:lnTo>
                      <a:pt x="2120" y="172"/>
                    </a:lnTo>
                    <a:lnTo>
                      <a:pt x="2108" y="176"/>
                    </a:lnTo>
                    <a:lnTo>
                      <a:pt x="2092" y="184"/>
                    </a:lnTo>
                    <a:lnTo>
                      <a:pt x="2074" y="196"/>
                    </a:lnTo>
                    <a:lnTo>
                      <a:pt x="2050" y="210"/>
                    </a:lnTo>
                    <a:lnTo>
                      <a:pt x="2050" y="210"/>
                    </a:lnTo>
                    <a:lnTo>
                      <a:pt x="2028" y="224"/>
                    </a:lnTo>
                    <a:lnTo>
                      <a:pt x="2010" y="234"/>
                    </a:lnTo>
                    <a:lnTo>
                      <a:pt x="1996" y="242"/>
                    </a:lnTo>
                    <a:lnTo>
                      <a:pt x="1986" y="244"/>
                    </a:lnTo>
                    <a:lnTo>
                      <a:pt x="1984" y="244"/>
                    </a:lnTo>
                    <a:lnTo>
                      <a:pt x="1982" y="244"/>
                    </a:lnTo>
                    <a:lnTo>
                      <a:pt x="1984" y="238"/>
                    </a:lnTo>
                    <a:lnTo>
                      <a:pt x="1992" y="228"/>
                    </a:lnTo>
                    <a:lnTo>
                      <a:pt x="2008" y="216"/>
                    </a:lnTo>
                    <a:lnTo>
                      <a:pt x="2008" y="216"/>
                    </a:lnTo>
                    <a:lnTo>
                      <a:pt x="2026" y="200"/>
                    </a:lnTo>
                    <a:lnTo>
                      <a:pt x="2040" y="186"/>
                    </a:lnTo>
                    <a:lnTo>
                      <a:pt x="2050" y="172"/>
                    </a:lnTo>
                    <a:lnTo>
                      <a:pt x="2052" y="166"/>
                    </a:lnTo>
                    <a:lnTo>
                      <a:pt x="2052" y="160"/>
                    </a:lnTo>
                    <a:lnTo>
                      <a:pt x="2052" y="156"/>
                    </a:lnTo>
                    <a:lnTo>
                      <a:pt x="2050" y="150"/>
                    </a:lnTo>
                    <a:lnTo>
                      <a:pt x="2048" y="146"/>
                    </a:lnTo>
                    <a:lnTo>
                      <a:pt x="2042" y="144"/>
                    </a:lnTo>
                    <a:lnTo>
                      <a:pt x="2036" y="140"/>
                    </a:lnTo>
                    <a:lnTo>
                      <a:pt x="2028" y="138"/>
                    </a:lnTo>
                    <a:lnTo>
                      <a:pt x="2004" y="138"/>
                    </a:lnTo>
                    <a:lnTo>
                      <a:pt x="2004" y="138"/>
                    </a:lnTo>
                    <a:lnTo>
                      <a:pt x="1984" y="138"/>
                    </a:lnTo>
                    <a:lnTo>
                      <a:pt x="1972" y="142"/>
                    </a:lnTo>
                    <a:lnTo>
                      <a:pt x="1964" y="146"/>
                    </a:lnTo>
                    <a:lnTo>
                      <a:pt x="1962" y="152"/>
                    </a:lnTo>
                    <a:lnTo>
                      <a:pt x="1960" y="156"/>
                    </a:lnTo>
                    <a:lnTo>
                      <a:pt x="1958" y="162"/>
                    </a:lnTo>
                    <a:lnTo>
                      <a:pt x="1952" y="168"/>
                    </a:lnTo>
                    <a:lnTo>
                      <a:pt x="1940" y="172"/>
                    </a:lnTo>
                    <a:lnTo>
                      <a:pt x="1940" y="172"/>
                    </a:lnTo>
                    <a:lnTo>
                      <a:pt x="1910" y="178"/>
                    </a:lnTo>
                    <a:lnTo>
                      <a:pt x="1886" y="182"/>
                    </a:lnTo>
                    <a:lnTo>
                      <a:pt x="1878" y="182"/>
                    </a:lnTo>
                    <a:lnTo>
                      <a:pt x="1876" y="180"/>
                    </a:lnTo>
                    <a:lnTo>
                      <a:pt x="1880" y="176"/>
                    </a:lnTo>
                    <a:lnTo>
                      <a:pt x="1890" y="172"/>
                    </a:lnTo>
                    <a:lnTo>
                      <a:pt x="1890" y="172"/>
                    </a:lnTo>
                    <a:lnTo>
                      <a:pt x="1916" y="160"/>
                    </a:lnTo>
                    <a:lnTo>
                      <a:pt x="1922" y="154"/>
                    </a:lnTo>
                    <a:lnTo>
                      <a:pt x="1924" y="152"/>
                    </a:lnTo>
                    <a:lnTo>
                      <a:pt x="1924" y="150"/>
                    </a:lnTo>
                    <a:lnTo>
                      <a:pt x="1924" y="148"/>
                    </a:lnTo>
                    <a:lnTo>
                      <a:pt x="1920" y="148"/>
                    </a:lnTo>
                    <a:lnTo>
                      <a:pt x="1906" y="144"/>
                    </a:lnTo>
                    <a:lnTo>
                      <a:pt x="1884" y="142"/>
                    </a:lnTo>
                    <a:lnTo>
                      <a:pt x="1852" y="140"/>
                    </a:lnTo>
                    <a:lnTo>
                      <a:pt x="1852" y="140"/>
                    </a:lnTo>
                    <a:lnTo>
                      <a:pt x="1812" y="142"/>
                    </a:lnTo>
                    <a:lnTo>
                      <a:pt x="1770" y="146"/>
                    </a:lnTo>
                    <a:lnTo>
                      <a:pt x="1730" y="152"/>
                    </a:lnTo>
                    <a:lnTo>
                      <a:pt x="1694" y="160"/>
                    </a:lnTo>
                    <a:lnTo>
                      <a:pt x="1636" y="172"/>
                    </a:lnTo>
                    <a:lnTo>
                      <a:pt x="1616" y="174"/>
                    </a:lnTo>
                    <a:lnTo>
                      <a:pt x="1610" y="174"/>
                    </a:lnTo>
                    <a:lnTo>
                      <a:pt x="1608" y="174"/>
                    </a:lnTo>
                    <a:lnTo>
                      <a:pt x="1608" y="174"/>
                    </a:lnTo>
                    <a:lnTo>
                      <a:pt x="1604" y="170"/>
                    </a:lnTo>
                    <a:lnTo>
                      <a:pt x="1602" y="168"/>
                    </a:lnTo>
                    <a:lnTo>
                      <a:pt x="1604" y="164"/>
                    </a:lnTo>
                    <a:lnTo>
                      <a:pt x="1606" y="162"/>
                    </a:lnTo>
                    <a:lnTo>
                      <a:pt x="1618" y="156"/>
                    </a:lnTo>
                    <a:lnTo>
                      <a:pt x="1636" y="152"/>
                    </a:lnTo>
                    <a:lnTo>
                      <a:pt x="1686" y="142"/>
                    </a:lnTo>
                    <a:lnTo>
                      <a:pt x="1744" y="134"/>
                    </a:lnTo>
                    <a:lnTo>
                      <a:pt x="1744" y="134"/>
                    </a:lnTo>
                    <a:lnTo>
                      <a:pt x="1772" y="130"/>
                    </a:lnTo>
                    <a:lnTo>
                      <a:pt x="1802" y="130"/>
                    </a:lnTo>
                    <a:lnTo>
                      <a:pt x="1864" y="130"/>
                    </a:lnTo>
                    <a:lnTo>
                      <a:pt x="1926" y="130"/>
                    </a:lnTo>
                    <a:lnTo>
                      <a:pt x="1956" y="128"/>
                    </a:lnTo>
                    <a:lnTo>
                      <a:pt x="1984" y="124"/>
                    </a:lnTo>
                    <a:lnTo>
                      <a:pt x="1984" y="124"/>
                    </a:lnTo>
                    <a:lnTo>
                      <a:pt x="2020" y="114"/>
                    </a:lnTo>
                    <a:lnTo>
                      <a:pt x="2054" y="104"/>
                    </a:lnTo>
                    <a:lnTo>
                      <a:pt x="2066" y="98"/>
                    </a:lnTo>
                    <a:lnTo>
                      <a:pt x="2072" y="92"/>
                    </a:lnTo>
                    <a:lnTo>
                      <a:pt x="2072" y="90"/>
                    </a:lnTo>
                    <a:lnTo>
                      <a:pt x="2070" y="88"/>
                    </a:lnTo>
                    <a:lnTo>
                      <a:pt x="2062" y="84"/>
                    </a:lnTo>
                    <a:lnTo>
                      <a:pt x="2062" y="84"/>
                    </a:lnTo>
                    <a:lnTo>
                      <a:pt x="2034" y="78"/>
                    </a:lnTo>
                    <a:lnTo>
                      <a:pt x="2004" y="72"/>
                    </a:lnTo>
                    <a:lnTo>
                      <a:pt x="1988" y="70"/>
                    </a:lnTo>
                    <a:lnTo>
                      <a:pt x="1970" y="68"/>
                    </a:lnTo>
                    <a:lnTo>
                      <a:pt x="1952" y="70"/>
                    </a:lnTo>
                    <a:lnTo>
                      <a:pt x="1932" y="72"/>
                    </a:lnTo>
                    <a:lnTo>
                      <a:pt x="1932" y="72"/>
                    </a:lnTo>
                    <a:lnTo>
                      <a:pt x="1914" y="76"/>
                    </a:lnTo>
                    <a:lnTo>
                      <a:pt x="1916" y="74"/>
                    </a:lnTo>
                    <a:lnTo>
                      <a:pt x="1922" y="70"/>
                    </a:lnTo>
                    <a:lnTo>
                      <a:pt x="1930" y="64"/>
                    </a:lnTo>
                    <a:lnTo>
                      <a:pt x="1936" y="58"/>
                    </a:lnTo>
                    <a:lnTo>
                      <a:pt x="1938" y="56"/>
                    </a:lnTo>
                    <a:lnTo>
                      <a:pt x="1938" y="52"/>
                    </a:lnTo>
                    <a:lnTo>
                      <a:pt x="1936" y="50"/>
                    </a:lnTo>
                    <a:lnTo>
                      <a:pt x="1932" y="46"/>
                    </a:lnTo>
                    <a:lnTo>
                      <a:pt x="1932" y="46"/>
                    </a:lnTo>
                    <a:lnTo>
                      <a:pt x="1922" y="42"/>
                    </a:lnTo>
                    <a:lnTo>
                      <a:pt x="1912" y="42"/>
                    </a:lnTo>
                    <a:lnTo>
                      <a:pt x="1898" y="42"/>
                    </a:lnTo>
                    <a:lnTo>
                      <a:pt x="1884" y="46"/>
                    </a:lnTo>
                    <a:lnTo>
                      <a:pt x="1866" y="48"/>
                    </a:lnTo>
                    <a:lnTo>
                      <a:pt x="1846" y="50"/>
                    </a:lnTo>
                    <a:lnTo>
                      <a:pt x="1822" y="52"/>
                    </a:lnTo>
                    <a:lnTo>
                      <a:pt x="1794" y="50"/>
                    </a:lnTo>
                    <a:lnTo>
                      <a:pt x="1794" y="50"/>
                    </a:lnTo>
                    <a:lnTo>
                      <a:pt x="1766" y="48"/>
                    </a:lnTo>
                    <a:lnTo>
                      <a:pt x="1744" y="48"/>
                    </a:lnTo>
                    <a:lnTo>
                      <a:pt x="1724" y="52"/>
                    </a:lnTo>
                    <a:lnTo>
                      <a:pt x="1708" y="54"/>
                    </a:lnTo>
                    <a:lnTo>
                      <a:pt x="1678" y="60"/>
                    </a:lnTo>
                    <a:lnTo>
                      <a:pt x="1660" y="60"/>
                    </a:lnTo>
                    <a:lnTo>
                      <a:pt x="1638" y="60"/>
                    </a:lnTo>
                    <a:lnTo>
                      <a:pt x="1638" y="60"/>
                    </a:lnTo>
                    <a:lnTo>
                      <a:pt x="1622" y="58"/>
                    </a:lnTo>
                    <a:lnTo>
                      <a:pt x="1616" y="56"/>
                    </a:lnTo>
                    <a:lnTo>
                      <a:pt x="1618" y="54"/>
                    </a:lnTo>
                    <a:lnTo>
                      <a:pt x="1628" y="52"/>
                    </a:lnTo>
                    <a:lnTo>
                      <a:pt x="1692" y="46"/>
                    </a:lnTo>
                    <a:lnTo>
                      <a:pt x="1692" y="46"/>
                    </a:lnTo>
                    <a:lnTo>
                      <a:pt x="1734" y="44"/>
                    </a:lnTo>
                    <a:lnTo>
                      <a:pt x="1794" y="42"/>
                    </a:lnTo>
                    <a:lnTo>
                      <a:pt x="1852" y="38"/>
                    </a:lnTo>
                    <a:lnTo>
                      <a:pt x="1894" y="34"/>
                    </a:lnTo>
                    <a:lnTo>
                      <a:pt x="1894" y="34"/>
                    </a:lnTo>
                    <a:lnTo>
                      <a:pt x="1900" y="32"/>
                    </a:lnTo>
                    <a:lnTo>
                      <a:pt x="1902" y="32"/>
                    </a:lnTo>
                    <a:lnTo>
                      <a:pt x="1902" y="30"/>
                    </a:lnTo>
                    <a:lnTo>
                      <a:pt x="1898" y="28"/>
                    </a:lnTo>
                    <a:lnTo>
                      <a:pt x="1882" y="24"/>
                    </a:lnTo>
                    <a:lnTo>
                      <a:pt x="1858" y="20"/>
                    </a:lnTo>
                    <a:lnTo>
                      <a:pt x="1798" y="12"/>
                    </a:lnTo>
                    <a:lnTo>
                      <a:pt x="1732" y="6"/>
                    </a:lnTo>
                    <a:lnTo>
                      <a:pt x="1732" y="6"/>
                    </a:lnTo>
                    <a:lnTo>
                      <a:pt x="1686" y="2"/>
                    </a:lnTo>
                    <a:lnTo>
                      <a:pt x="1648" y="0"/>
                    </a:lnTo>
                    <a:lnTo>
                      <a:pt x="1618" y="2"/>
                    </a:lnTo>
                    <a:lnTo>
                      <a:pt x="1594" y="2"/>
                    </a:lnTo>
                    <a:lnTo>
                      <a:pt x="1552" y="6"/>
                    </a:lnTo>
                    <a:lnTo>
                      <a:pt x="1528" y="8"/>
                    </a:lnTo>
                    <a:lnTo>
                      <a:pt x="1504" y="6"/>
                    </a:lnTo>
                    <a:lnTo>
                      <a:pt x="1504" y="6"/>
                    </a:lnTo>
                    <a:lnTo>
                      <a:pt x="1480" y="6"/>
                    </a:lnTo>
                    <a:lnTo>
                      <a:pt x="1466" y="8"/>
                    </a:lnTo>
                    <a:lnTo>
                      <a:pt x="1460" y="10"/>
                    </a:lnTo>
                    <a:lnTo>
                      <a:pt x="1458" y="14"/>
                    </a:lnTo>
                    <a:lnTo>
                      <a:pt x="1458" y="16"/>
                    </a:lnTo>
                    <a:lnTo>
                      <a:pt x="1458" y="18"/>
                    </a:lnTo>
                    <a:lnTo>
                      <a:pt x="1452" y="18"/>
                    </a:lnTo>
                    <a:lnTo>
                      <a:pt x="1442" y="16"/>
                    </a:lnTo>
                    <a:lnTo>
                      <a:pt x="1442" y="16"/>
                    </a:lnTo>
                    <a:lnTo>
                      <a:pt x="1420" y="12"/>
                    </a:lnTo>
                    <a:lnTo>
                      <a:pt x="1410" y="14"/>
                    </a:lnTo>
                    <a:lnTo>
                      <a:pt x="1400" y="16"/>
                    </a:lnTo>
                    <a:lnTo>
                      <a:pt x="1384" y="18"/>
                    </a:lnTo>
                    <a:lnTo>
                      <a:pt x="1384" y="18"/>
                    </a:lnTo>
                    <a:lnTo>
                      <a:pt x="1374" y="18"/>
                    </a:lnTo>
                    <a:lnTo>
                      <a:pt x="1368" y="20"/>
                    </a:lnTo>
                    <a:lnTo>
                      <a:pt x="1366" y="24"/>
                    </a:lnTo>
                    <a:lnTo>
                      <a:pt x="1366" y="28"/>
                    </a:lnTo>
                    <a:lnTo>
                      <a:pt x="1370" y="32"/>
                    </a:lnTo>
                    <a:lnTo>
                      <a:pt x="1378" y="36"/>
                    </a:lnTo>
                    <a:lnTo>
                      <a:pt x="1388" y="40"/>
                    </a:lnTo>
                    <a:lnTo>
                      <a:pt x="1402" y="44"/>
                    </a:lnTo>
                    <a:lnTo>
                      <a:pt x="1402" y="44"/>
                    </a:lnTo>
                    <a:lnTo>
                      <a:pt x="1412" y="46"/>
                    </a:lnTo>
                    <a:lnTo>
                      <a:pt x="1416" y="46"/>
                    </a:lnTo>
                    <a:lnTo>
                      <a:pt x="1412" y="48"/>
                    </a:lnTo>
                    <a:lnTo>
                      <a:pt x="1406" y="50"/>
                    </a:lnTo>
                    <a:lnTo>
                      <a:pt x="1386" y="52"/>
                    </a:lnTo>
                    <a:lnTo>
                      <a:pt x="1378" y="54"/>
                    </a:lnTo>
                    <a:lnTo>
                      <a:pt x="1372" y="56"/>
                    </a:lnTo>
                    <a:lnTo>
                      <a:pt x="1372" y="56"/>
                    </a:lnTo>
                    <a:lnTo>
                      <a:pt x="1356" y="62"/>
                    </a:lnTo>
                    <a:lnTo>
                      <a:pt x="1332" y="64"/>
                    </a:lnTo>
                    <a:lnTo>
                      <a:pt x="1318" y="66"/>
                    </a:lnTo>
                    <a:lnTo>
                      <a:pt x="1304" y="64"/>
                    </a:lnTo>
                    <a:lnTo>
                      <a:pt x="1290" y="62"/>
                    </a:lnTo>
                    <a:lnTo>
                      <a:pt x="1278" y="56"/>
                    </a:lnTo>
                    <a:lnTo>
                      <a:pt x="1278" y="56"/>
                    </a:lnTo>
                    <a:lnTo>
                      <a:pt x="1254" y="46"/>
                    </a:lnTo>
                    <a:lnTo>
                      <a:pt x="1242" y="42"/>
                    </a:lnTo>
                    <a:lnTo>
                      <a:pt x="1228" y="38"/>
                    </a:lnTo>
                    <a:lnTo>
                      <a:pt x="1212" y="36"/>
                    </a:lnTo>
                    <a:lnTo>
                      <a:pt x="1194" y="34"/>
                    </a:lnTo>
                    <a:lnTo>
                      <a:pt x="1176" y="36"/>
                    </a:lnTo>
                    <a:lnTo>
                      <a:pt x="1154" y="38"/>
                    </a:lnTo>
                    <a:lnTo>
                      <a:pt x="1154" y="38"/>
                    </a:lnTo>
                    <a:lnTo>
                      <a:pt x="1114" y="44"/>
                    </a:lnTo>
                    <a:lnTo>
                      <a:pt x="1078" y="48"/>
                    </a:lnTo>
                    <a:lnTo>
                      <a:pt x="1064" y="50"/>
                    </a:lnTo>
                    <a:lnTo>
                      <a:pt x="1054" y="54"/>
                    </a:lnTo>
                    <a:lnTo>
                      <a:pt x="1048" y="56"/>
                    </a:lnTo>
                    <a:lnTo>
                      <a:pt x="1048" y="58"/>
                    </a:lnTo>
                    <a:lnTo>
                      <a:pt x="1048" y="60"/>
                    </a:lnTo>
                    <a:lnTo>
                      <a:pt x="1048" y="60"/>
                    </a:lnTo>
                    <a:lnTo>
                      <a:pt x="1054" y="64"/>
                    </a:lnTo>
                    <a:lnTo>
                      <a:pt x="1062" y="66"/>
                    </a:lnTo>
                    <a:lnTo>
                      <a:pt x="1092" y="68"/>
                    </a:lnTo>
                    <a:lnTo>
                      <a:pt x="1128" y="66"/>
                    </a:lnTo>
                    <a:lnTo>
                      <a:pt x="1170" y="66"/>
                    </a:lnTo>
                    <a:lnTo>
                      <a:pt x="1170" y="66"/>
                    </a:lnTo>
                    <a:lnTo>
                      <a:pt x="1208" y="68"/>
                    </a:lnTo>
                    <a:lnTo>
                      <a:pt x="1246" y="72"/>
                    </a:lnTo>
                    <a:lnTo>
                      <a:pt x="1280" y="76"/>
                    </a:lnTo>
                    <a:lnTo>
                      <a:pt x="1314" y="82"/>
                    </a:lnTo>
                    <a:lnTo>
                      <a:pt x="1314" y="82"/>
                    </a:lnTo>
                    <a:lnTo>
                      <a:pt x="1326" y="86"/>
                    </a:lnTo>
                    <a:lnTo>
                      <a:pt x="1332" y="88"/>
                    </a:lnTo>
                    <a:lnTo>
                      <a:pt x="1332" y="90"/>
                    </a:lnTo>
                    <a:lnTo>
                      <a:pt x="1332" y="90"/>
                    </a:lnTo>
                    <a:lnTo>
                      <a:pt x="1326" y="92"/>
                    </a:lnTo>
                    <a:lnTo>
                      <a:pt x="1308" y="92"/>
                    </a:lnTo>
                    <a:lnTo>
                      <a:pt x="1294" y="90"/>
                    </a:lnTo>
                    <a:lnTo>
                      <a:pt x="1282" y="88"/>
                    </a:lnTo>
                    <a:lnTo>
                      <a:pt x="1282" y="88"/>
                    </a:lnTo>
                    <a:lnTo>
                      <a:pt x="1268" y="84"/>
                    </a:lnTo>
                    <a:lnTo>
                      <a:pt x="1252" y="82"/>
                    </a:lnTo>
                    <a:lnTo>
                      <a:pt x="1214" y="78"/>
                    </a:lnTo>
                    <a:lnTo>
                      <a:pt x="1110" y="74"/>
                    </a:lnTo>
                    <a:lnTo>
                      <a:pt x="1110" y="74"/>
                    </a:lnTo>
                    <a:lnTo>
                      <a:pt x="1092" y="76"/>
                    </a:lnTo>
                    <a:lnTo>
                      <a:pt x="1090" y="76"/>
                    </a:lnTo>
                    <a:lnTo>
                      <a:pt x="1092" y="78"/>
                    </a:lnTo>
                    <a:lnTo>
                      <a:pt x="1106" y="84"/>
                    </a:lnTo>
                    <a:lnTo>
                      <a:pt x="1126" y="92"/>
                    </a:lnTo>
                    <a:lnTo>
                      <a:pt x="1148" y="100"/>
                    </a:lnTo>
                    <a:lnTo>
                      <a:pt x="1164" y="108"/>
                    </a:lnTo>
                    <a:lnTo>
                      <a:pt x="1168" y="110"/>
                    </a:lnTo>
                    <a:lnTo>
                      <a:pt x="1168" y="114"/>
                    </a:lnTo>
                    <a:lnTo>
                      <a:pt x="1164" y="116"/>
                    </a:lnTo>
                    <a:lnTo>
                      <a:pt x="1154" y="116"/>
                    </a:lnTo>
                    <a:lnTo>
                      <a:pt x="1154" y="116"/>
                    </a:lnTo>
                    <a:lnTo>
                      <a:pt x="1146" y="118"/>
                    </a:lnTo>
                    <a:lnTo>
                      <a:pt x="1142" y="120"/>
                    </a:lnTo>
                    <a:lnTo>
                      <a:pt x="1138" y="122"/>
                    </a:lnTo>
                    <a:lnTo>
                      <a:pt x="1138" y="126"/>
                    </a:lnTo>
                    <a:lnTo>
                      <a:pt x="1136" y="132"/>
                    </a:lnTo>
                    <a:lnTo>
                      <a:pt x="1138" y="140"/>
                    </a:lnTo>
                    <a:lnTo>
                      <a:pt x="1142" y="148"/>
                    </a:lnTo>
                    <a:lnTo>
                      <a:pt x="1142" y="156"/>
                    </a:lnTo>
                    <a:lnTo>
                      <a:pt x="1142" y="158"/>
                    </a:lnTo>
                    <a:lnTo>
                      <a:pt x="1140" y="160"/>
                    </a:lnTo>
                    <a:lnTo>
                      <a:pt x="1136" y="162"/>
                    </a:lnTo>
                    <a:lnTo>
                      <a:pt x="1132" y="164"/>
                    </a:lnTo>
                    <a:lnTo>
                      <a:pt x="1132" y="164"/>
                    </a:lnTo>
                    <a:lnTo>
                      <a:pt x="1122" y="164"/>
                    </a:lnTo>
                    <a:lnTo>
                      <a:pt x="1114" y="162"/>
                    </a:lnTo>
                    <a:lnTo>
                      <a:pt x="1108" y="158"/>
                    </a:lnTo>
                    <a:lnTo>
                      <a:pt x="1102" y="152"/>
                    </a:lnTo>
                    <a:lnTo>
                      <a:pt x="1094" y="146"/>
                    </a:lnTo>
                    <a:lnTo>
                      <a:pt x="1084" y="142"/>
                    </a:lnTo>
                    <a:lnTo>
                      <a:pt x="1070" y="136"/>
                    </a:lnTo>
                    <a:lnTo>
                      <a:pt x="1052" y="132"/>
                    </a:lnTo>
                    <a:lnTo>
                      <a:pt x="1052" y="132"/>
                    </a:lnTo>
                    <a:lnTo>
                      <a:pt x="1034" y="128"/>
                    </a:lnTo>
                    <a:lnTo>
                      <a:pt x="1016" y="124"/>
                    </a:lnTo>
                    <a:lnTo>
                      <a:pt x="986" y="114"/>
                    </a:lnTo>
                    <a:lnTo>
                      <a:pt x="954" y="104"/>
                    </a:lnTo>
                    <a:lnTo>
                      <a:pt x="936" y="100"/>
                    </a:lnTo>
                    <a:lnTo>
                      <a:pt x="916" y="98"/>
                    </a:lnTo>
                    <a:lnTo>
                      <a:pt x="916" y="98"/>
                    </a:lnTo>
                    <a:lnTo>
                      <a:pt x="896" y="98"/>
                    </a:lnTo>
                    <a:lnTo>
                      <a:pt x="884" y="100"/>
                    </a:lnTo>
                    <a:lnTo>
                      <a:pt x="876" y="102"/>
                    </a:lnTo>
                    <a:lnTo>
                      <a:pt x="874" y="104"/>
                    </a:lnTo>
                    <a:lnTo>
                      <a:pt x="874" y="106"/>
                    </a:lnTo>
                    <a:lnTo>
                      <a:pt x="876" y="112"/>
                    </a:lnTo>
                    <a:lnTo>
                      <a:pt x="884" y="118"/>
                    </a:lnTo>
                    <a:lnTo>
                      <a:pt x="914" y="138"/>
                    </a:lnTo>
                    <a:lnTo>
                      <a:pt x="914" y="138"/>
                    </a:lnTo>
                    <a:lnTo>
                      <a:pt x="926" y="146"/>
                    </a:lnTo>
                    <a:lnTo>
                      <a:pt x="928" y="148"/>
                    </a:lnTo>
                    <a:lnTo>
                      <a:pt x="928" y="150"/>
                    </a:lnTo>
                    <a:lnTo>
                      <a:pt x="922" y="150"/>
                    </a:lnTo>
                    <a:lnTo>
                      <a:pt x="912" y="148"/>
                    </a:lnTo>
                    <a:lnTo>
                      <a:pt x="900" y="148"/>
                    </a:lnTo>
                    <a:lnTo>
                      <a:pt x="888" y="148"/>
                    </a:lnTo>
                    <a:lnTo>
                      <a:pt x="884" y="148"/>
                    </a:lnTo>
                    <a:lnTo>
                      <a:pt x="882" y="150"/>
                    </a:lnTo>
                    <a:lnTo>
                      <a:pt x="882" y="154"/>
                    </a:lnTo>
                    <a:lnTo>
                      <a:pt x="884" y="158"/>
                    </a:lnTo>
                    <a:lnTo>
                      <a:pt x="884" y="158"/>
                    </a:lnTo>
                    <a:lnTo>
                      <a:pt x="886" y="160"/>
                    </a:lnTo>
                    <a:lnTo>
                      <a:pt x="886" y="162"/>
                    </a:lnTo>
                    <a:lnTo>
                      <a:pt x="878" y="160"/>
                    </a:lnTo>
                    <a:lnTo>
                      <a:pt x="866" y="156"/>
                    </a:lnTo>
                    <a:lnTo>
                      <a:pt x="850" y="150"/>
                    </a:lnTo>
                    <a:lnTo>
                      <a:pt x="834" y="148"/>
                    </a:lnTo>
                    <a:lnTo>
                      <a:pt x="824" y="148"/>
                    </a:lnTo>
                    <a:lnTo>
                      <a:pt x="814" y="148"/>
                    </a:lnTo>
                    <a:lnTo>
                      <a:pt x="806" y="152"/>
                    </a:lnTo>
                    <a:lnTo>
                      <a:pt x="796" y="156"/>
                    </a:lnTo>
                    <a:lnTo>
                      <a:pt x="788" y="164"/>
                    </a:lnTo>
                    <a:lnTo>
                      <a:pt x="782" y="172"/>
                    </a:lnTo>
                    <a:lnTo>
                      <a:pt x="782" y="172"/>
                    </a:lnTo>
                    <a:lnTo>
                      <a:pt x="770" y="190"/>
                    </a:lnTo>
                    <a:lnTo>
                      <a:pt x="772" y="180"/>
                    </a:lnTo>
                    <a:lnTo>
                      <a:pt x="776" y="168"/>
                    </a:lnTo>
                    <a:lnTo>
                      <a:pt x="776" y="154"/>
                    </a:lnTo>
                    <a:lnTo>
                      <a:pt x="774" y="138"/>
                    </a:lnTo>
                    <a:lnTo>
                      <a:pt x="772" y="132"/>
                    </a:lnTo>
                    <a:lnTo>
                      <a:pt x="766" y="124"/>
                    </a:lnTo>
                    <a:lnTo>
                      <a:pt x="766" y="124"/>
                    </a:lnTo>
                    <a:lnTo>
                      <a:pt x="756" y="114"/>
                    </a:lnTo>
                    <a:lnTo>
                      <a:pt x="746" y="108"/>
                    </a:lnTo>
                    <a:lnTo>
                      <a:pt x="732" y="108"/>
                    </a:lnTo>
                    <a:lnTo>
                      <a:pt x="716" y="110"/>
                    </a:lnTo>
                    <a:lnTo>
                      <a:pt x="672" y="120"/>
                    </a:lnTo>
                    <a:lnTo>
                      <a:pt x="640" y="126"/>
                    </a:lnTo>
                    <a:lnTo>
                      <a:pt x="598" y="130"/>
                    </a:lnTo>
                    <a:lnTo>
                      <a:pt x="598" y="130"/>
                    </a:lnTo>
                    <a:lnTo>
                      <a:pt x="558" y="136"/>
                    </a:lnTo>
                    <a:lnTo>
                      <a:pt x="526" y="140"/>
                    </a:lnTo>
                    <a:lnTo>
                      <a:pt x="502" y="146"/>
                    </a:lnTo>
                    <a:lnTo>
                      <a:pt x="484" y="152"/>
                    </a:lnTo>
                    <a:lnTo>
                      <a:pt x="472" y="156"/>
                    </a:lnTo>
                    <a:lnTo>
                      <a:pt x="466" y="164"/>
                    </a:lnTo>
                    <a:lnTo>
                      <a:pt x="466" y="166"/>
                    </a:lnTo>
                    <a:lnTo>
                      <a:pt x="466" y="170"/>
                    </a:lnTo>
                    <a:lnTo>
                      <a:pt x="470" y="176"/>
                    </a:lnTo>
                    <a:lnTo>
                      <a:pt x="470" y="176"/>
                    </a:lnTo>
                    <a:close/>
                  </a:path>
                </a:pathLst>
              </a:custGeom>
              <a:grpFill/>
              <a:ln w="6350">
                <a:noFill/>
                <a:round/>
                <a:headEnd/>
                <a:tailEnd/>
              </a:ln>
            </p:spPr>
            <p:txBody>
              <a:bodyPr/>
              <a:lstStyle/>
              <a:p>
                <a:endParaRPr lang="en-US" b="1" dirty="0"/>
              </a:p>
            </p:txBody>
          </p:sp>
        </p:grpSp>
        <p:sp>
          <p:nvSpPr>
            <p:cNvPr id="10" name="Freeform 6134">
              <a:extLst>
                <a:ext uri="{FF2B5EF4-FFF2-40B4-BE49-F238E27FC236}">
                  <a16:creationId xmlns:a16="http://schemas.microsoft.com/office/drawing/2014/main" id="{9654C937-CB38-4983-9066-EB296E1C4B1A}"/>
                </a:ext>
              </a:extLst>
            </p:cNvPr>
            <p:cNvSpPr>
              <a:spLocks/>
            </p:cNvSpPr>
            <p:nvPr/>
          </p:nvSpPr>
          <p:spPr bwMode="auto">
            <a:xfrm>
              <a:off x="3956532" y="4207503"/>
              <a:ext cx="2678" cy="3224"/>
            </a:xfrm>
            <a:custGeom>
              <a:avLst/>
              <a:gdLst/>
              <a:ahLst/>
              <a:cxnLst>
                <a:cxn ang="0">
                  <a:pos x="2" y="8"/>
                </a:cxn>
                <a:cxn ang="0">
                  <a:pos x="2" y="8"/>
                </a:cxn>
                <a:cxn ang="0">
                  <a:pos x="4" y="8"/>
                </a:cxn>
                <a:cxn ang="0">
                  <a:pos x="6" y="4"/>
                </a:cxn>
                <a:cxn ang="0">
                  <a:pos x="6" y="2"/>
                </a:cxn>
                <a:cxn ang="0">
                  <a:pos x="6" y="0"/>
                </a:cxn>
                <a:cxn ang="0">
                  <a:pos x="6" y="0"/>
                </a:cxn>
                <a:cxn ang="0">
                  <a:pos x="4" y="2"/>
                </a:cxn>
                <a:cxn ang="0">
                  <a:pos x="2" y="4"/>
                </a:cxn>
                <a:cxn ang="0">
                  <a:pos x="0" y="6"/>
                </a:cxn>
                <a:cxn ang="0">
                  <a:pos x="2" y="8"/>
                </a:cxn>
                <a:cxn ang="0">
                  <a:pos x="2" y="8"/>
                </a:cxn>
              </a:cxnLst>
              <a:rect l="0" t="0" r="r" b="b"/>
              <a:pathLst>
                <a:path w="6" h="8">
                  <a:moveTo>
                    <a:pt x="2" y="8"/>
                  </a:moveTo>
                  <a:lnTo>
                    <a:pt x="2" y="8"/>
                  </a:lnTo>
                  <a:lnTo>
                    <a:pt x="4" y="8"/>
                  </a:lnTo>
                  <a:lnTo>
                    <a:pt x="6" y="4"/>
                  </a:lnTo>
                  <a:lnTo>
                    <a:pt x="6" y="2"/>
                  </a:lnTo>
                  <a:lnTo>
                    <a:pt x="6" y="0"/>
                  </a:lnTo>
                  <a:lnTo>
                    <a:pt x="6" y="0"/>
                  </a:lnTo>
                  <a:lnTo>
                    <a:pt x="4" y="2"/>
                  </a:lnTo>
                  <a:lnTo>
                    <a:pt x="2" y="4"/>
                  </a:lnTo>
                  <a:lnTo>
                    <a:pt x="0" y="6"/>
                  </a:lnTo>
                  <a:lnTo>
                    <a:pt x="2" y="8"/>
                  </a:lnTo>
                  <a:lnTo>
                    <a:pt x="2" y="8"/>
                  </a:lnTo>
                  <a:close/>
                </a:path>
              </a:pathLst>
            </a:custGeom>
            <a:grpFill/>
            <a:ln w="6350">
              <a:noFill/>
              <a:round/>
              <a:headEnd/>
              <a:tailEnd/>
            </a:ln>
          </p:spPr>
          <p:txBody>
            <a:bodyPr/>
            <a:lstStyle/>
            <a:p>
              <a:endParaRPr lang="en-US" b="1" dirty="0"/>
            </a:p>
          </p:txBody>
        </p:sp>
        <p:sp>
          <p:nvSpPr>
            <p:cNvPr id="11" name="Freeform 6135">
              <a:extLst>
                <a:ext uri="{FF2B5EF4-FFF2-40B4-BE49-F238E27FC236}">
                  <a16:creationId xmlns:a16="http://schemas.microsoft.com/office/drawing/2014/main" id="{7C6AC275-D46E-4459-925C-FD74D6B899D0}"/>
                </a:ext>
              </a:extLst>
            </p:cNvPr>
            <p:cNvSpPr>
              <a:spLocks/>
            </p:cNvSpPr>
            <p:nvPr/>
          </p:nvSpPr>
          <p:spPr bwMode="auto">
            <a:xfrm>
              <a:off x="3960208" y="4202250"/>
              <a:ext cx="1116" cy="1007"/>
            </a:xfrm>
            <a:custGeom>
              <a:avLst/>
              <a:gdLst/>
              <a:ahLst/>
              <a:cxnLst>
                <a:cxn ang="0">
                  <a:pos x="0" y="4"/>
                </a:cxn>
                <a:cxn ang="0">
                  <a:pos x="0" y="4"/>
                </a:cxn>
                <a:cxn ang="0">
                  <a:pos x="2" y="4"/>
                </a:cxn>
                <a:cxn ang="0">
                  <a:pos x="4" y="2"/>
                </a:cxn>
                <a:cxn ang="0">
                  <a:pos x="4" y="0"/>
                </a:cxn>
                <a:cxn ang="0">
                  <a:pos x="4" y="0"/>
                </a:cxn>
                <a:cxn ang="0">
                  <a:pos x="2" y="0"/>
                </a:cxn>
                <a:cxn ang="0">
                  <a:pos x="0" y="0"/>
                </a:cxn>
                <a:cxn ang="0">
                  <a:pos x="0" y="2"/>
                </a:cxn>
                <a:cxn ang="0">
                  <a:pos x="0" y="4"/>
                </a:cxn>
                <a:cxn ang="0">
                  <a:pos x="0" y="4"/>
                </a:cxn>
              </a:cxnLst>
              <a:rect l="0" t="0" r="r" b="b"/>
              <a:pathLst>
                <a:path w="4" h="4">
                  <a:moveTo>
                    <a:pt x="0" y="4"/>
                  </a:moveTo>
                  <a:lnTo>
                    <a:pt x="0" y="4"/>
                  </a:lnTo>
                  <a:lnTo>
                    <a:pt x="2" y="4"/>
                  </a:lnTo>
                  <a:lnTo>
                    <a:pt x="4" y="2"/>
                  </a:lnTo>
                  <a:lnTo>
                    <a:pt x="4" y="0"/>
                  </a:lnTo>
                  <a:lnTo>
                    <a:pt x="4" y="0"/>
                  </a:lnTo>
                  <a:lnTo>
                    <a:pt x="2" y="0"/>
                  </a:lnTo>
                  <a:lnTo>
                    <a:pt x="0" y="0"/>
                  </a:lnTo>
                  <a:lnTo>
                    <a:pt x="0" y="2"/>
                  </a:lnTo>
                  <a:lnTo>
                    <a:pt x="0" y="4"/>
                  </a:lnTo>
                  <a:lnTo>
                    <a:pt x="0" y="4"/>
                  </a:lnTo>
                  <a:close/>
                </a:path>
              </a:pathLst>
            </a:custGeom>
            <a:grpFill/>
            <a:ln w="6350">
              <a:noFill/>
              <a:round/>
              <a:headEnd/>
              <a:tailEnd/>
            </a:ln>
          </p:spPr>
          <p:txBody>
            <a:bodyPr/>
            <a:lstStyle/>
            <a:p>
              <a:endParaRPr lang="en-US" b="1" dirty="0"/>
            </a:p>
          </p:txBody>
        </p:sp>
        <p:sp>
          <p:nvSpPr>
            <p:cNvPr id="12" name="Freeform 6136">
              <a:extLst>
                <a:ext uri="{FF2B5EF4-FFF2-40B4-BE49-F238E27FC236}">
                  <a16:creationId xmlns:a16="http://schemas.microsoft.com/office/drawing/2014/main" id="{919B1C72-6B7C-4A2F-AF89-06620450FF5A}"/>
                </a:ext>
              </a:extLst>
            </p:cNvPr>
            <p:cNvSpPr>
              <a:spLocks/>
            </p:cNvSpPr>
            <p:nvPr/>
          </p:nvSpPr>
          <p:spPr bwMode="auto">
            <a:xfrm>
              <a:off x="3951969" y="4201861"/>
              <a:ext cx="2678" cy="3224"/>
            </a:xfrm>
            <a:custGeom>
              <a:avLst/>
              <a:gdLst/>
              <a:ahLst/>
              <a:cxnLst>
                <a:cxn ang="0">
                  <a:pos x="6" y="2"/>
                </a:cxn>
                <a:cxn ang="0">
                  <a:pos x="6" y="2"/>
                </a:cxn>
                <a:cxn ang="0">
                  <a:pos x="4" y="0"/>
                </a:cxn>
                <a:cxn ang="0">
                  <a:pos x="0" y="2"/>
                </a:cxn>
                <a:cxn ang="0">
                  <a:pos x="0" y="6"/>
                </a:cxn>
                <a:cxn ang="0">
                  <a:pos x="0" y="8"/>
                </a:cxn>
                <a:cxn ang="0">
                  <a:pos x="0" y="8"/>
                </a:cxn>
                <a:cxn ang="0">
                  <a:pos x="4" y="6"/>
                </a:cxn>
                <a:cxn ang="0">
                  <a:pos x="6" y="4"/>
                </a:cxn>
                <a:cxn ang="0">
                  <a:pos x="6" y="2"/>
                </a:cxn>
                <a:cxn ang="0">
                  <a:pos x="6" y="2"/>
                </a:cxn>
              </a:cxnLst>
              <a:rect l="0" t="0" r="r" b="b"/>
              <a:pathLst>
                <a:path w="6" h="8">
                  <a:moveTo>
                    <a:pt x="6" y="2"/>
                  </a:moveTo>
                  <a:lnTo>
                    <a:pt x="6" y="2"/>
                  </a:lnTo>
                  <a:lnTo>
                    <a:pt x="4" y="0"/>
                  </a:lnTo>
                  <a:lnTo>
                    <a:pt x="0" y="2"/>
                  </a:lnTo>
                  <a:lnTo>
                    <a:pt x="0" y="6"/>
                  </a:lnTo>
                  <a:lnTo>
                    <a:pt x="0" y="8"/>
                  </a:lnTo>
                  <a:lnTo>
                    <a:pt x="0" y="8"/>
                  </a:lnTo>
                  <a:lnTo>
                    <a:pt x="4" y="6"/>
                  </a:lnTo>
                  <a:lnTo>
                    <a:pt x="6" y="4"/>
                  </a:lnTo>
                  <a:lnTo>
                    <a:pt x="6" y="2"/>
                  </a:lnTo>
                  <a:lnTo>
                    <a:pt x="6" y="2"/>
                  </a:lnTo>
                  <a:close/>
                </a:path>
              </a:pathLst>
            </a:custGeom>
            <a:grpFill/>
            <a:ln w="6350">
              <a:noFill/>
              <a:round/>
              <a:headEnd/>
              <a:tailEnd/>
            </a:ln>
          </p:spPr>
          <p:txBody>
            <a:bodyPr/>
            <a:lstStyle/>
            <a:p>
              <a:endParaRPr lang="en-US" b="1" dirty="0"/>
            </a:p>
          </p:txBody>
        </p:sp>
        <p:sp>
          <p:nvSpPr>
            <p:cNvPr id="13" name="Freeform 6138">
              <a:extLst>
                <a:ext uri="{FF2B5EF4-FFF2-40B4-BE49-F238E27FC236}">
                  <a16:creationId xmlns:a16="http://schemas.microsoft.com/office/drawing/2014/main" id="{EDD54EC6-1853-45A3-90E5-DE4DBE409FA0}"/>
                </a:ext>
              </a:extLst>
            </p:cNvPr>
            <p:cNvSpPr>
              <a:spLocks/>
            </p:cNvSpPr>
            <p:nvPr/>
          </p:nvSpPr>
          <p:spPr bwMode="auto">
            <a:xfrm>
              <a:off x="3952965" y="4209874"/>
              <a:ext cx="1785" cy="2418"/>
            </a:xfrm>
            <a:custGeom>
              <a:avLst/>
              <a:gdLst/>
              <a:ahLst/>
              <a:cxnLst>
                <a:cxn ang="0">
                  <a:pos x="2" y="0"/>
                </a:cxn>
                <a:cxn ang="0">
                  <a:pos x="2" y="0"/>
                </a:cxn>
                <a:cxn ang="0">
                  <a:pos x="0" y="0"/>
                </a:cxn>
                <a:cxn ang="0">
                  <a:pos x="0" y="2"/>
                </a:cxn>
                <a:cxn ang="0">
                  <a:pos x="0" y="4"/>
                </a:cxn>
                <a:cxn ang="0">
                  <a:pos x="2" y="6"/>
                </a:cxn>
                <a:cxn ang="0">
                  <a:pos x="2" y="6"/>
                </a:cxn>
                <a:cxn ang="0">
                  <a:pos x="4" y="6"/>
                </a:cxn>
                <a:cxn ang="0">
                  <a:pos x="4" y="4"/>
                </a:cxn>
                <a:cxn ang="0">
                  <a:pos x="4" y="2"/>
                </a:cxn>
                <a:cxn ang="0">
                  <a:pos x="2" y="0"/>
                </a:cxn>
                <a:cxn ang="0">
                  <a:pos x="2" y="0"/>
                </a:cxn>
              </a:cxnLst>
              <a:rect l="0" t="0" r="r" b="b"/>
              <a:pathLst>
                <a:path w="4" h="6">
                  <a:moveTo>
                    <a:pt x="2" y="0"/>
                  </a:moveTo>
                  <a:lnTo>
                    <a:pt x="2" y="0"/>
                  </a:lnTo>
                  <a:lnTo>
                    <a:pt x="0" y="0"/>
                  </a:lnTo>
                  <a:lnTo>
                    <a:pt x="0" y="2"/>
                  </a:lnTo>
                  <a:lnTo>
                    <a:pt x="0" y="4"/>
                  </a:lnTo>
                  <a:lnTo>
                    <a:pt x="2" y="6"/>
                  </a:lnTo>
                  <a:lnTo>
                    <a:pt x="2" y="6"/>
                  </a:lnTo>
                  <a:lnTo>
                    <a:pt x="4" y="6"/>
                  </a:lnTo>
                  <a:lnTo>
                    <a:pt x="4" y="4"/>
                  </a:lnTo>
                  <a:lnTo>
                    <a:pt x="4" y="2"/>
                  </a:lnTo>
                  <a:lnTo>
                    <a:pt x="2" y="0"/>
                  </a:lnTo>
                  <a:lnTo>
                    <a:pt x="2" y="0"/>
                  </a:lnTo>
                  <a:close/>
                </a:path>
              </a:pathLst>
            </a:custGeom>
            <a:grpFill/>
            <a:ln w="6350">
              <a:noFill/>
              <a:round/>
              <a:headEnd/>
              <a:tailEnd/>
            </a:ln>
          </p:spPr>
          <p:txBody>
            <a:bodyPr/>
            <a:lstStyle/>
            <a:p>
              <a:endParaRPr lang="en-US" b="1" dirty="0"/>
            </a:p>
          </p:txBody>
        </p:sp>
        <p:sp>
          <p:nvSpPr>
            <p:cNvPr id="14" name="Freeform 6144">
              <a:extLst>
                <a:ext uri="{FF2B5EF4-FFF2-40B4-BE49-F238E27FC236}">
                  <a16:creationId xmlns:a16="http://schemas.microsoft.com/office/drawing/2014/main" id="{2D267426-02F1-4CB7-B04B-C9D00C206979}"/>
                </a:ext>
              </a:extLst>
            </p:cNvPr>
            <p:cNvSpPr>
              <a:spLocks/>
            </p:cNvSpPr>
            <p:nvPr/>
          </p:nvSpPr>
          <p:spPr bwMode="auto">
            <a:xfrm>
              <a:off x="3950141" y="4196164"/>
              <a:ext cx="3572" cy="2418"/>
            </a:xfrm>
            <a:custGeom>
              <a:avLst/>
              <a:gdLst/>
              <a:ahLst/>
              <a:cxnLst>
                <a:cxn ang="0">
                  <a:pos x="8" y="2"/>
                </a:cxn>
                <a:cxn ang="0">
                  <a:pos x="8" y="2"/>
                </a:cxn>
                <a:cxn ang="0">
                  <a:pos x="8" y="0"/>
                </a:cxn>
                <a:cxn ang="0">
                  <a:pos x="6" y="0"/>
                </a:cxn>
                <a:cxn ang="0">
                  <a:pos x="4" y="0"/>
                </a:cxn>
                <a:cxn ang="0">
                  <a:pos x="0" y="2"/>
                </a:cxn>
                <a:cxn ang="0">
                  <a:pos x="0" y="4"/>
                </a:cxn>
                <a:cxn ang="0">
                  <a:pos x="0" y="6"/>
                </a:cxn>
                <a:cxn ang="0">
                  <a:pos x="0" y="6"/>
                </a:cxn>
                <a:cxn ang="0">
                  <a:pos x="4" y="6"/>
                </a:cxn>
                <a:cxn ang="0">
                  <a:pos x="8" y="2"/>
                </a:cxn>
                <a:cxn ang="0">
                  <a:pos x="8" y="2"/>
                </a:cxn>
              </a:cxnLst>
              <a:rect l="0" t="0" r="r" b="b"/>
              <a:pathLst>
                <a:path w="8" h="6">
                  <a:moveTo>
                    <a:pt x="8" y="2"/>
                  </a:moveTo>
                  <a:lnTo>
                    <a:pt x="8" y="2"/>
                  </a:lnTo>
                  <a:lnTo>
                    <a:pt x="8" y="0"/>
                  </a:lnTo>
                  <a:lnTo>
                    <a:pt x="6" y="0"/>
                  </a:lnTo>
                  <a:lnTo>
                    <a:pt x="4" y="0"/>
                  </a:lnTo>
                  <a:lnTo>
                    <a:pt x="0" y="2"/>
                  </a:lnTo>
                  <a:lnTo>
                    <a:pt x="0" y="4"/>
                  </a:lnTo>
                  <a:lnTo>
                    <a:pt x="0" y="6"/>
                  </a:lnTo>
                  <a:lnTo>
                    <a:pt x="0" y="6"/>
                  </a:lnTo>
                  <a:lnTo>
                    <a:pt x="4" y="6"/>
                  </a:lnTo>
                  <a:lnTo>
                    <a:pt x="8" y="2"/>
                  </a:lnTo>
                  <a:lnTo>
                    <a:pt x="8" y="2"/>
                  </a:lnTo>
                  <a:close/>
                </a:path>
              </a:pathLst>
            </a:custGeom>
            <a:grpFill/>
            <a:ln w="6350">
              <a:noFill/>
              <a:round/>
              <a:headEnd/>
              <a:tailEnd/>
            </a:ln>
          </p:spPr>
          <p:txBody>
            <a:bodyPr/>
            <a:lstStyle/>
            <a:p>
              <a:endParaRPr lang="en-US" b="1" dirty="0"/>
            </a:p>
          </p:txBody>
        </p:sp>
        <p:sp>
          <p:nvSpPr>
            <p:cNvPr id="15" name="Freeform 6149">
              <a:extLst>
                <a:ext uri="{FF2B5EF4-FFF2-40B4-BE49-F238E27FC236}">
                  <a16:creationId xmlns:a16="http://schemas.microsoft.com/office/drawing/2014/main" id="{6F479DBB-6F10-4157-8541-19770BFD715E}"/>
                </a:ext>
              </a:extLst>
            </p:cNvPr>
            <p:cNvSpPr>
              <a:spLocks/>
            </p:cNvSpPr>
            <p:nvPr/>
          </p:nvSpPr>
          <p:spPr bwMode="auto">
            <a:xfrm>
              <a:off x="3945656" y="4202169"/>
              <a:ext cx="2232" cy="1007"/>
            </a:xfrm>
            <a:custGeom>
              <a:avLst/>
              <a:gdLst/>
              <a:ahLst/>
              <a:cxnLst>
                <a:cxn ang="0">
                  <a:pos x="0" y="4"/>
                </a:cxn>
                <a:cxn ang="0">
                  <a:pos x="0" y="4"/>
                </a:cxn>
                <a:cxn ang="0">
                  <a:pos x="2" y="4"/>
                </a:cxn>
                <a:cxn ang="0">
                  <a:pos x="6" y="2"/>
                </a:cxn>
                <a:cxn ang="0">
                  <a:pos x="6" y="2"/>
                </a:cxn>
                <a:cxn ang="0">
                  <a:pos x="6" y="0"/>
                </a:cxn>
                <a:cxn ang="0">
                  <a:pos x="2" y="2"/>
                </a:cxn>
                <a:cxn ang="0">
                  <a:pos x="0" y="2"/>
                </a:cxn>
                <a:cxn ang="0">
                  <a:pos x="0" y="4"/>
                </a:cxn>
                <a:cxn ang="0">
                  <a:pos x="0" y="4"/>
                </a:cxn>
              </a:cxnLst>
              <a:rect l="0" t="0" r="r" b="b"/>
              <a:pathLst>
                <a:path w="6" h="4">
                  <a:moveTo>
                    <a:pt x="0" y="4"/>
                  </a:moveTo>
                  <a:lnTo>
                    <a:pt x="0" y="4"/>
                  </a:lnTo>
                  <a:lnTo>
                    <a:pt x="2" y="4"/>
                  </a:lnTo>
                  <a:lnTo>
                    <a:pt x="6" y="2"/>
                  </a:lnTo>
                  <a:lnTo>
                    <a:pt x="6" y="2"/>
                  </a:lnTo>
                  <a:lnTo>
                    <a:pt x="6" y="0"/>
                  </a:lnTo>
                  <a:lnTo>
                    <a:pt x="2" y="2"/>
                  </a:lnTo>
                  <a:lnTo>
                    <a:pt x="0" y="2"/>
                  </a:lnTo>
                  <a:lnTo>
                    <a:pt x="0" y="4"/>
                  </a:lnTo>
                  <a:lnTo>
                    <a:pt x="0" y="4"/>
                  </a:lnTo>
                  <a:close/>
                </a:path>
              </a:pathLst>
            </a:custGeom>
            <a:grpFill/>
            <a:ln w="6350">
              <a:noFill/>
              <a:round/>
              <a:headEnd/>
              <a:tailEnd/>
            </a:ln>
          </p:spPr>
          <p:txBody>
            <a:bodyPr/>
            <a:lstStyle/>
            <a:p>
              <a:endParaRPr lang="en-US" b="1" dirty="0"/>
            </a:p>
          </p:txBody>
        </p:sp>
        <p:sp>
          <p:nvSpPr>
            <p:cNvPr id="16" name="Freeform 6150">
              <a:extLst>
                <a:ext uri="{FF2B5EF4-FFF2-40B4-BE49-F238E27FC236}">
                  <a16:creationId xmlns:a16="http://schemas.microsoft.com/office/drawing/2014/main" id="{A4C0EB54-44AA-424E-B8F9-C902C866C026}"/>
                </a:ext>
              </a:extLst>
            </p:cNvPr>
            <p:cNvSpPr>
              <a:spLocks/>
            </p:cNvSpPr>
            <p:nvPr/>
          </p:nvSpPr>
          <p:spPr bwMode="auto">
            <a:xfrm>
              <a:off x="3947487" y="4207726"/>
              <a:ext cx="2678" cy="1612"/>
            </a:xfrm>
            <a:custGeom>
              <a:avLst/>
              <a:gdLst/>
              <a:ahLst/>
              <a:cxnLst>
                <a:cxn ang="0">
                  <a:pos x="4" y="0"/>
                </a:cxn>
                <a:cxn ang="0">
                  <a:pos x="4" y="0"/>
                </a:cxn>
                <a:cxn ang="0">
                  <a:pos x="2" y="2"/>
                </a:cxn>
                <a:cxn ang="0">
                  <a:pos x="0" y="2"/>
                </a:cxn>
                <a:cxn ang="0">
                  <a:pos x="2" y="4"/>
                </a:cxn>
                <a:cxn ang="0">
                  <a:pos x="4" y="4"/>
                </a:cxn>
                <a:cxn ang="0">
                  <a:pos x="4" y="4"/>
                </a:cxn>
                <a:cxn ang="0">
                  <a:pos x="6" y="2"/>
                </a:cxn>
                <a:cxn ang="0">
                  <a:pos x="6" y="2"/>
                </a:cxn>
                <a:cxn ang="0">
                  <a:pos x="4" y="0"/>
                </a:cxn>
                <a:cxn ang="0">
                  <a:pos x="4" y="0"/>
                </a:cxn>
              </a:cxnLst>
              <a:rect l="0" t="0" r="r" b="b"/>
              <a:pathLst>
                <a:path w="6" h="4">
                  <a:moveTo>
                    <a:pt x="4" y="0"/>
                  </a:moveTo>
                  <a:lnTo>
                    <a:pt x="4" y="0"/>
                  </a:lnTo>
                  <a:lnTo>
                    <a:pt x="2" y="2"/>
                  </a:lnTo>
                  <a:lnTo>
                    <a:pt x="0" y="2"/>
                  </a:lnTo>
                  <a:lnTo>
                    <a:pt x="2" y="4"/>
                  </a:lnTo>
                  <a:lnTo>
                    <a:pt x="4" y="4"/>
                  </a:lnTo>
                  <a:lnTo>
                    <a:pt x="4" y="4"/>
                  </a:lnTo>
                  <a:lnTo>
                    <a:pt x="6" y="2"/>
                  </a:lnTo>
                  <a:lnTo>
                    <a:pt x="6" y="2"/>
                  </a:lnTo>
                  <a:lnTo>
                    <a:pt x="4" y="0"/>
                  </a:lnTo>
                  <a:lnTo>
                    <a:pt x="4" y="0"/>
                  </a:lnTo>
                  <a:close/>
                </a:path>
              </a:pathLst>
            </a:custGeom>
            <a:grpFill/>
            <a:ln w="6350">
              <a:noFill/>
              <a:round/>
              <a:headEnd/>
              <a:tailEnd/>
            </a:ln>
          </p:spPr>
          <p:txBody>
            <a:bodyPr/>
            <a:lstStyle/>
            <a:p>
              <a:endParaRPr lang="en-US" b="1" dirty="0"/>
            </a:p>
          </p:txBody>
        </p:sp>
      </p:grpSp>
      <p:sp>
        <p:nvSpPr>
          <p:cNvPr id="73" name="TextBox 72">
            <a:extLst>
              <a:ext uri="{FF2B5EF4-FFF2-40B4-BE49-F238E27FC236}">
                <a16:creationId xmlns:a16="http://schemas.microsoft.com/office/drawing/2014/main" id="{8539F668-991D-4BEA-B3AA-3A269274108D}"/>
              </a:ext>
            </a:extLst>
          </p:cNvPr>
          <p:cNvSpPr txBox="1"/>
          <p:nvPr/>
        </p:nvSpPr>
        <p:spPr>
          <a:xfrm>
            <a:off x="6879360" y="5117528"/>
            <a:ext cx="812521" cy="184666"/>
          </a:xfrm>
          <a:prstGeom prst="rect">
            <a:avLst/>
          </a:prstGeom>
        </p:spPr>
        <p:txBody>
          <a:bodyPr wrap="square" lIns="0" tIns="0" rIns="0" bIns="0">
            <a:spAutoFit/>
          </a:bodyPr>
          <a:lstStyle>
            <a:defPPr>
              <a:defRPr lang="en-US"/>
            </a:defPPr>
            <a:lvl1pPr>
              <a:defRPr sz="1600" i="1">
                <a:solidFill>
                  <a:srgbClr val="002060"/>
                </a:solidFill>
                <a:latin typeface="+mj-lt"/>
                <a:cs typeface="Segoe UI" panose="020B0502040204020203" pitchFamily="34" charset="0"/>
              </a:defRPr>
            </a:lvl1pPr>
          </a:lstStyle>
          <a:p>
            <a:pPr algn="ctr"/>
            <a:r>
              <a:rPr lang="en-US" sz="1200" dirty="0"/>
              <a:t>	</a:t>
            </a:r>
          </a:p>
        </p:txBody>
      </p:sp>
      <p:sp>
        <p:nvSpPr>
          <p:cNvPr id="88" name="TextBox 87">
            <a:extLst>
              <a:ext uri="{FF2B5EF4-FFF2-40B4-BE49-F238E27FC236}">
                <a16:creationId xmlns:a16="http://schemas.microsoft.com/office/drawing/2014/main" id="{ADB789F6-3E0E-5DB9-8826-D4441A522703}"/>
              </a:ext>
            </a:extLst>
          </p:cNvPr>
          <p:cNvSpPr txBox="1"/>
          <p:nvPr/>
        </p:nvSpPr>
        <p:spPr>
          <a:xfrm>
            <a:off x="109979" y="4630810"/>
            <a:ext cx="2165657" cy="461665"/>
          </a:xfrm>
          <a:prstGeom prst="rect">
            <a:avLst/>
          </a:prstGeom>
          <a:noFill/>
        </p:spPr>
        <p:txBody>
          <a:bodyPr wrap="none" rtlCol="0">
            <a:spAutoFit/>
          </a:bodyPr>
          <a:lstStyle/>
          <a:p>
            <a:r>
              <a:rPr lang="en-US" sz="2400" b="1" dirty="0">
                <a:solidFill>
                  <a:srgbClr val="002060"/>
                </a:solidFill>
                <a:latin typeface="Segoe UI" panose="020B0502040204020203" pitchFamily="34" charset="0"/>
                <a:cs typeface="Segoe UI" panose="020B0502040204020203" pitchFamily="34" charset="0"/>
              </a:rPr>
              <a:t>CONCLUSION</a:t>
            </a:r>
          </a:p>
        </p:txBody>
      </p:sp>
      <p:sp>
        <p:nvSpPr>
          <p:cNvPr id="91" name="TextBox 90">
            <a:extLst>
              <a:ext uri="{FF2B5EF4-FFF2-40B4-BE49-F238E27FC236}">
                <a16:creationId xmlns:a16="http://schemas.microsoft.com/office/drawing/2014/main" id="{3C8B9167-F965-6542-6489-AD75A473501E}"/>
              </a:ext>
            </a:extLst>
          </p:cNvPr>
          <p:cNvSpPr txBox="1"/>
          <p:nvPr/>
        </p:nvSpPr>
        <p:spPr>
          <a:xfrm>
            <a:off x="2128473" y="5173112"/>
            <a:ext cx="8003786" cy="1477328"/>
          </a:xfrm>
          <a:prstGeom prst="rect">
            <a:avLst/>
          </a:prstGeom>
          <a:noFill/>
        </p:spPr>
        <p:txBody>
          <a:bodyPr wrap="square">
            <a:spAutoFit/>
          </a:bodyPr>
          <a:lstStyle/>
          <a:p>
            <a:pPr algn="just"/>
            <a:r>
              <a:rPr lang="en-US" b="1" dirty="0">
                <a:ln w="0"/>
                <a:solidFill>
                  <a:srgbClr val="030553"/>
                </a:solidFill>
                <a:latin typeface="Segoe UI" panose="020B0502040204020203" pitchFamily="34" charset="0"/>
                <a:cs typeface="Segoe UI" panose="020B0502040204020203" pitchFamily="34" charset="0"/>
              </a:rPr>
              <a:t>       For</a:t>
            </a:r>
            <a:r>
              <a:rPr lang="en-US" b="1" cap="none" spc="0" dirty="0">
                <a:ln w="0"/>
                <a:solidFill>
                  <a:srgbClr val="030553"/>
                </a:solidFill>
                <a:latin typeface="Segoe UI" panose="020B0502040204020203" pitchFamily="34" charset="0"/>
                <a:cs typeface="Segoe UI" panose="020B0502040204020203" pitchFamily="34" charset="0"/>
              </a:rPr>
              <a:t> the problem statement , I have conducted analysis, created pivots , charts and dashboard to draw conclusion. </a:t>
            </a:r>
            <a:r>
              <a:rPr lang="en-US" b="1" dirty="0">
                <a:ln w="0"/>
                <a:solidFill>
                  <a:srgbClr val="030553"/>
                </a:solidFill>
                <a:latin typeface="Segoe UI" panose="020B0502040204020203" pitchFamily="34" charset="0"/>
                <a:cs typeface="Segoe UI" panose="020B0502040204020203" pitchFamily="34" charset="0"/>
              </a:rPr>
              <a:t>These finding will help address the problem statements. I thoroughly enjoyed working on this project. It provided a valuable opportunity to apply Excel skill .</a:t>
            </a:r>
          </a:p>
          <a:p>
            <a:pPr algn="ctr"/>
            <a:endParaRPr lang="en-US" sz="1800" b="1" dirty="0">
              <a:ln w="0"/>
              <a:solidFill>
                <a:srgbClr val="030553"/>
              </a:solidFill>
            </a:endParaRPr>
          </a:p>
        </p:txBody>
      </p:sp>
    </p:spTree>
    <p:extLst>
      <p:ext uri="{BB962C8B-B14F-4D97-AF65-F5344CB8AC3E}">
        <p14:creationId xmlns:p14="http://schemas.microsoft.com/office/powerpoint/2010/main" val="35322043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hidden="1">
            <a:extLst>
              <a:ext uri="{FF2B5EF4-FFF2-40B4-BE49-F238E27FC236}">
                <a16:creationId xmlns:a16="http://schemas.microsoft.com/office/drawing/2014/main" id="{24922840-A8AD-427F-889C-2B79CACC872F}"/>
              </a:ext>
            </a:extLst>
          </p:cNvPr>
          <p:cNvSpPr>
            <a:spLocks noGrp="1"/>
          </p:cNvSpPr>
          <p:nvPr>
            <p:ph type="title"/>
          </p:nvPr>
        </p:nvSpPr>
        <p:spPr/>
        <p:txBody>
          <a:bodyPr/>
          <a:lstStyle/>
          <a:p>
            <a:r>
              <a:rPr lang="en-US" dirty="0"/>
              <a:t>Human resources slide 10</a:t>
            </a:r>
          </a:p>
        </p:txBody>
      </p:sp>
      <p:sp>
        <p:nvSpPr>
          <p:cNvPr id="3" name="TextBox 2">
            <a:extLst>
              <a:ext uri="{FF2B5EF4-FFF2-40B4-BE49-F238E27FC236}">
                <a16:creationId xmlns:a16="http://schemas.microsoft.com/office/drawing/2014/main" id="{9436B850-15F2-41BC-A54E-6E0F332F011D}"/>
              </a:ext>
            </a:extLst>
          </p:cNvPr>
          <p:cNvSpPr txBox="1"/>
          <p:nvPr/>
        </p:nvSpPr>
        <p:spPr>
          <a:xfrm>
            <a:off x="1418306" y="4772298"/>
            <a:ext cx="4558747" cy="738664"/>
          </a:xfrm>
          <a:prstGeom prst="rect">
            <a:avLst/>
          </a:prstGeom>
          <a:noFill/>
        </p:spPr>
        <p:txBody>
          <a:bodyPr wrap="square" lIns="0" tIns="0" rIns="0" bIns="0" rtlCol="0">
            <a:spAutoFit/>
          </a:bodyPr>
          <a:lstStyle/>
          <a:p>
            <a:r>
              <a:rPr lang="en-US" sz="4800" b="1" dirty="0">
                <a:solidFill>
                  <a:srgbClr val="030553"/>
                </a:solidFill>
                <a:latin typeface="Segoe UI" panose="020B0502040204020203" pitchFamily="34" charset="0"/>
                <a:cs typeface="Segoe UI" panose="020B0502040204020203" pitchFamily="34" charset="0"/>
              </a:rPr>
              <a:t>Thank You…</a:t>
            </a:r>
          </a:p>
        </p:txBody>
      </p:sp>
    </p:spTree>
    <p:extLst>
      <p:ext uri="{BB962C8B-B14F-4D97-AF65-F5344CB8AC3E}">
        <p14:creationId xmlns:p14="http://schemas.microsoft.com/office/powerpoint/2010/main" val="2352568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0CA4BDF-ECBC-4F8E-8F31-E58428FA4B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9900F64-9193-44F8-BD63-E681103777C8}">
  <ds:schemaRefs>
    <ds:schemaRef ds:uri="71af3243-3dd4-4a8d-8c0d-dd76da1f02a5"/>
    <ds:schemaRef ds:uri="http://purl.org/dc/terms/"/>
    <ds:schemaRef ds:uri="http://schemas.openxmlformats.org/package/2006/metadata/core-properties"/>
    <ds:schemaRef ds:uri="16c05727-aa75-4e4a-9b5f-8a80a1165891"/>
    <ds:schemaRef ds:uri="http://schemas.microsoft.com/office/infopath/2007/PartnerControls"/>
    <ds:schemaRef ds:uri="http://www.w3.org/XML/1998/namespace"/>
    <ds:schemaRef ds:uri="http://schemas.microsoft.com/office/2006/metadata/properties"/>
    <ds:schemaRef ds:uri="http://schemas.microsoft.com/office/2006/documentManagement/types"/>
    <ds:schemaRef ds:uri="http://purl.org/dc/elements/1.1/"/>
    <ds:schemaRef ds:uri="230e9df3-be65-4c73-a93b-d1236ebd677e"/>
    <ds:schemaRef ds:uri="http://schemas.microsoft.com/sharepoint/v3"/>
    <ds:schemaRef ds:uri="http://purl.org/dc/dcmitype/"/>
  </ds:schemaRefs>
</ds:datastoreItem>
</file>

<file path=customXml/itemProps3.xml><?xml version="1.0" encoding="utf-8"?>
<ds:datastoreItem xmlns:ds="http://schemas.openxmlformats.org/officeDocument/2006/customXml" ds:itemID="{271421E6-0B73-4301-8D1C-0131DB42FA7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Gallery</Template>
  <TotalTime>66</TotalTime>
  <Words>1783</Words>
  <Application>Microsoft Office PowerPoint</Application>
  <PresentationFormat>Widescreen</PresentationFormat>
  <Paragraphs>250</Paragraphs>
  <Slides>21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Segoe UI</vt:lpstr>
      <vt:lpstr>Tw Cen MT</vt:lpstr>
      <vt:lpstr>Droplet</vt:lpstr>
      <vt:lpstr>Human resources slide 1</vt:lpstr>
      <vt:lpstr>PowerPoint Presentation</vt:lpstr>
      <vt:lpstr>PowerPoint Presentation</vt:lpstr>
      <vt:lpstr>Human resources slide 2</vt:lpstr>
      <vt:lpstr>Human resources slide 3</vt:lpstr>
      <vt:lpstr>Human resources slide 4</vt:lpstr>
      <vt:lpstr>Human resources slide 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Human resources slide 7</vt:lpstr>
      <vt:lpstr>Human resources slide 8</vt:lpstr>
      <vt:lpstr>PowerPoint Presentation</vt:lpstr>
      <vt:lpstr>Human resources slide 9</vt:lpstr>
      <vt:lpstr>Human resources slide 10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PRANAY SANYAL</cp:lastModifiedBy>
  <cp:revision>3</cp:revision>
  <dcterms:created xsi:type="dcterms:W3CDTF">2022-01-19T22:30:16Z</dcterms:created>
  <dcterms:modified xsi:type="dcterms:W3CDTF">2025-06-29T09:09:23Z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XPowerLiteLastOptimized">
    <vt:lpwstr>1553574</vt:lpwstr>
  </property>
  <property fmtid="{D5CDD505-2E9C-101B-9397-08002B2CF9AE}" pid="4" name="NXPowerLiteSettings">
    <vt:lpwstr>F7000400038000</vt:lpwstr>
  </property>
  <property fmtid="{D5CDD505-2E9C-101B-9397-08002B2CF9AE}" pid="5" name="NXPowerLiteVersion">
    <vt:lpwstr>S10.3.1</vt:lpwstr>
  </property>
</Properties>
</file>